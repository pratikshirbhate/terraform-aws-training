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7c7aIYJ6MOHxOEGSXOU+A==" hashData="3x9ZpDvThU72IxtUtG2O0I0M7soMDm5/o4qrs+a5BR2h75IEVrTo/RDSG2usbEZWmUXyHC0tVKnxTXNERm2I0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13BF-CF24-4D89-AF6E-41E236388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5F7E6-5300-4F9F-9547-4B6CCD8D4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DAE-D03C-4DE1-A72D-3850AD19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B7F8-A7AC-41AD-9B1F-26A31B25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AAD1B-913D-4E47-A0A6-5F43FDB3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13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85B6-60F0-4F3A-AD11-E2B8FEA6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83BB-B1DA-464C-8B0E-A59255309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DF2A7-D723-4CE0-A89A-1B2F026F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02FF9-F763-43A6-AFB8-773DFC1E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0DF1-0FA3-4F52-838C-E0090FB1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90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4663-B2F6-4468-885C-E89B218C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6914C-27B1-44B7-9FA8-2FF489D2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F3B10-686E-4957-8F18-D5824462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0537-909E-4EDC-A7E8-C5D0FE94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0B2BE-A497-440C-958A-89AB0814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87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337F-AB85-41AE-BB11-F1186A35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1869A-E306-4A8E-85D5-DB794F8CC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E51AB-4866-4590-95B9-77AE3B5B0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CB1DF-E1CC-4134-8748-127CC74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52973-222F-4887-BB19-37F09DFA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CA323-D48B-467B-B9BE-AFC39232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51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EA79-024F-4C4C-8753-8041673E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CEC6B-D77C-4FE6-A4E9-421E4E8C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2B58E-CB98-467B-9546-1DCD14DD1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C09F2-B0AA-4949-AF81-D8A4F63C5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F575C-D284-430F-B8FA-BCA93A6A7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3A870-0247-45BC-AD45-A91E8F7D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83CFDB-E58C-4F3F-BA4E-984FBFD3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E0468-E694-458E-AC33-403A05A8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5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6860-7191-471A-BE77-5B5B9F2D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07FF8-C8A0-4A80-BB91-EBB608B0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28864-D4AB-430F-BED5-7D4E6B6D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A3167-AEBB-410C-A2EB-1395D6BB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97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B6851-0D10-4475-B063-765469EC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9D5CE-1E14-4485-8BFF-31CF585A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A2AE4-82AF-4F60-92B5-68310F0D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29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01A-BF8D-44F8-8536-F2DD1F67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78A9-46DC-45FC-82BF-42760435A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396AB-92B1-4BF3-B1C2-91754DFC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98D81-5919-44A2-91C3-A6484F4D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2A388-B3EA-4949-B4B2-49F84831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194A4-49FD-4D18-AE15-4667B496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64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EAF-3055-4392-B16A-507C7213A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90E4D-0043-4349-A9CA-04FEF59DC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9E3A6-C824-48C0-9517-53415895B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295C3-D840-42DA-9B20-49552C2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92FFA-DCCE-4331-B30F-7841661A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D7E7A-6E68-4365-B820-6F441033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72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E77D-6128-4E76-ADF8-D9F918E4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28056-D4F7-4D9C-A794-59549DF23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66F74-B108-4231-876B-0B32BAD6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E398-19C3-4349-AA3C-F062CF8D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6905-6525-41DB-9185-FC6E63C8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66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7BFBA-3071-4EA7-A247-D0ABB281E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47CBF-78AF-4FE2-838B-1294FC341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8F2C-528F-42E6-8096-93A68058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D5AC7-4DE5-4D24-BC00-19B18E56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F5ED-E87F-4092-881A-D3D5CC9C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4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367D9-BAA6-40EA-B070-92881412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049B1-E571-440E-8537-019F4D53D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DECA9-9DA7-4EA7-A25C-77922FD8A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5228A-2428-4AF5-A616-4EEFB8B5F57B}" type="datetimeFigureOut">
              <a:rPr lang="en-IN" smtClean="0"/>
              <a:t>25-03-2023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698C2-D571-4AED-AA1B-EB96BFB17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F425-5F28-4D9F-88F2-AC8066465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228D6-FD7A-483A-8233-373AB438B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7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03FC-19E5-4346-A60A-A0DB9A4F1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1303338"/>
            <a:ext cx="9144000" cy="2387600"/>
          </a:xfrm>
        </p:spPr>
        <p:txBody>
          <a:bodyPr/>
          <a:lstStyle/>
          <a:p>
            <a:r>
              <a:rPr lang="en-IN" dirty="0"/>
              <a:t>AWS CLI </a:t>
            </a:r>
          </a:p>
        </p:txBody>
      </p:sp>
    </p:spTree>
    <p:extLst>
      <p:ext uri="{BB962C8B-B14F-4D97-AF65-F5344CB8AC3E}">
        <p14:creationId xmlns:p14="http://schemas.microsoft.com/office/powerpoint/2010/main" val="63463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D6E7-9859-4F5C-AC23-B22D9993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238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Overview of AWS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C8B1-FA60-4AAD-927D-B967E7FE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1349375"/>
            <a:ext cx="12211050" cy="502285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+mj-lt"/>
              </a:rPr>
              <a:t>The AWS Command Line Interface (AWS CLI) is an open source tool that enables you to interact with AWS services using commands in  command-line shell. 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r>
              <a:rPr lang="en-US" sz="2200" dirty="0">
                <a:latin typeface="+mj-lt"/>
              </a:rPr>
              <a:t>Enables to start running commands from the command prompt in  terminal program:</a:t>
            </a:r>
          </a:p>
          <a:p>
            <a:endParaRPr lang="en-US" sz="2200" dirty="0">
              <a:latin typeface="+mj-l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Linux shells – Use common shell programs such as bash, </a:t>
            </a:r>
            <a:r>
              <a:rPr lang="en-US" sz="2000" dirty="0" err="1">
                <a:latin typeface="+mj-lt"/>
              </a:rPr>
              <a:t>zsh</a:t>
            </a:r>
            <a:r>
              <a:rPr lang="en-US" sz="2000" dirty="0">
                <a:latin typeface="+mj-lt"/>
              </a:rPr>
              <a:t>, and </a:t>
            </a:r>
            <a:r>
              <a:rPr lang="en-US" sz="2000" dirty="0" err="1">
                <a:latin typeface="+mj-lt"/>
              </a:rPr>
              <a:t>tcsh</a:t>
            </a:r>
            <a:r>
              <a:rPr lang="en-US" sz="2000" dirty="0">
                <a:latin typeface="+mj-lt"/>
              </a:rPr>
              <a:t> to run commands in Linux or  macOS.</a:t>
            </a:r>
          </a:p>
          <a:p>
            <a:pPr marL="457200" lvl="1" indent="0">
              <a:buNone/>
            </a:pPr>
            <a:endParaRPr lang="en-US" sz="2000" dirty="0">
              <a:latin typeface="+mj-l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Windows command line – On Windows, run commands at the Windows command prompt or in PowerShell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.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Remotely – Run commands on Amazon Elastic Compute Cloud (Amazon EC2) instances through a remote terminal program such as PuTTY or SSH, or with AWS Systems Manager.</a:t>
            </a:r>
          </a:p>
          <a:p>
            <a:pPr marL="457200" lvl="1" indent="0">
              <a:buNone/>
            </a:pPr>
            <a:endParaRPr lang="en-US" sz="2000" dirty="0">
              <a:latin typeface="+mj-lt"/>
            </a:endParaRPr>
          </a:p>
          <a:p>
            <a:r>
              <a:rPr lang="en-US" sz="2400" dirty="0">
                <a:latin typeface="+mj-lt"/>
              </a:rPr>
              <a:t> 2 Versions are Version 2.x and Version 1.x</a:t>
            </a:r>
          </a:p>
          <a:p>
            <a:endParaRPr lang="en-US" sz="2000" dirty="0">
              <a:latin typeface="+mj-lt"/>
            </a:endParaRPr>
          </a:p>
          <a:p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560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F5E8-F89C-43B2-A1DD-8237FAB6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27543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Benefits of AWS CLI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530C-E69D-4AC6-A7B0-0B553046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4" y="1568450"/>
            <a:ext cx="11610975" cy="4351338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+mj-lt"/>
              </a:rPr>
              <a:t>Easier to install : </a:t>
            </a:r>
            <a:r>
              <a:rPr lang="en-US" sz="2200" dirty="0">
                <a:latin typeface="+mj-lt"/>
              </a:rPr>
              <a:t>One huge benefit of AWS CLI is that installation is smooth, quick, simple, and standardized.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Supports all Amazon Web Services: </a:t>
            </a:r>
            <a:r>
              <a:rPr lang="en-US" sz="2200" dirty="0">
                <a:latin typeface="+mj-lt"/>
              </a:rPr>
              <a:t>Lets you control all the services from one simple tool.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Saves time: </a:t>
            </a:r>
            <a:r>
              <a:rPr lang="en-US" sz="2200" dirty="0">
                <a:latin typeface="+mj-lt"/>
              </a:rPr>
              <a:t>GUIs are great when you’re just learning the ropes of a system. Once you get up and running, the user-friendly graphical interface tools start to stand in your way. 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Scripting: </a:t>
            </a:r>
            <a:r>
              <a:rPr lang="en-US" sz="2200" dirty="0">
                <a:latin typeface="+mj-lt"/>
              </a:rPr>
              <a:t>The ability to automate control of all Amazon’s web services with scripts is possibly the biggest benefit. </a:t>
            </a: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283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E28D-B374-46A4-B5A3-EC8FA78F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-10160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Basic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1DFD-0FF4-4FEE-8A7F-296BAF322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9231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</a:rPr>
              <a:t>An AWS CLI command has the following structure: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&lt;subcommand&gt; [options and parameters]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For example, to list S3 buckets, the command would be: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 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s3 ls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To view help documentation, use one of the following: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help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help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&lt;subcommand&gt; help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To get the version of the AWS CLI: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--version</a:t>
            </a: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0923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6E83-BD5E-4DE9-B4DE-5D2F432F3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4255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 Thanks</a:t>
            </a:r>
          </a:p>
        </p:txBody>
      </p:sp>
    </p:spTree>
    <p:extLst>
      <p:ext uri="{BB962C8B-B14F-4D97-AF65-F5344CB8AC3E}">
        <p14:creationId xmlns:p14="http://schemas.microsoft.com/office/powerpoint/2010/main" val="70918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321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AWS CLI </vt:lpstr>
      <vt:lpstr>Overview of AWS CLI</vt:lpstr>
      <vt:lpstr>Benefits of AWS CLI </vt:lpstr>
      <vt:lpstr>Basic Commands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CLI and SDK</dc:title>
  <dc:creator>Chaitanya Gaajula</dc:creator>
  <cp:lastModifiedBy>Chaitanya Gaajula</cp:lastModifiedBy>
  <cp:revision>5</cp:revision>
  <dcterms:created xsi:type="dcterms:W3CDTF">2021-07-03T13:23:41Z</dcterms:created>
  <dcterms:modified xsi:type="dcterms:W3CDTF">2023-03-25T12:40:57Z</dcterms:modified>
</cp:coreProperties>
</file>