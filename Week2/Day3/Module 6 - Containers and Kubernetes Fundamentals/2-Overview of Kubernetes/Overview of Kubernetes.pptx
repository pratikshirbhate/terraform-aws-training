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 id="2147483684" r:id="rId2"/>
    <p:sldMasterId id="2147483690" r:id="rId3"/>
  </p:sldMasterIdLst>
  <p:notesMasterIdLst>
    <p:notesMasterId r:id="rId64"/>
  </p:notesMasterIdLst>
  <p:sldIdLst>
    <p:sldId id="256" r:id="rId4"/>
    <p:sldId id="257" r:id="rId5"/>
    <p:sldId id="294" r:id="rId6"/>
    <p:sldId id="259" r:id="rId7"/>
    <p:sldId id="260" r:id="rId8"/>
    <p:sldId id="291" r:id="rId9"/>
    <p:sldId id="261" r:id="rId10"/>
    <p:sldId id="289" r:id="rId11"/>
    <p:sldId id="290" r:id="rId12"/>
    <p:sldId id="267" r:id="rId13"/>
    <p:sldId id="292" r:id="rId14"/>
    <p:sldId id="293" r:id="rId15"/>
    <p:sldId id="296" r:id="rId16"/>
    <p:sldId id="297" r:id="rId17"/>
    <p:sldId id="258" r:id="rId18"/>
    <p:sldId id="276" r:id="rId19"/>
    <p:sldId id="270" r:id="rId20"/>
    <p:sldId id="271" r:id="rId21"/>
    <p:sldId id="274" r:id="rId22"/>
    <p:sldId id="298" r:id="rId23"/>
    <p:sldId id="299" r:id="rId24"/>
    <p:sldId id="302" r:id="rId25"/>
    <p:sldId id="303" r:id="rId26"/>
    <p:sldId id="262" r:id="rId27"/>
    <p:sldId id="264" r:id="rId28"/>
    <p:sldId id="265" r:id="rId29"/>
    <p:sldId id="263" r:id="rId30"/>
    <p:sldId id="304" r:id="rId31"/>
    <p:sldId id="305" r:id="rId32"/>
    <p:sldId id="306" r:id="rId33"/>
    <p:sldId id="272" r:id="rId34"/>
    <p:sldId id="279" r:id="rId35"/>
    <p:sldId id="281" r:id="rId36"/>
    <p:sldId id="370" r:id="rId37"/>
    <p:sldId id="322" r:id="rId38"/>
    <p:sldId id="323" r:id="rId39"/>
    <p:sldId id="324" r:id="rId40"/>
    <p:sldId id="278" r:id="rId41"/>
    <p:sldId id="325" r:id="rId42"/>
    <p:sldId id="326" r:id="rId43"/>
    <p:sldId id="327" r:id="rId44"/>
    <p:sldId id="328" r:id="rId45"/>
    <p:sldId id="329" r:id="rId46"/>
    <p:sldId id="330" r:id="rId47"/>
    <p:sldId id="331" r:id="rId48"/>
    <p:sldId id="332" r:id="rId49"/>
    <p:sldId id="333" r:id="rId50"/>
    <p:sldId id="336" r:id="rId51"/>
    <p:sldId id="372" r:id="rId52"/>
    <p:sldId id="373" r:id="rId53"/>
    <p:sldId id="374" r:id="rId54"/>
    <p:sldId id="375" r:id="rId55"/>
    <p:sldId id="376" r:id="rId56"/>
    <p:sldId id="377" r:id="rId57"/>
    <p:sldId id="378" r:id="rId58"/>
    <p:sldId id="280" r:id="rId59"/>
    <p:sldId id="379" r:id="rId60"/>
    <p:sldId id="380" r:id="rId61"/>
    <p:sldId id="381" r:id="rId62"/>
    <p:sldId id="382" r:id="rId63"/>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DYx4UVQBwMKWREO73HzPOQ==" hashData="PRmftsqMd0wN3a0CihAnw9/qTppppUsFiUlUkdKZ7EVCKWZFYFnIu2tHYxut33TQof3xGXAZaUmh1U8AG5jkVg=="/>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90C2882-5361-45EB-BF96-8FF67600FA21}" type="datetimeFigureOut">
              <a:rPr lang="en-IN" smtClean="0"/>
              <a:t>14-02-2026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C350367-057D-4502-9986-9FDD12C3E21F}" type="slidenum">
              <a:rPr lang="en-IN" smtClean="0"/>
              <a:t>‹#›</a:t>
            </a:fld>
            <a:endParaRPr lang="en-IN"/>
          </a:p>
        </p:txBody>
      </p:sp>
    </p:spTree>
    <p:extLst>
      <p:ext uri="{BB962C8B-B14F-4D97-AF65-F5344CB8AC3E}">
        <p14:creationId xmlns:p14="http://schemas.microsoft.com/office/powerpoint/2010/main" val="3679229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46949FE-0CC1-4A81-8081-B5632FA580D3}" type="slidenum">
              <a:rPr lang="en-IN" smtClean="0"/>
              <a:t>15</a:t>
            </a:fld>
            <a:endParaRPr lang="en-IN"/>
          </a:p>
        </p:txBody>
      </p:sp>
    </p:spTree>
    <p:extLst>
      <p:ext uri="{BB962C8B-B14F-4D97-AF65-F5344CB8AC3E}">
        <p14:creationId xmlns:p14="http://schemas.microsoft.com/office/powerpoint/2010/main" val="1565697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1CB46F-4183-4B92-8328-6C21A81208C7}"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3222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74BE6-1AFA-40BB-B95C-D38058D99C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8B0E933-5312-4A65-92B6-720A2FC08C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47A5CA-2596-4776-B326-D3C15ECA7A83}"/>
              </a:ext>
            </a:extLst>
          </p:cNvPr>
          <p:cNvSpPr>
            <a:spLocks noGrp="1"/>
          </p:cNvSpPr>
          <p:nvPr>
            <p:ph type="dt" sz="half" idx="10"/>
          </p:nvPr>
        </p:nvSpPr>
        <p:spPr/>
        <p:txBody>
          <a:bodyPr/>
          <a:lstStyle/>
          <a:p>
            <a:fld id="{4AFF6653-A262-47D5-A9E6-730C1CA2D4BA}" type="datetime1">
              <a:rPr lang="en-IN" smtClean="0"/>
              <a:t>14-02-2026</a:t>
            </a:fld>
            <a:endParaRPr lang="en-US"/>
          </a:p>
        </p:txBody>
      </p:sp>
      <p:sp>
        <p:nvSpPr>
          <p:cNvPr id="5" name="Footer Placeholder 4">
            <a:extLst>
              <a:ext uri="{FF2B5EF4-FFF2-40B4-BE49-F238E27FC236}">
                <a16:creationId xmlns:a16="http://schemas.microsoft.com/office/drawing/2014/main" id="{A4E341E9-8542-40E6-A345-86E0FA960BBA}"/>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B1104737-B471-484C-B03B-23F99EACB8A0}"/>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226652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3B01C-6B60-4C41-9F27-C3A944E5BD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157F09-9DB0-4BFE-82BD-C3EF3132E8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DEB04E-D1AD-48C2-A20D-003480E6DC6F}"/>
              </a:ext>
            </a:extLst>
          </p:cNvPr>
          <p:cNvSpPr>
            <a:spLocks noGrp="1"/>
          </p:cNvSpPr>
          <p:nvPr>
            <p:ph type="dt" sz="half" idx="10"/>
          </p:nvPr>
        </p:nvSpPr>
        <p:spPr/>
        <p:txBody>
          <a:bodyPr/>
          <a:lstStyle/>
          <a:p>
            <a:fld id="{A8F60EA3-7E3D-4778-A840-3D8BEF6F30A4}" type="datetime1">
              <a:rPr lang="en-IN" smtClean="0"/>
              <a:t>14-02-2026</a:t>
            </a:fld>
            <a:endParaRPr lang="en-US"/>
          </a:p>
        </p:txBody>
      </p:sp>
      <p:sp>
        <p:nvSpPr>
          <p:cNvPr id="5" name="Footer Placeholder 4">
            <a:extLst>
              <a:ext uri="{FF2B5EF4-FFF2-40B4-BE49-F238E27FC236}">
                <a16:creationId xmlns:a16="http://schemas.microsoft.com/office/drawing/2014/main" id="{C38C1EF9-3C43-40A5-B215-AE83BF31ADBF}"/>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466997D1-4B76-4719-9172-B5888F90127F}"/>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036442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5CCDC-F11B-4364-BB72-BF56BDF324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5F8EFFE-6FB3-4F6D-BE11-264BE1C640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3BB134-B27A-4440-91AE-677DE36B40CB}"/>
              </a:ext>
            </a:extLst>
          </p:cNvPr>
          <p:cNvSpPr>
            <a:spLocks noGrp="1"/>
          </p:cNvSpPr>
          <p:nvPr>
            <p:ph type="dt" sz="half" idx="10"/>
          </p:nvPr>
        </p:nvSpPr>
        <p:spPr/>
        <p:txBody>
          <a:bodyPr/>
          <a:lstStyle/>
          <a:p>
            <a:fld id="{643FFA41-B426-4C1E-83E6-EBF513C449E0}" type="datetime1">
              <a:rPr lang="en-IN" smtClean="0"/>
              <a:t>14-02-2026</a:t>
            </a:fld>
            <a:endParaRPr lang="en-US"/>
          </a:p>
        </p:txBody>
      </p:sp>
      <p:sp>
        <p:nvSpPr>
          <p:cNvPr id="5" name="Footer Placeholder 4">
            <a:extLst>
              <a:ext uri="{FF2B5EF4-FFF2-40B4-BE49-F238E27FC236}">
                <a16:creationId xmlns:a16="http://schemas.microsoft.com/office/drawing/2014/main" id="{DA676841-D5E0-4844-8225-549E74C2DF4F}"/>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2FA2DE44-9740-43EA-9B8C-00E02A37AE2D}"/>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67534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6B7DE-C915-4D12-920F-1E8FCD75B9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B1C89F-4FD7-4896-8E33-1529E73676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270FBC8-DE66-4972-8085-978196504B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C58AC05-B7BF-41D1-88D0-24B654B0096D}"/>
              </a:ext>
            </a:extLst>
          </p:cNvPr>
          <p:cNvSpPr>
            <a:spLocks noGrp="1"/>
          </p:cNvSpPr>
          <p:nvPr>
            <p:ph type="dt" sz="half" idx="10"/>
          </p:nvPr>
        </p:nvSpPr>
        <p:spPr/>
        <p:txBody>
          <a:bodyPr/>
          <a:lstStyle/>
          <a:p>
            <a:fld id="{AE39AE87-E884-4FC9-AEE3-263360DCA020}" type="datetime1">
              <a:rPr lang="en-IN" smtClean="0"/>
              <a:t>14-02-2026</a:t>
            </a:fld>
            <a:endParaRPr lang="en-US"/>
          </a:p>
        </p:txBody>
      </p:sp>
      <p:sp>
        <p:nvSpPr>
          <p:cNvPr id="6" name="Footer Placeholder 5">
            <a:extLst>
              <a:ext uri="{FF2B5EF4-FFF2-40B4-BE49-F238E27FC236}">
                <a16:creationId xmlns:a16="http://schemas.microsoft.com/office/drawing/2014/main" id="{30848F1A-14E9-494A-9F39-864C0028CF06}"/>
              </a:ext>
            </a:extLst>
          </p:cNvPr>
          <p:cNvSpPr>
            <a:spLocks noGrp="1"/>
          </p:cNvSpPr>
          <p:nvPr>
            <p:ph type="ftr" sz="quarter" idx="11"/>
          </p:nvPr>
        </p:nvSpPr>
        <p:spPr/>
        <p:txBody>
          <a:bodyPr/>
          <a:lstStyle/>
          <a:p>
            <a:r>
              <a:rPr lang="en-US"/>
              <a:t>CHAITANYA R GAAJULA</a:t>
            </a:r>
            <a:endParaRPr lang="en-IN"/>
          </a:p>
        </p:txBody>
      </p:sp>
      <p:sp>
        <p:nvSpPr>
          <p:cNvPr id="7" name="Slide Number Placeholder 6">
            <a:extLst>
              <a:ext uri="{FF2B5EF4-FFF2-40B4-BE49-F238E27FC236}">
                <a16:creationId xmlns:a16="http://schemas.microsoft.com/office/drawing/2014/main" id="{79F9CE5E-0615-4956-9733-EEDBA096EAD4}"/>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66048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E4AE-19DE-4D89-B172-160253A6A0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145DA7-EDF5-4BFE-AA04-0ED4805EEE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EF7E3D-A1D6-4CE0-9DC1-0C2201FC64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1DFF031-C862-4508-8297-5C06B5A777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AECFF8-5280-4486-85F7-52DC6EFD05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0EAD589-413C-4D07-99A6-6B1D5C6E85C0}"/>
              </a:ext>
            </a:extLst>
          </p:cNvPr>
          <p:cNvSpPr>
            <a:spLocks noGrp="1"/>
          </p:cNvSpPr>
          <p:nvPr>
            <p:ph type="dt" sz="half" idx="10"/>
          </p:nvPr>
        </p:nvSpPr>
        <p:spPr/>
        <p:txBody>
          <a:bodyPr/>
          <a:lstStyle/>
          <a:p>
            <a:fld id="{BDFE5DD4-CFA8-46B8-8639-4C1DB44DC7BD}" type="datetime1">
              <a:rPr lang="en-IN" smtClean="0"/>
              <a:t>14-02-2026</a:t>
            </a:fld>
            <a:endParaRPr lang="en-US"/>
          </a:p>
        </p:txBody>
      </p:sp>
      <p:sp>
        <p:nvSpPr>
          <p:cNvPr id="8" name="Footer Placeholder 7">
            <a:extLst>
              <a:ext uri="{FF2B5EF4-FFF2-40B4-BE49-F238E27FC236}">
                <a16:creationId xmlns:a16="http://schemas.microsoft.com/office/drawing/2014/main" id="{DFB0D2E0-5FEB-4500-B22A-B353B5986F71}"/>
              </a:ext>
            </a:extLst>
          </p:cNvPr>
          <p:cNvSpPr>
            <a:spLocks noGrp="1"/>
          </p:cNvSpPr>
          <p:nvPr>
            <p:ph type="ftr" sz="quarter" idx="11"/>
          </p:nvPr>
        </p:nvSpPr>
        <p:spPr/>
        <p:txBody>
          <a:bodyPr/>
          <a:lstStyle/>
          <a:p>
            <a:r>
              <a:rPr lang="en-US"/>
              <a:t>CHAITANYA R GAAJULA</a:t>
            </a:r>
            <a:endParaRPr lang="en-IN"/>
          </a:p>
        </p:txBody>
      </p:sp>
      <p:sp>
        <p:nvSpPr>
          <p:cNvPr id="9" name="Slide Number Placeholder 8">
            <a:extLst>
              <a:ext uri="{FF2B5EF4-FFF2-40B4-BE49-F238E27FC236}">
                <a16:creationId xmlns:a16="http://schemas.microsoft.com/office/drawing/2014/main" id="{CDF9DEA6-1EF2-4D53-8A74-FA01F57132C3}"/>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073874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AE660-02AF-4342-B93D-E77FA9BEAA8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CA822C9-7798-4CB6-A844-4400C9EE73B4}"/>
              </a:ext>
            </a:extLst>
          </p:cNvPr>
          <p:cNvSpPr>
            <a:spLocks noGrp="1"/>
          </p:cNvSpPr>
          <p:nvPr>
            <p:ph type="dt" sz="half" idx="10"/>
          </p:nvPr>
        </p:nvSpPr>
        <p:spPr/>
        <p:txBody>
          <a:bodyPr/>
          <a:lstStyle/>
          <a:p>
            <a:fld id="{27BFCDEB-FF80-4B24-9DEB-665C5CCF65F7}" type="datetime1">
              <a:rPr lang="en-IN" smtClean="0"/>
              <a:t>14-02-2026</a:t>
            </a:fld>
            <a:endParaRPr lang="en-US"/>
          </a:p>
        </p:txBody>
      </p:sp>
      <p:sp>
        <p:nvSpPr>
          <p:cNvPr id="4" name="Footer Placeholder 3">
            <a:extLst>
              <a:ext uri="{FF2B5EF4-FFF2-40B4-BE49-F238E27FC236}">
                <a16:creationId xmlns:a16="http://schemas.microsoft.com/office/drawing/2014/main" id="{94EA656D-8419-4D40-8AED-A4CB5898FCB1}"/>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2D2BBAC0-2423-43E0-B7DB-DE2400B9B595}"/>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225789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5A91FF-3CA8-45C1-8ED8-6F3670CD7CDA}"/>
              </a:ext>
            </a:extLst>
          </p:cNvPr>
          <p:cNvSpPr>
            <a:spLocks noGrp="1"/>
          </p:cNvSpPr>
          <p:nvPr>
            <p:ph type="dt" sz="half" idx="10"/>
          </p:nvPr>
        </p:nvSpPr>
        <p:spPr/>
        <p:txBody>
          <a:bodyPr/>
          <a:lstStyle/>
          <a:p>
            <a:fld id="{32601F81-7D76-40E1-8138-50AC3436E930}" type="datetime1">
              <a:rPr lang="en-IN" smtClean="0"/>
              <a:t>14-02-2026</a:t>
            </a:fld>
            <a:endParaRPr lang="en-US"/>
          </a:p>
        </p:txBody>
      </p:sp>
      <p:sp>
        <p:nvSpPr>
          <p:cNvPr id="3" name="Footer Placeholder 2">
            <a:extLst>
              <a:ext uri="{FF2B5EF4-FFF2-40B4-BE49-F238E27FC236}">
                <a16:creationId xmlns:a16="http://schemas.microsoft.com/office/drawing/2014/main" id="{81791F8B-9626-4971-B04E-0B94EBA1A7E0}"/>
              </a:ext>
            </a:extLst>
          </p:cNvPr>
          <p:cNvSpPr>
            <a:spLocks noGrp="1"/>
          </p:cNvSpPr>
          <p:nvPr>
            <p:ph type="ftr" sz="quarter" idx="11"/>
          </p:nvPr>
        </p:nvSpPr>
        <p:spPr/>
        <p:txBody>
          <a:bodyPr/>
          <a:lstStyle/>
          <a:p>
            <a:r>
              <a:rPr lang="en-US"/>
              <a:t>CHAITANYA R GAAJULA</a:t>
            </a:r>
            <a:endParaRPr lang="en-IN"/>
          </a:p>
        </p:txBody>
      </p:sp>
      <p:sp>
        <p:nvSpPr>
          <p:cNvPr id="4" name="Slide Number Placeholder 3">
            <a:extLst>
              <a:ext uri="{FF2B5EF4-FFF2-40B4-BE49-F238E27FC236}">
                <a16:creationId xmlns:a16="http://schemas.microsoft.com/office/drawing/2014/main" id="{6F256A3B-7868-4704-88F8-741B0E25DC15}"/>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587491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0D696-949E-47C3-BB69-0E453749A4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23A8DE-C530-46D9-A5CA-88BD226D81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E7D976-6903-48C0-95C4-EE9E59ED9A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E1DCB8-52AB-448F-A087-3AB95E24BD9B}"/>
              </a:ext>
            </a:extLst>
          </p:cNvPr>
          <p:cNvSpPr>
            <a:spLocks noGrp="1"/>
          </p:cNvSpPr>
          <p:nvPr>
            <p:ph type="dt" sz="half" idx="10"/>
          </p:nvPr>
        </p:nvSpPr>
        <p:spPr/>
        <p:txBody>
          <a:bodyPr/>
          <a:lstStyle/>
          <a:p>
            <a:fld id="{D06D17BC-7AB2-4A53-BBD6-DFDA9AC6F4BF}" type="datetime1">
              <a:rPr lang="en-IN" smtClean="0"/>
              <a:t>14-02-2026</a:t>
            </a:fld>
            <a:endParaRPr lang="en-US"/>
          </a:p>
        </p:txBody>
      </p:sp>
      <p:sp>
        <p:nvSpPr>
          <p:cNvPr id="6" name="Footer Placeholder 5">
            <a:extLst>
              <a:ext uri="{FF2B5EF4-FFF2-40B4-BE49-F238E27FC236}">
                <a16:creationId xmlns:a16="http://schemas.microsoft.com/office/drawing/2014/main" id="{11AB0AAE-02A3-47AF-8454-81C2BBBBEA6A}"/>
              </a:ext>
            </a:extLst>
          </p:cNvPr>
          <p:cNvSpPr>
            <a:spLocks noGrp="1"/>
          </p:cNvSpPr>
          <p:nvPr>
            <p:ph type="ftr" sz="quarter" idx="11"/>
          </p:nvPr>
        </p:nvSpPr>
        <p:spPr/>
        <p:txBody>
          <a:bodyPr/>
          <a:lstStyle/>
          <a:p>
            <a:r>
              <a:rPr lang="en-US"/>
              <a:t>CHAITANYA R GAAJULA</a:t>
            </a:r>
            <a:endParaRPr lang="en-IN"/>
          </a:p>
        </p:txBody>
      </p:sp>
      <p:sp>
        <p:nvSpPr>
          <p:cNvPr id="7" name="Slide Number Placeholder 6">
            <a:extLst>
              <a:ext uri="{FF2B5EF4-FFF2-40B4-BE49-F238E27FC236}">
                <a16:creationId xmlns:a16="http://schemas.microsoft.com/office/drawing/2014/main" id="{CDF20629-7998-4A3D-AA2B-D7D777D0CEA3}"/>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370028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EE12B-C8DC-4B6B-A997-989BACBFEB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2D69325-ED77-40B4-AA8A-2250E60392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B371D43-3B27-4C44-BB73-895B93CC4B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53E655-0591-45C0-88FC-82554485A89B}"/>
              </a:ext>
            </a:extLst>
          </p:cNvPr>
          <p:cNvSpPr>
            <a:spLocks noGrp="1"/>
          </p:cNvSpPr>
          <p:nvPr>
            <p:ph type="dt" sz="half" idx="10"/>
          </p:nvPr>
        </p:nvSpPr>
        <p:spPr/>
        <p:txBody>
          <a:bodyPr/>
          <a:lstStyle/>
          <a:p>
            <a:fld id="{2A96DEF8-3AA7-49EC-BB74-12DDD8B599E2}" type="datetime1">
              <a:rPr lang="en-IN" smtClean="0"/>
              <a:t>14-02-2026</a:t>
            </a:fld>
            <a:endParaRPr lang="en-US"/>
          </a:p>
        </p:txBody>
      </p:sp>
      <p:sp>
        <p:nvSpPr>
          <p:cNvPr id="6" name="Footer Placeholder 5">
            <a:extLst>
              <a:ext uri="{FF2B5EF4-FFF2-40B4-BE49-F238E27FC236}">
                <a16:creationId xmlns:a16="http://schemas.microsoft.com/office/drawing/2014/main" id="{93F69720-0206-4669-82C6-3CB75063764A}"/>
              </a:ext>
            </a:extLst>
          </p:cNvPr>
          <p:cNvSpPr>
            <a:spLocks noGrp="1"/>
          </p:cNvSpPr>
          <p:nvPr>
            <p:ph type="ftr" sz="quarter" idx="11"/>
          </p:nvPr>
        </p:nvSpPr>
        <p:spPr/>
        <p:txBody>
          <a:bodyPr/>
          <a:lstStyle/>
          <a:p>
            <a:r>
              <a:rPr lang="en-US"/>
              <a:t>CHAITANYA R GAAJULA</a:t>
            </a:r>
            <a:endParaRPr lang="en-IN"/>
          </a:p>
        </p:txBody>
      </p:sp>
      <p:sp>
        <p:nvSpPr>
          <p:cNvPr id="7" name="Slide Number Placeholder 6">
            <a:extLst>
              <a:ext uri="{FF2B5EF4-FFF2-40B4-BE49-F238E27FC236}">
                <a16:creationId xmlns:a16="http://schemas.microsoft.com/office/drawing/2014/main" id="{BABF15D9-9A00-41CF-AF19-CEBE153370EC}"/>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063877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56EB9-69AF-4DA8-91F2-39E8AEA2981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E55CF4-9397-4DC0-A711-1687A5B2B3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CC3ADD-37EC-4378-BCD6-7A9441BACEB0}"/>
              </a:ext>
            </a:extLst>
          </p:cNvPr>
          <p:cNvSpPr>
            <a:spLocks noGrp="1"/>
          </p:cNvSpPr>
          <p:nvPr>
            <p:ph type="dt" sz="half" idx="10"/>
          </p:nvPr>
        </p:nvSpPr>
        <p:spPr/>
        <p:txBody>
          <a:bodyPr/>
          <a:lstStyle/>
          <a:p>
            <a:fld id="{06FD0946-310A-4026-9614-5E8358963774}" type="datetime1">
              <a:rPr lang="en-IN" smtClean="0"/>
              <a:t>14-02-2026</a:t>
            </a:fld>
            <a:endParaRPr lang="en-US"/>
          </a:p>
        </p:txBody>
      </p:sp>
      <p:sp>
        <p:nvSpPr>
          <p:cNvPr id="5" name="Footer Placeholder 4">
            <a:extLst>
              <a:ext uri="{FF2B5EF4-FFF2-40B4-BE49-F238E27FC236}">
                <a16:creationId xmlns:a16="http://schemas.microsoft.com/office/drawing/2014/main" id="{C4954DBD-30D2-4F18-925C-F6D14B87EA6F}"/>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13BCF9B6-AC58-473A-A358-A7442A01F781}"/>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85100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2C17D6-5A1A-47C8-B8AD-2EC8045DAB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340FFD-A7B1-415C-9188-A7AB9E1D41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BF0865-0730-45EB-A7C8-862456EAC9C0}"/>
              </a:ext>
            </a:extLst>
          </p:cNvPr>
          <p:cNvSpPr>
            <a:spLocks noGrp="1"/>
          </p:cNvSpPr>
          <p:nvPr>
            <p:ph type="dt" sz="half" idx="10"/>
          </p:nvPr>
        </p:nvSpPr>
        <p:spPr/>
        <p:txBody>
          <a:bodyPr/>
          <a:lstStyle/>
          <a:p>
            <a:fld id="{8F5CB078-3DF9-47D2-9023-FD4138C51464}" type="datetime1">
              <a:rPr lang="en-IN" smtClean="0"/>
              <a:t>14-02-2026</a:t>
            </a:fld>
            <a:endParaRPr lang="en-US"/>
          </a:p>
        </p:txBody>
      </p:sp>
      <p:sp>
        <p:nvSpPr>
          <p:cNvPr id="5" name="Footer Placeholder 4">
            <a:extLst>
              <a:ext uri="{FF2B5EF4-FFF2-40B4-BE49-F238E27FC236}">
                <a16:creationId xmlns:a16="http://schemas.microsoft.com/office/drawing/2014/main" id="{52C97034-0DC5-4999-82C3-95CB78224211}"/>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AEBCE392-41E1-480C-A90D-3DC77CBEDFA8}"/>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054001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553998"/>
          </a:xfrm>
          <a:prstGeom prst="rect">
            <a:avLst/>
          </a:prstGeom>
        </p:spPr>
        <p:txBody>
          <a:bodyPr wrap="square" lIns="0" tIns="0" rIns="0" bIns="0">
            <a:spAutoFit/>
          </a:bodyPr>
          <a:lstStyle>
            <a:lvl1pPr>
              <a:defRPr>
                <a:solidFill>
                  <a:schemeClr val="tx1"/>
                </a:solidFill>
              </a:defRPr>
            </a:lvl1pPr>
          </a:lstStyle>
          <a:p>
            <a:endParaRPr dirty="0"/>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R GAAJULA</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E4D9F2C3-CCBD-496C-8248-DC0523344F44}" type="datetime1">
              <a:rPr lang="en-IN" smtClean="0"/>
              <a:t>14-02-2026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206279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hasCustomPrompt="1"/>
          </p:nvPr>
        </p:nvSpPr>
        <p:spPr/>
        <p:txBody>
          <a:bodyPr lIns="0" tIns="0" rIns="0" bIns="0"/>
          <a:lstStyle>
            <a:lvl1pPr>
              <a:defRPr sz="3600" b="0" i="0">
                <a:solidFill>
                  <a:schemeClr val="tx1"/>
                </a:solidFill>
                <a:latin typeface="Century Gothic"/>
                <a:cs typeface="Century Gothic"/>
              </a:defRPr>
            </a:lvl1pPr>
          </a:lstStyle>
          <a:p>
            <a:r>
              <a:rPr lang="en-IN" dirty="0" err="1"/>
              <a:t>sclks</a:t>
            </a:r>
            <a:endParaRPr dirty="0"/>
          </a:p>
        </p:txBody>
      </p:sp>
      <p:sp>
        <p:nvSpPr>
          <p:cNvPr id="3" name="Holder 3"/>
          <p:cNvSpPr>
            <a:spLocks noGrp="1"/>
          </p:cNvSpPr>
          <p:nvPr>
            <p:ph type="body" idx="1"/>
          </p:nvPr>
        </p:nvSpPr>
        <p:spPr>
          <a:xfrm>
            <a:off x="541121" y="1636902"/>
            <a:ext cx="11109756" cy="276999"/>
          </a:xfrm>
        </p:spPr>
        <p:txBody>
          <a:bodyPr lIns="0" tIns="0" rIns="0" bIns="0"/>
          <a:lstStyle>
            <a:lvl1pPr>
              <a:defRPr b="0" i="0">
                <a:solidFill>
                  <a:schemeClr val="tx1"/>
                </a:solidFil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R GAAJULA</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F1D1E5EE-3A3E-4DF7-B1DA-F87BE2087361}" type="datetime1">
              <a:rPr lang="en-IN" smtClean="0"/>
              <a:t>14-02-2026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25629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hasCustomPrompt="1"/>
          </p:nvPr>
        </p:nvSpPr>
        <p:spPr/>
        <p:txBody>
          <a:bodyPr lIns="0" tIns="0" rIns="0" bIns="0"/>
          <a:lstStyle>
            <a:lvl1pPr>
              <a:defRPr sz="3600" b="0" i="0">
                <a:solidFill>
                  <a:schemeClr val="tx1"/>
                </a:solidFill>
                <a:latin typeface="Century Gothic"/>
                <a:cs typeface="Century Gothic"/>
              </a:defRPr>
            </a:lvl1pPr>
          </a:lstStyle>
          <a:p>
            <a:r>
              <a:rPr lang="en-IN" dirty="0"/>
              <a:t>slide</a:t>
            </a:r>
            <a:endParaRPr dirty="0"/>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R GAAJULA</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EACE28FA-B069-458A-8014-AF00C0ECD8B8}" type="datetime1">
              <a:rPr lang="en-IN" smtClean="0"/>
              <a:t>14-02-2026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664206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234517C-7FE4-4DAC-AAA2-10D5612AF5AC}"/>
              </a:ext>
            </a:extLst>
          </p:cNvPr>
          <p:cNvSpPr>
            <a:spLocks noGrp="1"/>
          </p:cNvSpPr>
          <p:nvPr>
            <p:ph type="title"/>
          </p:nvPr>
        </p:nvSpPr>
        <p:spPr>
          <a:xfrm>
            <a:off x="3923791" y="3237687"/>
            <a:ext cx="4344416" cy="1107996"/>
          </a:xfrm>
        </p:spPr>
        <p:txBody>
          <a:bodyPr/>
          <a:lstStyle>
            <a:lvl1pPr>
              <a:defRPr>
                <a:solidFill>
                  <a:schemeClr val="tx1"/>
                </a:solidFill>
              </a:defRPr>
            </a:lvl1pPr>
          </a:lstStyle>
          <a:p>
            <a:r>
              <a:rPr lang="en-US" dirty="0"/>
              <a:t>Click to edit Master title style</a:t>
            </a:r>
            <a:endParaRPr lang="en-IN" dirty="0"/>
          </a:p>
        </p:txBody>
      </p:sp>
    </p:spTree>
    <p:extLst>
      <p:ext uri="{BB962C8B-B14F-4D97-AF65-F5344CB8AC3E}">
        <p14:creationId xmlns:p14="http://schemas.microsoft.com/office/powerpoint/2010/main" val="118383296"/>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R GAAJULA</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3617DC86-6565-4993-A539-01139AEB5906}" type="datetime1">
              <a:rPr lang="en-IN" smtClean="0"/>
              <a:t>14-02-2026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7239392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73C3D-90F2-4E2F-97C0-3CEA83AE22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57EE15C-878A-408D-8785-E678D14058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9FBF7E0-C7A1-45C7-BD59-3D41FAC11862}"/>
              </a:ext>
            </a:extLst>
          </p:cNvPr>
          <p:cNvSpPr>
            <a:spLocks noGrp="1"/>
          </p:cNvSpPr>
          <p:nvPr>
            <p:ph type="dt" sz="half" idx="10"/>
          </p:nvPr>
        </p:nvSpPr>
        <p:spPr/>
        <p:txBody>
          <a:bodyPr/>
          <a:lstStyle/>
          <a:p>
            <a:fld id="{84364408-DC82-40CB-B573-0889343F828A}" type="datetime1">
              <a:rPr lang="en-IN" smtClean="0"/>
              <a:t>14-02-2026</a:t>
            </a:fld>
            <a:endParaRPr lang="en-IN"/>
          </a:p>
        </p:txBody>
      </p:sp>
      <p:sp>
        <p:nvSpPr>
          <p:cNvPr id="5" name="Footer Placeholder 4">
            <a:extLst>
              <a:ext uri="{FF2B5EF4-FFF2-40B4-BE49-F238E27FC236}">
                <a16:creationId xmlns:a16="http://schemas.microsoft.com/office/drawing/2014/main" id="{11F2A9D6-3401-4F31-A59A-4AE553A5AE7A}"/>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74808681-0C9F-49A7-8A89-C6185FBEC56A}"/>
              </a:ext>
            </a:extLst>
          </p:cNvPr>
          <p:cNvSpPr>
            <a:spLocks noGrp="1"/>
          </p:cNvSpPr>
          <p:nvPr>
            <p:ph type="sldNum" sz="quarter" idx="12"/>
          </p:nvPr>
        </p:nvSpPr>
        <p:spPr/>
        <p:txBody>
          <a:bodyPr/>
          <a:lstStyle/>
          <a:p>
            <a:fld id="{D78CF7DD-D6A3-4452-AF4B-4E834F6C2ED2}" type="slidenum">
              <a:rPr lang="en-IN" smtClean="0"/>
              <a:t>‹#›</a:t>
            </a:fld>
            <a:endParaRPr lang="en-IN"/>
          </a:p>
        </p:txBody>
      </p:sp>
    </p:spTree>
    <p:extLst>
      <p:ext uri="{BB962C8B-B14F-4D97-AF65-F5344CB8AC3E}">
        <p14:creationId xmlns:p14="http://schemas.microsoft.com/office/powerpoint/2010/main" val="18321412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B0867-7A87-497B-8530-F1AB85DDE2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A63F47-CA95-43C3-B114-6397B45E2C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278C4A-D761-480C-AD4A-80BEED7A934E}"/>
              </a:ext>
            </a:extLst>
          </p:cNvPr>
          <p:cNvSpPr>
            <a:spLocks noGrp="1"/>
          </p:cNvSpPr>
          <p:nvPr>
            <p:ph type="dt" sz="half" idx="10"/>
          </p:nvPr>
        </p:nvSpPr>
        <p:spPr/>
        <p:txBody>
          <a:bodyPr/>
          <a:lstStyle/>
          <a:p>
            <a:fld id="{8610E221-7074-43CB-86DE-16347E23120C}" type="datetime1">
              <a:rPr lang="en-IN" smtClean="0"/>
              <a:t>14-02-2026</a:t>
            </a:fld>
            <a:endParaRPr lang="en-IN"/>
          </a:p>
        </p:txBody>
      </p:sp>
      <p:sp>
        <p:nvSpPr>
          <p:cNvPr id="5" name="Footer Placeholder 4">
            <a:extLst>
              <a:ext uri="{FF2B5EF4-FFF2-40B4-BE49-F238E27FC236}">
                <a16:creationId xmlns:a16="http://schemas.microsoft.com/office/drawing/2014/main" id="{C09C7484-EFF1-43F5-80BE-FCFF3EF85D25}"/>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27A4BDD7-BB36-40E1-9A8F-B9D9B043A10B}"/>
              </a:ext>
            </a:extLst>
          </p:cNvPr>
          <p:cNvSpPr>
            <a:spLocks noGrp="1"/>
          </p:cNvSpPr>
          <p:nvPr>
            <p:ph type="sldNum" sz="quarter" idx="12"/>
          </p:nvPr>
        </p:nvSpPr>
        <p:spPr/>
        <p:txBody>
          <a:bodyPr/>
          <a:lstStyle/>
          <a:p>
            <a:fld id="{D78CF7DD-D6A3-4452-AF4B-4E834F6C2ED2}" type="slidenum">
              <a:rPr lang="en-IN" smtClean="0"/>
              <a:t>‹#›</a:t>
            </a:fld>
            <a:endParaRPr lang="en-IN"/>
          </a:p>
        </p:txBody>
      </p:sp>
    </p:spTree>
    <p:extLst>
      <p:ext uri="{BB962C8B-B14F-4D97-AF65-F5344CB8AC3E}">
        <p14:creationId xmlns:p14="http://schemas.microsoft.com/office/powerpoint/2010/main" val="11024506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E8A4E-A1A2-444F-9F69-A9EF640ECE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7B725EF-6F0B-4F6A-AA9B-AFCAD8FD61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7C6D87-CEB4-48A6-BCDD-0D7038A80D2B}"/>
              </a:ext>
            </a:extLst>
          </p:cNvPr>
          <p:cNvSpPr>
            <a:spLocks noGrp="1"/>
          </p:cNvSpPr>
          <p:nvPr>
            <p:ph type="dt" sz="half" idx="10"/>
          </p:nvPr>
        </p:nvSpPr>
        <p:spPr/>
        <p:txBody>
          <a:bodyPr/>
          <a:lstStyle/>
          <a:p>
            <a:fld id="{0FA1E800-5FD6-4531-B24D-4154B2B43A6F}" type="datetime1">
              <a:rPr lang="en-IN" smtClean="0"/>
              <a:t>14-02-2026</a:t>
            </a:fld>
            <a:endParaRPr lang="en-IN"/>
          </a:p>
        </p:txBody>
      </p:sp>
      <p:sp>
        <p:nvSpPr>
          <p:cNvPr id="5" name="Footer Placeholder 4">
            <a:extLst>
              <a:ext uri="{FF2B5EF4-FFF2-40B4-BE49-F238E27FC236}">
                <a16:creationId xmlns:a16="http://schemas.microsoft.com/office/drawing/2014/main" id="{64AA8D94-0000-442B-8DF0-F03A33DF18A1}"/>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16869D17-797B-4836-879C-9F2A4A775D52}"/>
              </a:ext>
            </a:extLst>
          </p:cNvPr>
          <p:cNvSpPr>
            <a:spLocks noGrp="1"/>
          </p:cNvSpPr>
          <p:nvPr>
            <p:ph type="sldNum" sz="quarter" idx="12"/>
          </p:nvPr>
        </p:nvSpPr>
        <p:spPr/>
        <p:txBody>
          <a:bodyPr/>
          <a:lstStyle/>
          <a:p>
            <a:fld id="{D78CF7DD-D6A3-4452-AF4B-4E834F6C2ED2}" type="slidenum">
              <a:rPr lang="en-IN" smtClean="0"/>
              <a:t>‹#›</a:t>
            </a:fld>
            <a:endParaRPr lang="en-IN"/>
          </a:p>
        </p:txBody>
      </p:sp>
    </p:spTree>
    <p:extLst>
      <p:ext uri="{BB962C8B-B14F-4D97-AF65-F5344CB8AC3E}">
        <p14:creationId xmlns:p14="http://schemas.microsoft.com/office/powerpoint/2010/main" val="28556532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6852C-C67B-48A9-A253-C37A94E661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DA3F64-BF8D-4B75-BC50-67FA8FE0AC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92CEE2-B7C4-46B2-BF66-2AF2607F03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D90CED8-3821-4536-880B-DDDAFAD957DC}"/>
              </a:ext>
            </a:extLst>
          </p:cNvPr>
          <p:cNvSpPr>
            <a:spLocks noGrp="1"/>
          </p:cNvSpPr>
          <p:nvPr>
            <p:ph type="dt" sz="half" idx="10"/>
          </p:nvPr>
        </p:nvSpPr>
        <p:spPr/>
        <p:txBody>
          <a:bodyPr/>
          <a:lstStyle/>
          <a:p>
            <a:fld id="{3AAC189B-1F44-4BE0-B4B1-7640BCAEAFD2}" type="datetime1">
              <a:rPr lang="en-IN" smtClean="0"/>
              <a:t>14-02-2026</a:t>
            </a:fld>
            <a:endParaRPr lang="en-IN"/>
          </a:p>
        </p:txBody>
      </p:sp>
      <p:sp>
        <p:nvSpPr>
          <p:cNvPr id="6" name="Footer Placeholder 5">
            <a:extLst>
              <a:ext uri="{FF2B5EF4-FFF2-40B4-BE49-F238E27FC236}">
                <a16:creationId xmlns:a16="http://schemas.microsoft.com/office/drawing/2014/main" id="{E65797D2-8302-4E28-B3B9-E4A4A8F2A358}"/>
              </a:ext>
            </a:extLst>
          </p:cNvPr>
          <p:cNvSpPr>
            <a:spLocks noGrp="1"/>
          </p:cNvSpPr>
          <p:nvPr>
            <p:ph type="ftr" sz="quarter" idx="11"/>
          </p:nvPr>
        </p:nvSpPr>
        <p:spPr/>
        <p:txBody>
          <a:bodyPr/>
          <a:lstStyle/>
          <a:p>
            <a:r>
              <a:rPr lang="en-US"/>
              <a:t>CHAITANYA R GAAJULA</a:t>
            </a:r>
            <a:endParaRPr lang="en-IN"/>
          </a:p>
        </p:txBody>
      </p:sp>
      <p:sp>
        <p:nvSpPr>
          <p:cNvPr id="7" name="Slide Number Placeholder 6">
            <a:extLst>
              <a:ext uri="{FF2B5EF4-FFF2-40B4-BE49-F238E27FC236}">
                <a16:creationId xmlns:a16="http://schemas.microsoft.com/office/drawing/2014/main" id="{703B497A-A707-461C-9E23-533CD5732622}"/>
              </a:ext>
            </a:extLst>
          </p:cNvPr>
          <p:cNvSpPr>
            <a:spLocks noGrp="1"/>
          </p:cNvSpPr>
          <p:nvPr>
            <p:ph type="sldNum" sz="quarter" idx="12"/>
          </p:nvPr>
        </p:nvSpPr>
        <p:spPr/>
        <p:txBody>
          <a:bodyPr/>
          <a:lstStyle/>
          <a:p>
            <a:fld id="{D78CF7DD-D6A3-4452-AF4B-4E834F6C2ED2}" type="slidenum">
              <a:rPr lang="en-IN" smtClean="0"/>
              <a:t>‹#›</a:t>
            </a:fld>
            <a:endParaRPr lang="en-IN"/>
          </a:p>
        </p:txBody>
      </p:sp>
    </p:spTree>
    <p:extLst>
      <p:ext uri="{BB962C8B-B14F-4D97-AF65-F5344CB8AC3E}">
        <p14:creationId xmlns:p14="http://schemas.microsoft.com/office/powerpoint/2010/main" val="1824100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A05B2-639C-46FE-8577-A5463A3EE97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A3955F-FBAD-41CA-876D-462EF803EE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1517E3-16C8-440D-A71C-66CEFCB48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3409A57-C6B1-4857-B3F3-FAC52A6AF8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E09D98-CDD5-4424-8C59-91AFEE8EBC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84CD577-DBF2-40D6-A9E3-00C8F5414BF3}"/>
              </a:ext>
            </a:extLst>
          </p:cNvPr>
          <p:cNvSpPr>
            <a:spLocks noGrp="1"/>
          </p:cNvSpPr>
          <p:nvPr>
            <p:ph type="dt" sz="half" idx="10"/>
          </p:nvPr>
        </p:nvSpPr>
        <p:spPr/>
        <p:txBody>
          <a:bodyPr/>
          <a:lstStyle/>
          <a:p>
            <a:fld id="{3A8F0285-9C6B-4FD6-A8BC-2ED1DD9F94C0}" type="datetime1">
              <a:rPr lang="en-IN" smtClean="0"/>
              <a:t>14-02-2026</a:t>
            </a:fld>
            <a:endParaRPr lang="en-IN"/>
          </a:p>
        </p:txBody>
      </p:sp>
      <p:sp>
        <p:nvSpPr>
          <p:cNvPr id="8" name="Footer Placeholder 7">
            <a:extLst>
              <a:ext uri="{FF2B5EF4-FFF2-40B4-BE49-F238E27FC236}">
                <a16:creationId xmlns:a16="http://schemas.microsoft.com/office/drawing/2014/main" id="{D7AB4EE8-6C4B-4447-9FBA-CA6BCAC8252B}"/>
              </a:ext>
            </a:extLst>
          </p:cNvPr>
          <p:cNvSpPr>
            <a:spLocks noGrp="1"/>
          </p:cNvSpPr>
          <p:nvPr>
            <p:ph type="ftr" sz="quarter" idx="11"/>
          </p:nvPr>
        </p:nvSpPr>
        <p:spPr/>
        <p:txBody>
          <a:bodyPr/>
          <a:lstStyle/>
          <a:p>
            <a:r>
              <a:rPr lang="en-US"/>
              <a:t>CHAITANYA R GAAJULA</a:t>
            </a:r>
            <a:endParaRPr lang="en-IN"/>
          </a:p>
        </p:txBody>
      </p:sp>
      <p:sp>
        <p:nvSpPr>
          <p:cNvPr id="9" name="Slide Number Placeholder 8">
            <a:extLst>
              <a:ext uri="{FF2B5EF4-FFF2-40B4-BE49-F238E27FC236}">
                <a16:creationId xmlns:a16="http://schemas.microsoft.com/office/drawing/2014/main" id="{CAF04973-4942-47D9-BD8C-6E7750108E16}"/>
              </a:ext>
            </a:extLst>
          </p:cNvPr>
          <p:cNvSpPr>
            <a:spLocks noGrp="1"/>
          </p:cNvSpPr>
          <p:nvPr>
            <p:ph type="sldNum" sz="quarter" idx="12"/>
          </p:nvPr>
        </p:nvSpPr>
        <p:spPr/>
        <p:txBody>
          <a:bodyPr/>
          <a:lstStyle/>
          <a:p>
            <a:fld id="{D78CF7DD-D6A3-4452-AF4B-4E834F6C2ED2}" type="slidenum">
              <a:rPr lang="en-IN" smtClean="0"/>
              <a:t>‹#›</a:t>
            </a:fld>
            <a:endParaRPr lang="en-IN"/>
          </a:p>
        </p:txBody>
      </p:sp>
    </p:spTree>
    <p:extLst>
      <p:ext uri="{BB962C8B-B14F-4D97-AF65-F5344CB8AC3E}">
        <p14:creationId xmlns:p14="http://schemas.microsoft.com/office/powerpoint/2010/main" val="31192220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B89EC-230B-4370-9AB8-3E866DEF5C0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3ED5A2B-8CBA-4369-9B7F-2F610B10B552}"/>
              </a:ext>
            </a:extLst>
          </p:cNvPr>
          <p:cNvSpPr>
            <a:spLocks noGrp="1"/>
          </p:cNvSpPr>
          <p:nvPr>
            <p:ph type="dt" sz="half" idx="10"/>
          </p:nvPr>
        </p:nvSpPr>
        <p:spPr/>
        <p:txBody>
          <a:bodyPr/>
          <a:lstStyle/>
          <a:p>
            <a:fld id="{522A0248-5453-4A9E-B3EC-C37396B8E3F4}" type="datetime1">
              <a:rPr lang="en-IN" smtClean="0"/>
              <a:t>14-02-2026</a:t>
            </a:fld>
            <a:endParaRPr lang="en-IN"/>
          </a:p>
        </p:txBody>
      </p:sp>
      <p:sp>
        <p:nvSpPr>
          <p:cNvPr id="4" name="Footer Placeholder 3">
            <a:extLst>
              <a:ext uri="{FF2B5EF4-FFF2-40B4-BE49-F238E27FC236}">
                <a16:creationId xmlns:a16="http://schemas.microsoft.com/office/drawing/2014/main" id="{6F3FA9A2-1302-47AD-A877-9F19AE712131}"/>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9498026E-CED5-4350-981E-82D96EC4F55F}"/>
              </a:ext>
            </a:extLst>
          </p:cNvPr>
          <p:cNvSpPr>
            <a:spLocks noGrp="1"/>
          </p:cNvSpPr>
          <p:nvPr>
            <p:ph type="sldNum" sz="quarter" idx="12"/>
          </p:nvPr>
        </p:nvSpPr>
        <p:spPr/>
        <p:txBody>
          <a:bodyPr/>
          <a:lstStyle/>
          <a:p>
            <a:fld id="{D78CF7DD-D6A3-4452-AF4B-4E834F6C2ED2}" type="slidenum">
              <a:rPr lang="en-IN" smtClean="0"/>
              <a:t>‹#›</a:t>
            </a:fld>
            <a:endParaRPr lang="en-IN"/>
          </a:p>
        </p:txBody>
      </p:sp>
    </p:spTree>
    <p:extLst>
      <p:ext uri="{BB962C8B-B14F-4D97-AF65-F5344CB8AC3E}">
        <p14:creationId xmlns:p14="http://schemas.microsoft.com/office/powerpoint/2010/main" val="30427768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0E6904-5C4E-4702-85A1-AB2919A44AF0}"/>
              </a:ext>
            </a:extLst>
          </p:cNvPr>
          <p:cNvSpPr>
            <a:spLocks noGrp="1"/>
          </p:cNvSpPr>
          <p:nvPr>
            <p:ph type="dt" sz="half" idx="10"/>
          </p:nvPr>
        </p:nvSpPr>
        <p:spPr/>
        <p:txBody>
          <a:bodyPr/>
          <a:lstStyle/>
          <a:p>
            <a:fld id="{01ECE295-1935-4B03-B6BB-F831DB4AAC78}" type="datetime1">
              <a:rPr lang="en-IN" smtClean="0"/>
              <a:t>14-02-2026</a:t>
            </a:fld>
            <a:endParaRPr lang="en-IN"/>
          </a:p>
        </p:txBody>
      </p:sp>
      <p:sp>
        <p:nvSpPr>
          <p:cNvPr id="3" name="Footer Placeholder 2">
            <a:extLst>
              <a:ext uri="{FF2B5EF4-FFF2-40B4-BE49-F238E27FC236}">
                <a16:creationId xmlns:a16="http://schemas.microsoft.com/office/drawing/2014/main" id="{88437A87-A029-407C-9DF7-5CB18C61CED1}"/>
              </a:ext>
            </a:extLst>
          </p:cNvPr>
          <p:cNvSpPr>
            <a:spLocks noGrp="1"/>
          </p:cNvSpPr>
          <p:nvPr>
            <p:ph type="ftr" sz="quarter" idx="11"/>
          </p:nvPr>
        </p:nvSpPr>
        <p:spPr/>
        <p:txBody>
          <a:bodyPr/>
          <a:lstStyle/>
          <a:p>
            <a:r>
              <a:rPr lang="en-US"/>
              <a:t>CHAITANYA R GAAJULA</a:t>
            </a:r>
            <a:endParaRPr lang="en-IN"/>
          </a:p>
        </p:txBody>
      </p:sp>
      <p:sp>
        <p:nvSpPr>
          <p:cNvPr id="4" name="Slide Number Placeholder 3">
            <a:extLst>
              <a:ext uri="{FF2B5EF4-FFF2-40B4-BE49-F238E27FC236}">
                <a16:creationId xmlns:a16="http://schemas.microsoft.com/office/drawing/2014/main" id="{57E22DDE-97C3-40B9-A7D5-4D3CCBBEB133}"/>
              </a:ext>
            </a:extLst>
          </p:cNvPr>
          <p:cNvSpPr>
            <a:spLocks noGrp="1"/>
          </p:cNvSpPr>
          <p:nvPr>
            <p:ph type="sldNum" sz="quarter" idx="12"/>
          </p:nvPr>
        </p:nvSpPr>
        <p:spPr/>
        <p:txBody>
          <a:bodyPr/>
          <a:lstStyle/>
          <a:p>
            <a:fld id="{D78CF7DD-D6A3-4452-AF4B-4E834F6C2ED2}" type="slidenum">
              <a:rPr lang="en-IN" smtClean="0"/>
              <a:t>‹#›</a:t>
            </a:fld>
            <a:endParaRPr lang="en-IN"/>
          </a:p>
        </p:txBody>
      </p:sp>
    </p:spTree>
    <p:extLst>
      <p:ext uri="{BB962C8B-B14F-4D97-AF65-F5344CB8AC3E}">
        <p14:creationId xmlns:p14="http://schemas.microsoft.com/office/powerpoint/2010/main" val="24478437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E1656-C137-4D72-AB60-A34EFA0566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37B02F2-A01A-4E3F-94E6-C7EBE1FC7F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530E614-C87B-42F6-B8A5-B2B573D844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4AEB21-5542-470A-AC19-97E09367C520}"/>
              </a:ext>
            </a:extLst>
          </p:cNvPr>
          <p:cNvSpPr>
            <a:spLocks noGrp="1"/>
          </p:cNvSpPr>
          <p:nvPr>
            <p:ph type="dt" sz="half" idx="10"/>
          </p:nvPr>
        </p:nvSpPr>
        <p:spPr/>
        <p:txBody>
          <a:bodyPr/>
          <a:lstStyle/>
          <a:p>
            <a:fld id="{3F953988-392F-446A-A544-1E9A644B8944}" type="datetime1">
              <a:rPr lang="en-IN" smtClean="0"/>
              <a:t>14-02-2026</a:t>
            </a:fld>
            <a:endParaRPr lang="en-IN"/>
          </a:p>
        </p:txBody>
      </p:sp>
      <p:sp>
        <p:nvSpPr>
          <p:cNvPr id="6" name="Footer Placeholder 5">
            <a:extLst>
              <a:ext uri="{FF2B5EF4-FFF2-40B4-BE49-F238E27FC236}">
                <a16:creationId xmlns:a16="http://schemas.microsoft.com/office/drawing/2014/main" id="{21ECD9E1-71F6-45C2-A7C2-9C6C20EC7E16}"/>
              </a:ext>
            </a:extLst>
          </p:cNvPr>
          <p:cNvSpPr>
            <a:spLocks noGrp="1"/>
          </p:cNvSpPr>
          <p:nvPr>
            <p:ph type="ftr" sz="quarter" idx="11"/>
          </p:nvPr>
        </p:nvSpPr>
        <p:spPr/>
        <p:txBody>
          <a:bodyPr/>
          <a:lstStyle/>
          <a:p>
            <a:r>
              <a:rPr lang="en-US"/>
              <a:t>CHAITANYA R GAAJULA</a:t>
            </a:r>
            <a:endParaRPr lang="en-IN"/>
          </a:p>
        </p:txBody>
      </p:sp>
      <p:sp>
        <p:nvSpPr>
          <p:cNvPr id="7" name="Slide Number Placeholder 6">
            <a:extLst>
              <a:ext uri="{FF2B5EF4-FFF2-40B4-BE49-F238E27FC236}">
                <a16:creationId xmlns:a16="http://schemas.microsoft.com/office/drawing/2014/main" id="{EB9836A7-7B73-4BFE-9172-1930686387D6}"/>
              </a:ext>
            </a:extLst>
          </p:cNvPr>
          <p:cNvSpPr>
            <a:spLocks noGrp="1"/>
          </p:cNvSpPr>
          <p:nvPr>
            <p:ph type="sldNum" sz="quarter" idx="12"/>
          </p:nvPr>
        </p:nvSpPr>
        <p:spPr/>
        <p:txBody>
          <a:bodyPr/>
          <a:lstStyle/>
          <a:p>
            <a:fld id="{D78CF7DD-D6A3-4452-AF4B-4E834F6C2ED2}" type="slidenum">
              <a:rPr lang="en-IN" smtClean="0"/>
              <a:t>‹#›</a:t>
            </a:fld>
            <a:endParaRPr lang="en-IN"/>
          </a:p>
        </p:txBody>
      </p:sp>
    </p:spTree>
    <p:extLst>
      <p:ext uri="{BB962C8B-B14F-4D97-AF65-F5344CB8AC3E}">
        <p14:creationId xmlns:p14="http://schemas.microsoft.com/office/powerpoint/2010/main" val="6909660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99BE9-1AC3-4171-9B6C-FFC2701733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3178FA9-1205-454E-977D-02DA976A88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B72EBEB-9F05-4408-8CBF-AF6D6A59E5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BCBC4C-15C1-4C3E-8306-F1EBA52C2377}"/>
              </a:ext>
            </a:extLst>
          </p:cNvPr>
          <p:cNvSpPr>
            <a:spLocks noGrp="1"/>
          </p:cNvSpPr>
          <p:nvPr>
            <p:ph type="dt" sz="half" idx="10"/>
          </p:nvPr>
        </p:nvSpPr>
        <p:spPr/>
        <p:txBody>
          <a:bodyPr/>
          <a:lstStyle/>
          <a:p>
            <a:fld id="{2972061F-6425-402A-B545-5CF485A23474}" type="datetime1">
              <a:rPr lang="en-IN" smtClean="0"/>
              <a:t>14-02-2026</a:t>
            </a:fld>
            <a:endParaRPr lang="en-IN"/>
          </a:p>
        </p:txBody>
      </p:sp>
      <p:sp>
        <p:nvSpPr>
          <p:cNvPr id="6" name="Footer Placeholder 5">
            <a:extLst>
              <a:ext uri="{FF2B5EF4-FFF2-40B4-BE49-F238E27FC236}">
                <a16:creationId xmlns:a16="http://schemas.microsoft.com/office/drawing/2014/main" id="{F264F0E7-FEBA-4BDF-87A7-EEEC3E763D05}"/>
              </a:ext>
            </a:extLst>
          </p:cNvPr>
          <p:cNvSpPr>
            <a:spLocks noGrp="1"/>
          </p:cNvSpPr>
          <p:nvPr>
            <p:ph type="ftr" sz="quarter" idx="11"/>
          </p:nvPr>
        </p:nvSpPr>
        <p:spPr/>
        <p:txBody>
          <a:bodyPr/>
          <a:lstStyle/>
          <a:p>
            <a:r>
              <a:rPr lang="en-US"/>
              <a:t>CHAITANYA R GAAJULA</a:t>
            </a:r>
            <a:endParaRPr lang="en-IN"/>
          </a:p>
        </p:txBody>
      </p:sp>
      <p:sp>
        <p:nvSpPr>
          <p:cNvPr id="7" name="Slide Number Placeholder 6">
            <a:extLst>
              <a:ext uri="{FF2B5EF4-FFF2-40B4-BE49-F238E27FC236}">
                <a16:creationId xmlns:a16="http://schemas.microsoft.com/office/drawing/2014/main" id="{5CA6B45D-1B38-444A-8FBC-E203B4A58296}"/>
              </a:ext>
            </a:extLst>
          </p:cNvPr>
          <p:cNvSpPr>
            <a:spLocks noGrp="1"/>
          </p:cNvSpPr>
          <p:nvPr>
            <p:ph type="sldNum" sz="quarter" idx="12"/>
          </p:nvPr>
        </p:nvSpPr>
        <p:spPr/>
        <p:txBody>
          <a:bodyPr/>
          <a:lstStyle/>
          <a:p>
            <a:fld id="{D78CF7DD-D6A3-4452-AF4B-4E834F6C2ED2}" type="slidenum">
              <a:rPr lang="en-IN" smtClean="0"/>
              <a:t>‹#›</a:t>
            </a:fld>
            <a:endParaRPr lang="en-IN"/>
          </a:p>
        </p:txBody>
      </p:sp>
    </p:spTree>
    <p:extLst>
      <p:ext uri="{BB962C8B-B14F-4D97-AF65-F5344CB8AC3E}">
        <p14:creationId xmlns:p14="http://schemas.microsoft.com/office/powerpoint/2010/main" val="39292556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C16B0-A496-44E9-95C7-726E206B5A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735146-D7A5-4709-BEA3-1119B04207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C9075D-E21D-457B-BFF8-FE6D65203629}"/>
              </a:ext>
            </a:extLst>
          </p:cNvPr>
          <p:cNvSpPr>
            <a:spLocks noGrp="1"/>
          </p:cNvSpPr>
          <p:nvPr>
            <p:ph type="dt" sz="half" idx="10"/>
          </p:nvPr>
        </p:nvSpPr>
        <p:spPr/>
        <p:txBody>
          <a:bodyPr/>
          <a:lstStyle/>
          <a:p>
            <a:fld id="{4FC7A692-99AF-4C06-A834-6AF4AFB944BC}" type="datetime1">
              <a:rPr lang="en-IN" smtClean="0"/>
              <a:t>14-02-2026</a:t>
            </a:fld>
            <a:endParaRPr lang="en-IN"/>
          </a:p>
        </p:txBody>
      </p:sp>
      <p:sp>
        <p:nvSpPr>
          <p:cNvPr id="5" name="Footer Placeholder 4">
            <a:extLst>
              <a:ext uri="{FF2B5EF4-FFF2-40B4-BE49-F238E27FC236}">
                <a16:creationId xmlns:a16="http://schemas.microsoft.com/office/drawing/2014/main" id="{DBEE24E3-63DB-4377-879E-049DC64D49FF}"/>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8F3CC021-C0EC-4A3F-8390-6EF0C827217B}"/>
              </a:ext>
            </a:extLst>
          </p:cNvPr>
          <p:cNvSpPr>
            <a:spLocks noGrp="1"/>
          </p:cNvSpPr>
          <p:nvPr>
            <p:ph type="sldNum" sz="quarter" idx="12"/>
          </p:nvPr>
        </p:nvSpPr>
        <p:spPr/>
        <p:txBody>
          <a:bodyPr/>
          <a:lstStyle/>
          <a:p>
            <a:fld id="{D78CF7DD-D6A3-4452-AF4B-4E834F6C2ED2}" type="slidenum">
              <a:rPr lang="en-IN" smtClean="0"/>
              <a:t>‹#›</a:t>
            </a:fld>
            <a:endParaRPr lang="en-IN"/>
          </a:p>
        </p:txBody>
      </p:sp>
    </p:spTree>
    <p:extLst>
      <p:ext uri="{BB962C8B-B14F-4D97-AF65-F5344CB8AC3E}">
        <p14:creationId xmlns:p14="http://schemas.microsoft.com/office/powerpoint/2010/main" val="3389391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C5A443-70AF-47A8-B3FF-202C6BC013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379C14-C144-406F-9C20-BA5406AB5E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226AF1-BFD7-4CB5-B022-C19BB1B9DFA0}"/>
              </a:ext>
            </a:extLst>
          </p:cNvPr>
          <p:cNvSpPr>
            <a:spLocks noGrp="1"/>
          </p:cNvSpPr>
          <p:nvPr>
            <p:ph type="dt" sz="half" idx="10"/>
          </p:nvPr>
        </p:nvSpPr>
        <p:spPr/>
        <p:txBody>
          <a:bodyPr/>
          <a:lstStyle/>
          <a:p>
            <a:fld id="{9F5D06DF-A963-48D9-9A38-98512EA8AFA4}" type="datetime1">
              <a:rPr lang="en-IN" smtClean="0"/>
              <a:t>14-02-2026</a:t>
            </a:fld>
            <a:endParaRPr lang="en-IN"/>
          </a:p>
        </p:txBody>
      </p:sp>
      <p:sp>
        <p:nvSpPr>
          <p:cNvPr id="5" name="Footer Placeholder 4">
            <a:extLst>
              <a:ext uri="{FF2B5EF4-FFF2-40B4-BE49-F238E27FC236}">
                <a16:creationId xmlns:a16="http://schemas.microsoft.com/office/drawing/2014/main" id="{6C0B7A4F-92E1-45B1-A346-B28FCFD835B4}"/>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283B8DA7-3844-4730-8084-8D37145249B2}"/>
              </a:ext>
            </a:extLst>
          </p:cNvPr>
          <p:cNvSpPr>
            <a:spLocks noGrp="1"/>
          </p:cNvSpPr>
          <p:nvPr>
            <p:ph type="sldNum" sz="quarter" idx="12"/>
          </p:nvPr>
        </p:nvSpPr>
        <p:spPr/>
        <p:txBody>
          <a:bodyPr/>
          <a:lstStyle/>
          <a:p>
            <a:fld id="{D78CF7DD-D6A3-4452-AF4B-4E834F6C2ED2}" type="slidenum">
              <a:rPr lang="en-IN" smtClean="0"/>
              <a:t>‹#›</a:t>
            </a:fld>
            <a:endParaRPr lang="en-IN"/>
          </a:p>
        </p:txBody>
      </p:sp>
    </p:spTree>
    <p:extLst>
      <p:ext uri="{BB962C8B-B14F-4D97-AF65-F5344CB8AC3E}">
        <p14:creationId xmlns:p14="http://schemas.microsoft.com/office/powerpoint/2010/main" val="3824834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png"/><Relationship Id="rId3" Type="http://schemas.openxmlformats.org/officeDocument/2006/relationships/slideLayout" Target="../slideLayouts/slideLayout14.xml"/><Relationship Id="rId7" Type="http://schemas.openxmlformats.org/officeDocument/2006/relationships/image" Target="../media/image1.jpg"/><Relationship Id="rId12" Type="http://schemas.openxmlformats.org/officeDocument/2006/relationships/image" Target="../media/image6.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11" Type="http://schemas.openxmlformats.org/officeDocument/2006/relationships/image" Target="../media/image5.png"/><Relationship Id="rId5" Type="http://schemas.openxmlformats.org/officeDocument/2006/relationships/slideLayout" Target="../slideLayouts/slideLayout16.xml"/><Relationship Id="rId10" Type="http://schemas.openxmlformats.org/officeDocument/2006/relationships/image" Target="../media/image4.png"/><Relationship Id="rId4" Type="http://schemas.openxmlformats.org/officeDocument/2006/relationships/slideLayout" Target="../slideLayouts/slideLayout15.xml"/><Relationship Id="rId9"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8BBC63-6FA6-42AB-9BCF-AE0E982A24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668980-1D68-4856-BDEC-2B0A68023C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09A35B-CBC1-463F-AC1A-075C9B768F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0E45D7-04B3-4477-97C4-8A4ED62C2DA2}" type="datetime1">
              <a:rPr lang="en-IN" smtClean="0"/>
              <a:t>14-02-2026</a:t>
            </a:fld>
            <a:endParaRPr lang="en-US"/>
          </a:p>
        </p:txBody>
      </p:sp>
      <p:sp>
        <p:nvSpPr>
          <p:cNvPr id="5" name="Footer Placeholder 4">
            <a:extLst>
              <a:ext uri="{FF2B5EF4-FFF2-40B4-BE49-F238E27FC236}">
                <a16:creationId xmlns:a16="http://schemas.microsoft.com/office/drawing/2014/main" id="{D4EFBE5D-B2BB-4D5F-9D88-AED8C0D376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CHAITANYA R GAAJULA</a:t>
            </a:r>
            <a:endParaRPr lang="en-IN"/>
          </a:p>
        </p:txBody>
      </p:sp>
      <p:sp>
        <p:nvSpPr>
          <p:cNvPr id="6" name="Slide Number Placeholder 5">
            <a:extLst>
              <a:ext uri="{FF2B5EF4-FFF2-40B4-BE49-F238E27FC236}">
                <a16:creationId xmlns:a16="http://schemas.microsoft.com/office/drawing/2014/main" id="{71CC9DB2-38BB-4C5F-9E26-7AF548A655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383255240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999"/>
          </a:xfrm>
          <a:prstGeom prst="rect">
            <a:avLst/>
          </a:prstGeom>
          <a:blipFill>
            <a:blip r:embed="rId7" cstate="print"/>
            <a:stretch>
              <a:fillRect/>
            </a:stretch>
          </a:blipFill>
        </p:spPr>
        <p:txBody>
          <a:bodyPr wrap="square" lIns="0" tIns="0" rIns="0" bIns="0" rtlCol="0"/>
          <a:lstStyle/>
          <a:p>
            <a:endParaRPr/>
          </a:p>
        </p:txBody>
      </p:sp>
      <p:sp>
        <p:nvSpPr>
          <p:cNvPr id="17" name="bg object 17"/>
          <p:cNvSpPr/>
          <p:nvPr/>
        </p:nvSpPr>
        <p:spPr>
          <a:xfrm>
            <a:off x="0" y="2670047"/>
            <a:ext cx="4035552" cy="4187950"/>
          </a:xfrm>
          <a:prstGeom prst="rect">
            <a:avLst/>
          </a:prstGeom>
          <a:blipFill>
            <a:blip r:embed="rId8" cstate="print"/>
            <a:stretch>
              <a:fillRect/>
            </a:stretch>
          </a:blipFill>
        </p:spPr>
        <p:txBody>
          <a:bodyPr wrap="square" lIns="0" tIns="0" rIns="0" bIns="0" rtlCol="0"/>
          <a:lstStyle/>
          <a:p>
            <a:endParaRPr/>
          </a:p>
        </p:txBody>
      </p:sp>
      <p:sp>
        <p:nvSpPr>
          <p:cNvPr id="18" name="bg object 18"/>
          <p:cNvSpPr/>
          <p:nvPr/>
        </p:nvSpPr>
        <p:spPr>
          <a:xfrm>
            <a:off x="0" y="2892551"/>
            <a:ext cx="1520951" cy="2365248"/>
          </a:xfrm>
          <a:prstGeom prst="rect">
            <a:avLst/>
          </a:prstGeom>
          <a:blipFill>
            <a:blip r:embed="rId9" cstate="print"/>
            <a:stretch>
              <a:fillRect/>
            </a:stretch>
          </a:blipFill>
        </p:spPr>
        <p:txBody>
          <a:bodyPr wrap="square" lIns="0" tIns="0" rIns="0" bIns="0" rtlCol="0"/>
          <a:lstStyle/>
          <a:p>
            <a:endParaRPr/>
          </a:p>
        </p:txBody>
      </p:sp>
      <p:sp>
        <p:nvSpPr>
          <p:cNvPr id="19" name="bg object 19"/>
          <p:cNvSpPr/>
          <p:nvPr/>
        </p:nvSpPr>
        <p:spPr>
          <a:xfrm>
            <a:off x="8607552" y="1676400"/>
            <a:ext cx="2819400" cy="2819400"/>
          </a:xfrm>
          <a:prstGeom prst="rect">
            <a:avLst/>
          </a:prstGeom>
          <a:blipFill>
            <a:blip r:embed="rId10" cstate="print"/>
            <a:stretch>
              <a:fillRect/>
            </a:stretch>
          </a:blipFill>
        </p:spPr>
        <p:txBody>
          <a:bodyPr wrap="square" lIns="0" tIns="0" rIns="0" bIns="0" rtlCol="0"/>
          <a:lstStyle/>
          <a:p>
            <a:endParaRPr/>
          </a:p>
        </p:txBody>
      </p:sp>
      <p:sp>
        <p:nvSpPr>
          <p:cNvPr id="20" name="bg object 20"/>
          <p:cNvSpPr/>
          <p:nvPr/>
        </p:nvSpPr>
        <p:spPr>
          <a:xfrm>
            <a:off x="7997952" y="0"/>
            <a:ext cx="1606296" cy="1139952"/>
          </a:xfrm>
          <a:prstGeom prst="rect">
            <a:avLst/>
          </a:prstGeom>
          <a:blipFill>
            <a:blip r:embed="rId11" cstate="print"/>
            <a:stretch>
              <a:fillRect/>
            </a:stretch>
          </a:blipFill>
        </p:spPr>
        <p:txBody>
          <a:bodyPr wrap="square" lIns="0" tIns="0" rIns="0" bIns="0" rtlCol="0"/>
          <a:lstStyle/>
          <a:p>
            <a:endParaRPr/>
          </a:p>
        </p:txBody>
      </p:sp>
      <p:sp>
        <p:nvSpPr>
          <p:cNvPr id="21" name="bg object 21"/>
          <p:cNvSpPr/>
          <p:nvPr/>
        </p:nvSpPr>
        <p:spPr>
          <a:xfrm>
            <a:off x="8604504" y="6095999"/>
            <a:ext cx="993648" cy="761999"/>
          </a:xfrm>
          <a:prstGeom prst="rect">
            <a:avLst/>
          </a:prstGeom>
          <a:blipFill>
            <a:blip r:embed="rId12" cstate="print"/>
            <a:stretch>
              <a:fillRect/>
            </a:stretch>
          </a:blipFill>
        </p:spPr>
        <p:txBody>
          <a:bodyPr wrap="square" lIns="0" tIns="0" rIns="0" bIns="0" rtlCol="0"/>
          <a:lstStyle/>
          <a:p>
            <a:endParaRPr/>
          </a:p>
        </p:txBody>
      </p:sp>
      <p:sp>
        <p:nvSpPr>
          <p:cNvPr id="22" name="bg object 22"/>
          <p:cNvSpPr/>
          <p:nvPr/>
        </p:nvSpPr>
        <p:spPr>
          <a:xfrm>
            <a:off x="10393680" y="0"/>
            <a:ext cx="768857" cy="1207770"/>
          </a:xfrm>
          <a:prstGeom prst="rect">
            <a:avLst/>
          </a:prstGeom>
          <a:blipFill>
            <a:blip r:embed="rId13" cstate="print"/>
            <a:stretch>
              <a:fillRect/>
            </a:stretch>
          </a:blipFill>
        </p:spPr>
        <p:txBody>
          <a:bodyPr wrap="square" lIns="0" tIns="0" rIns="0" bIns="0" rtlCol="0"/>
          <a:lstStyle/>
          <a:p>
            <a:endParaRPr/>
          </a:p>
        </p:txBody>
      </p:sp>
      <p:sp>
        <p:nvSpPr>
          <p:cNvPr id="23" name="bg object 23"/>
          <p:cNvSpPr/>
          <p:nvPr/>
        </p:nvSpPr>
        <p:spPr>
          <a:xfrm>
            <a:off x="10436352" y="0"/>
            <a:ext cx="685800" cy="1143000"/>
          </a:xfrm>
          <a:custGeom>
            <a:avLst/>
            <a:gdLst/>
            <a:ahLst/>
            <a:cxnLst/>
            <a:rect l="l" t="t" r="r" b="b"/>
            <a:pathLst>
              <a:path w="685800" h="1143000">
                <a:moveTo>
                  <a:pt x="685800" y="0"/>
                </a:moveTo>
                <a:lnTo>
                  <a:pt x="0" y="0"/>
                </a:lnTo>
                <a:lnTo>
                  <a:pt x="0" y="1143000"/>
                </a:lnTo>
                <a:lnTo>
                  <a:pt x="685800" y="1143000"/>
                </a:lnTo>
                <a:lnTo>
                  <a:pt x="685800" y="0"/>
                </a:lnTo>
                <a:close/>
              </a:path>
            </a:pathLst>
          </a:custGeom>
          <a:solidFill>
            <a:srgbClr val="AF1512"/>
          </a:solidFill>
        </p:spPr>
        <p:txBody>
          <a:bodyPr wrap="square" lIns="0" tIns="0" rIns="0" bIns="0" rtlCol="0"/>
          <a:lstStyle/>
          <a:p>
            <a:endParaRPr/>
          </a:p>
        </p:txBody>
      </p:sp>
      <p:sp>
        <p:nvSpPr>
          <p:cNvPr id="2" name="Holder 2"/>
          <p:cNvSpPr>
            <a:spLocks noGrp="1"/>
          </p:cNvSpPr>
          <p:nvPr>
            <p:ph type="title"/>
          </p:nvPr>
        </p:nvSpPr>
        <p:spPr>
          <a:xfrm>
            <a:off x="3923791" y="3237687"/>
            <a:ext cx="4344416" cy="574675"/>
          </a:xfrm>
          <a:prstGeom prst="rect">
            <a:avLst/>
          </a:prstGeom>
        </p:spPr>
        <p:txBody>
          <a:bodyPr wrap="square" lIns="0" tIns="0" rIns="0" bIns="0">
            <a:spAutoFit/>
          </a:bodyPr>
          <a:lstStyle>
            <a:lvl1pPr>
              <a:defRPr sz="3600" b="0" i="0">
                <a:solidFill>
                  <a:schemeClr val="bg1"/>
                </a:solidFill>
                <a:latin typeface="Century Gothic"/>
                <a:cs typeface="Century Gothic"/>
              </a:defRPr>
            </a:lvl1pPr>
          </a:lstStyle>
          <a:p>
            <a:r>
              <a:rPr lang="en-IN" dirty="0" err="1"/>
              <a:t>lkaksmxas</a:t>
            </a:r>
            <a:r>
              <a:rPr lang="en-IN" dirty="0"/>
              <a:t>;</a:t>
            </a:r>
            <a:endParaRPr dirty="0"/>
          </a:p>
        </p:txBody>
      </p:sp>
      <p:sp>
        <p:nvSpPr>
          <p:cNvPr id="3" name="Holder 3"/>
          <p:cNvSpPr>
            <a:spLocks noGrp="1"/>
          </p:cNvSpPr>
          <p:nvPr>
            <p:ph type="body" idx="1"/>
          </p:nvPr>
        </p:nvSpPr>
        <p:spPr>
          <a:xfrm>
            <a:off x="541121" y="1636902"/>
            <a:ext cx="11109756" cy="276999"/>
          </a:xfrm>
          <a:prstGeom prst="rect">
            <a:avLst/>
          </a:prstGeom>
        </p:spPr>
        <p:txBody>
          <a:bodyPr wrap="square" lIns="0" tIns="0" rIns="0" bIns="0">
            <a:spAutoFit/>
          </a:bodyPr>
          <a:lstStyle>
            <a:lvl1pPr>
              <a:defRPr b="0" i="0">
                <a:solidFill>
                  <a:schemeClr val="tx1"/>
                </a:solidFill>
              </a:defRPr>
            </a:lvl1pPr>
          </a:lstStyle>
          <a:p>
            <a:endParaRPr dirty="0"/>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r>
              <a:rPr lang="en-US"/>
              <a:t>CHAITANYA R GAAJULA</a:t>
            </a:r>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A8162B2B-0249-45AB-9572-83D991DBA723}" type="datetime1">
              <a:rPr lang="en-IN" smtClean="0"/>
              <a:t>14-02-2026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1989382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Lst>
  <p:hf hdr="0" dt="0"/>
  <p:txStyles>
    <p:titleStyle>
      <a:lvl1pPr>
        <a:defRPr>
          <a:solidFill>
            <a:schemeClr val="tx1"/>
          </a:solidFill>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C30C8C-7E75-45A2-ABEA-F0C6FD3C38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66CBB0-5EED-40F5-82C4-6A503C7B1C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94E310-FE90-402F-B803-999937B5E4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48999A-FF70-46BE-A9F9-24ACF37CF2A5}" type="datetime1">
              <a:rPr lang="en-IN" smtClean="0"/>
              <a:t>14-02-2026</a:t>
            </a:fld>
            <a:endParaRPr lang="en-IN"/>
          </a:p>
        </p:txBody>
      </p:sp>
      <p:sp>
        <p:nvSpPr>
          <p:cNvPr id="5" name="Footer Placeholder 4">
            <a:extLst>
              <a:ext uri="{FF2B5EF4-FFF2-40B4-BE49-F238E27FC236}">
                <a16:creationId xmlns:a16="http://schemas.microsoft.com/office/drawing/2014/main" id="{B902E22E-72FE-4FEE-AEA2-1EF92F2493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CHAITANYA R GAAJULA</a:t>
            </a:r>
            <a:endParaRPr lang="en-IN"/>
          </a:p>
        </p:txBody>
      </p:sp>
      <p:sp>
        <p:nvSpPr>
          <p:cNvPr id="6" name="Slide Number Placeholder 5">
            <a:extLst>
              <a:ext uri="{FF2B5EF4-FFF2-40B4-BE49-F238E27FC236}">
                <a16:creationId xmlns:a16="http://schemas.microsoft.com/office/drawing/2014/main" id="{62AFF773-3CA4-47E8-A978-B29270B0A8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8CF7DD-D6A3-4452-AF4B-4E834F6C2ED2}" type="slidenum">
              <a:rPr lang="en-IN" smtClean="0"/>
              <a:t>‹#›</a:t>
            </a:fld>
            <a:endParaRPr lang="en-IN"/>
          </a:p>
        </p:txBody>
      </p:sp>
    </p:spTree>
    <p:extLst>
      <p:ext uri="{BB962C8B-B14F-4D97-AF65-F5344CB8AC3E}">
        <p14:creationId xmlns:p14="http://schemas.microsoft.com/office/powerpoint/2010/main" val="91072282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hyperlink" Target="https://kubernetes.io/"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kubernetes.io/docs/tasks/access-application-cluster/web-ui-dashboard/"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kubernetes.io/docs/tasks/tools/install-minikube/" TargetMode="External"/><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kubernetes.io/docs/setup/production-environment/tools/kubeadm/create-cluster-kubead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26" Type="http://schemas.openxmlformats.org/officeDocument/2006/relationships/image" Target="../media/image41.png"/><Relationship Id="rId3" Type="http://schemas.openxmlformats.org/officeDocument/2006/relationships/image" Target="../media/image18.png"/><Relationship Id="rId21" Type="http://schemas.openxmlformats.org/officeDocument/2006/relationships/image" Target="../media/image36.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5" Type="http://schemas.openxmlformats.org/officeDocument/2006/relationships/image" Target="../media/image40.png"/><Relationship Id="rId2" Type="http://schemas.openxmlformats.org/officeDocument/2006/relationships/image" Target="../media/image17.png"/><Relationship Id="rId16" Type="http://schemas.openxmlformats.org/officeDocument/2006/relationships/image" Target="../media/image31.png"/><Relationship Id="rId20" Type="http://schemas.openxmlformats.org/officeDocument/2006/relationships/image" Target="../media/image35.png"/><Relationship Id="rId29" Type="http://schemas.openxmlformats.org/officeDocument/2006/relationships/image" Target="../media/image44.png"/><Relationship Id="rId1" Type="http://schemas.openxmlformats.org/officeDocument/2006/relationships/slideLayout" Target="../slideLayouts/slideLayout6.xml"/><Relationship Id="rId6" Type="http://schemas.openxmlformats.org/officeDocument/2006/relationships/image" Target="../media/image21.png"/><Relationship Id="rId11" Type="http://schemas.openxmlformats.org/officeDocument/2006/relationships/image" Target="../media/image26.png"/><Relationship Id="rId24" Type="http://schemas.openxmlformats.org/officeDocument/2006/relationships/image" Target="../media/image39.png"/><Relationship Id="rId32" Type="http://schemas.openxmlformats.org/officeDocument/2006/relationships/image" Target="../media/image47.png"/><Relationship Id="rId5" Type="http://schemas.openxmlformats.org/officeDocument/2006/relationships/image" Target="../media/image20.png"/><Relationship Id="rId15" Type="http://schemas.openxmlformats.org/officeDocument/2006/relationships/image" Target="../media/image30.png"/><Relationship Id="rId23" Type="http://schemas.openxmlformats.org/officeDocument/2006/relationships/image" Target="../media/image38.png"/><Relationship Id="rId28" Type="http://schemas.openxmlformats.org/officeDocument/2006/relationships/image" Target="../media/image43.png"/><Relationship Id="rId10" Type="http://schemas.openxmlformats.org/officeDocument/2006/relationships/image" Target="../media/image25.png"/><Relationship Id="rId19" Type="http://schemas.openxmlformats.org/officeDocument/2006/relationships/image" Target="../media/image34.png"/><Relationship Id="rId31" Type="http://schemas.openxmlformats.org/officeDocument/2006/relationships/image" Target="../media/image46.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 Id="rId22" Type="http://schemas.openxmlformats.org/officeDocument/2006/relationships/image" Target="../media/image37.png"/><Relationship Id="rId27" Type="http://schemas.openxmlformats.org/officeDocument/2006/relationships/image" Target="../media/image42.png"/><Relationship Id="rId30" Type="http://schemas.openxmlformats.org/officeDocument/2006/relationships/image" Target="../media/image4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hyperlink" Target="https://kubernetes.io/docs/concepts/overview/working-with-objects/labels/" TargetMode="External"/><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hyperlink" Target="https://kubernetes.io/blog/2016/08/security-best-practices-kubernetes-deployment/#:~:text=Security%20Best%20Practices%20for%20Kubernetes%20Deployment%201%20Ensure,...%203%20Create%20Administrative%20Boundaries%20between%20Resources.%20" TargetMode="Externa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eg"/><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2" Type="http://schemas.openxmlformats.org/officeDocument/2006/relationships/image" Target="../media/image71.jpg"/><Relationship Id="rId1" Type="http://schemas.openxmlformats.org/officeDocument/2006/relationships/slideLayout" Target="../slideLayouts/slideLayout2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81885" y="2942031"/>
            <a:ext cx="7221855" cy="695325"/>
          </a:xfrm>
          <a:prstGeom prst="rect">
            <a:avLst/>
          </a:prstGeom>
        </p:spPr>
        <p:txBody>
          <a:bodyPr vert="horz" wrap="square" lIns="0" tIns="12065" rIns="0" bIns="0" rtlCol="0">
            <a:spAutoFit/>
          </a:bodyPr>
          <a:lstStyle/>
          <a:p>
            <a:pPr marL="12700">
              <a:lnSpc>
                <a:spcPct val="100000"/>
              </a:lnSpc>
              <a:spcBef>
                <a:spcPts val="95"/>
              </a:spcBef>
            </a:pPr>
            <a:r>
              <a:rPr sz="4400" b="1" spc="-5" dirty="0"/>
              <a:t>Introduction </a:t>
            </a:r>
            <a:r>
              <a:rPr sz="4400" b="1" dirty="0"/>
              <a:t>to</a:t>
            </a:r>
            <a:r>
              <a:rPr sz="4400" b="1" spc="-80" dirty="0"/>
              <a:t> </a:t>
            </a:r>
            <a:r>
              <a:rPr sz="4400" b="1" spc="-5" dirty="0"/>
              <a:t>Kubernetes</a:t>
            </a:r>
            <a:endParaRPr sz="4400" b="1" dirty="0"/>
          </a:p>
        </p:txBody>
      </p:sp>
      <p:sp>
        <p:nvSpPr>
          <p:cNvPr id="3" name="Footer Placeholder 2">
            <a:extLst>
              <a:ext uri="{FF2B5EF4-FFF2-40B4-BE49-F238E27FC236}">
                <a16:creationId xmlns:a16="http://schemas.microsoft.com/office/drawing/2014/main" id="{141A5D93-FCC8-5B0C-8E91-BAF163B63961}"/>
              </a:ext>
            </a:extLst>
          </p:cNvPr>
          <p:cNvSpPr>
            <a:spLocks noGrp="1"/>
          </p:cNvSpPr>
          <p:nvPr>
            <p:ph type="ftr" sz="quarter" idx="11"/>
          </p:nvPr>
        </p:nvSpPr>
        <p:spPr/>
        <p:txBody>
          <a:bodyPr/>
          <a:lstStyle/>
          <a:p>
            <a:r>
              <a:rPr lang="en-US"/>
              <a:t>CHAITANYA R GAAJULA</a:t>
            </a:r>
            <a:endParaRPr lang="en-IN"/>
          </a:p>
        </p:txBody>
      </p:sp>
      <p:sp>
        <p:nvSpPr>
          <p:cNvPr id="4" name="Slide Number Placeholder 3">
            <a:extLst>
              <a:ext uri="{FF2B5EF4-FFF2-40B4-BE49-F238E27FC236}">
                <a16:creationId xmlns:a16="http://schemas.microsoft.com/office/drawing/2014/main" id="{D172C457-CAE7-A375-D911-E54E759ED8F9}"/>
              </a:ext>
            </a:extLst>
          </p:cNvPr>
          <p:cNvSpPr>
            <a:spLocks noGrp="1"/>
          </p:cNvSpPr>
          <p:nvPr>
            <p:ph type="sldNum" sz="quarter" idx="12"/>
          </p:nvPr>
        </p:nvSpPr>
        <p:spPr/>
        <p:txBody>
          <a:bodyPr/>
          <a:lstStyle/>
          <a:p>
            <a:fld id="{B6F15528-21DE-4FAA-801E-634DDDAF4B2B}" type="slidenum">
              <a:rPr lang="en-IN" smtClean="0"/>
              <a:t>1</a:t>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1524" y="474090"/>
            <a:ext cx="5250180" cy="665480"/>
          </a:xfrm>
          <a:prstGeom prst="rect">
            <a:avLst/>
          </a:prstGeom>
        </p:spPr>
        <p:txBody>
          <a:bodyPr vert="horz" wrap="square" lIns="0" tIns="12700" rIns="0" bIns="0" rtlCol="0">
            <a:spAutoFit/>
          </a:bodyPr>
          <a:lstStyle/>
          <a:p>
            <a:pPr marL="12700">
              <a:lnSpc>
                <a:spcPct val="100000"/>
              </a:lnSpc>
              <a:spcBef>
                <a:spcPts val="100"/>
              </a:spcBef>
            </a:pPr>
            <a:r>
              <a:rPr spc="-25" dirty="0">
                <a:solidFill>
                  <a:schemeClr val="tx1"/>
                </a:solidFill>
              </a:rPr>
              <a:t>What </a:t>
            </a:r>
            <a:r>
              <a:rPr spc="-5" dirty="0">
                <a:solidFill>
                  <a:schemeClr val="tx1"/>
                </a:solidFill>
              </a:rPr>
              <a:t>is</a:t>
            </a:r>
            <a:r>
              <a:rPr spc="65" dirty="0">
                <a:solidFill>
                  <a:schemeClr val="tx1"/>
                </a:solidFill>
              </a:rPr>
              <a:t> </a:t>
            </a:r>
            <a:r>
              <a:rPr spc="-5" dirty="0">
                <a:solidFill>
                  <a:schemeClr val="tx1"/>
                </a:solidFill>
              </a:rPr>
              <a:t>Kubernetes?</a:t>
            </a:r>
          </a:p>
        </p:txBody>
      </p:sp>
      <p:sp>
        <p:nvSpPr>
          <p:cNvPr id="3" name="object 3"/>
          <p:cNvSpPr txBox="1"/>
          <p:nvPr/>
        </p:nvSpPr>
        <p:spPr>
          <a:xfrm>
            <a:off x="304800" y="1540072"/>
            <a:ext cx="11983975" cy="2485937"/>
          </a:xfrm>
          <a:prstGeom prst="rect">
            <a:avLst/>
          </a:prstGeom>
        </p:spPr>
        <p:txBody>
          <a:bodyPr vert="horz" wrap="square" lIns="0" tIns="69850" rIns="0" bIns="0" rtlCol="0">
            <a:spAutoFit/>
          </a:bodyPr>
          <a:lstStyle/>
          <a:p>
            <a:pPr marL="356870" marR="469900" indent="-344805">
              <a:lnSpc>
                <a:spcPct val="80000"/>
              </a:lnSpc>
              <a:spcBef>
                <a:spcPts val="550"/>
              </a:spcBef>
              <a:buFont typeface="Wingdings" panose="05000000000000000000" pitchFamily="2" charset="2"/>
              <a:buChar char="§"/>
              <a:tabLst>
                <a:tab pos="356870" algn="l"/>
              </a:tabLst>
            </a:pPr>
            <a:r>
              <a:rPr sz="2200" spc="-10" dirty="0">
                <a:latin typeface="Calibri Light" panose="020F0302020204030204" pitchFamily="34" charset="0"/>
                <a:cs typeface="Calibri Light" panose="020F0302020204030204" pitchFamily="34" charset="0"/>
              </a:rPr>
              <a:t>Kubernetes </a:t>
            </a:r>
            <a:r>
              <a:rPr sz="2200" spc="-15" dirty="0">
                <a:latin typeface="Calibri Light" panose="020F0302020204030204" pitchFamily="34" charset="0"/>
                <a:cs typeface="Calibri Light" panose="020F0302020204030204" pitchFamily="34" charset="0"/>
              </a:rPr>
              <a:t>(K8s) </a:t>
            </a:r>
            <a:r>
              <a:rPr sz="2200" spc="-5" dirty="0">
                <a:latin typeface="Calibri Light" panose="020F0302020204030204" pitchFamily="34" charset="0"/>
                <a:cs typeface="Calibri Light" panose="020F0302020204030204" pitchFamily="34" charset="0"/>
              </a:rPr>
              <a:t>is </a:t>
            </a:r>
            <a:r>
              <a:rPr sz="2200" spc="-10" dirty="0">
                <a:latin typeface="Calibri Light" panose="020F0302020204030204" pitchFamily="34" charset="0"/>
                <a:cs typeface="Calibri Light" panose="020F0302020204030204" pitchFamily="34" charset="0"/>
              </a:rPr>
              <a:t>an </a:t>
            </a:r>
            <a:r>
              <a:rPr sz="2200" spc="-5" dirty="0">
                <a:latin typeface="Calibri Light" panose="020F0302020204030204" pitchFamily="34" charset="0"/>
                <a:cs typeface="Calibri Light" panose="020F0302020204030204" pitchFamily="34" charset="0"/>
              </a:rPr>
              <a:t>open-source </a:t>
            </a:r>
            <a:r>
              <a:rPr sz="2200" spc="-15" dirty="0">
                <a:latin typeface="Calibri Light" panose="020F0302020204030204" pitchFamily="34" charset="0"/>
                <a:cs typeface="Calibri Light" panose="020F0302020204030204" pitchFamily="34" charset="0"/>
              </a:rPr>
              <a:t>system </a:t>
            </a:r>
            <a:r>
              <a:rPr sz="2200" dirty="0">
                <a:latin typeface="Calibri Light" panose="020F0302020204030204" pitchFamily="34" charset="0"/>
                <a:cs typeface="Calibri Light" panose="020F0302020204030204" pitchFamily="34" charset="0"/>
              </a:rPr>
              <a:t>for </a:t>
            </a:r>
            <a:r>
              <a:rPr sz="2200" spc="-15" dirty="0">
                <a:latin typeface="Calibri Light" panose="020F0302020204030204" pitchFamily="34" charset="0"/>
                <a:cs typeface="Calibri Light" panose="020F0302020204030204" pitchFamily="34" charset="0"/>
              </a:rPr>
              <a:t>automating </a:t>
            </a:r>
            <a:r>
              <a:rPr sz="2200" spc="-10" dirty="0">
                <a:latin typeface="Calibri Light" panose="020F0302020204030204" pitchFamily="34" charset="0"/>
                <a:cs typeface="Calibri Light" panose="020F0302020204030204" pitchFamily="34" charset="0"/>
              </a:rPr>
              <a:t>deployment, </a:t>
            </a:r>
            <a:r>
              <a:rPr sz="2200" spc="-5" dirty="0">
                <a:latin typeface="Calibri Light" panose="020F0302020204030204" pitchFamily="34" charset="0"/>
                <a:cs typeface="Calibri Light" panose="020F0302020204030204" pitchFamily="34" charset="0"/>
              </a:rPr>
              <a:t>scaling </a:t>
            </a:r>
            <a:r>
              <a:rPr sz="2200" spc="-10" dirty="0">
                <a:latin typeface="Calibri Light" panose="020F0302020204030204" pitchFamily="34" charset="0"/>
                <a:cs typeface="Calibri Light" panose="020F0302020204030204" pitchFamily="34" charset="0"/>
              </a:rPr>
              <a:t>and </a:t>
            </a:r>
            <a:r>
              <a:rPr sz="2200" spc="-5" dirty="0">
                <a:latin typeface="Calibri Light" panose="020F0302020204030204" pitchFamily="34" charset="0"/>
                <a:cs typeface="Calibri Light" panose="020F0302020204030204" pitchFamily="34" charset="0"/>
              </a:rPr>
              <a:t>management of </a:t>
            </a:r>
            <a:r>
              <a:rPr sz="2200" spc="-10" dirty="0">
                <a:latin typeface="Calibri Light" panose="020F0302020204030204" pitchFamily="34" charset="0"/>
                <a:cs typeface="Calibri Light" panose="020F0302020204030204" pitchFamily="34" charset="0"/>
              </a:rPr>
              <a:t>containerized</a:t>
            </a:r>
            <a:r>
              <a:rPr sz="2200" spc="135" dirty="0">
                <a:latin typeface="Calibri Light" panose="020F0302020204030204" pitchFamily="34" charset="0"/>
                <a:cs typeface="Calibri Light" panose="020F0302020204030204" pitchFamily="34" charset="0"/>
              </a:rPr>
              <a:t> </a:t>
            </a:r>
            <a:r>
              <a:rPr sz="2200" spc="-10" dirty="0">
                <a:latin typeface="Calibri Light" panose="020F0302020204030204" pitchFamily="34" charset="0"/>
                <a:cs typeface="Calibri Light" panose="020F0302020204030204" pitchFamily="34" charset="0"/>
              </a:rPr>
              <a:t>applications.</a:t>
            </a:r>
            <a:endParaRPr sz="2200" dirty="0">
              <a:latin typeface="Calibri Light" panose="020F0302020204030204" pitchFamily="34" charset="0"/>
              <a:cs typeface="Calibri Light" panose="020F0302020204030204" pitchFamily="34" charset="0"/>
            </a:endParaRPr>
          </a:p>
          <a:p>
            <a:pPr marL="342900" indent="-342900">
              <a:lnSpc>
                <a:spcPct val="100000"/>
              </a:lnSpc>
              <a:spcBef>
                <a:spcPts val="50"/>
              </a:spcBef>
              <a:buFont typeface="Wingdings" panose="05000000000000000000" pitchFamily="2" charset="2"/>
              <a:buChar char="§"/>
            </a:pPr>
            <a:endParaRPr sz="2200" dirty="0">
              <a:latin typeface="Calibri Light" panose="020F0302020204030204" pitchFamily="34" charset="0"/>
              <a:cs typeface="Calibri Light" panose="020F0302020204030204" pitchFamily="34" charset="0"/>
            </a:endParaRPr>
          </a:p>
          <a:p>
            <a:pPr marL="355600" indent="-342900">
              <a:lnSpc>
                <a:spcPts val="2050"/>
              </a:lnSpc>
              <a:buFont typeface="Wingdings" panose="05000000000000000000" pitchFamily="2" charset="2"/>
              <a:buChar char="§"/>
              <a:tabLst>
                <a:tab pos="356870" algn="l"/>
              </a:tabLst>
            </a:pPr>
            <a:r>
              <a:rPr sz="2200" spc="10" dirty="0">
                <a:latin typeface="Calibri Light" panose="020F0302020204030204" pitchFamily="34" charset="0"/>
                <a:cs typeface="Calibri Light" panose="020F0302020204030204" pitchFamily="34" charset="0"/>
              </a:rPr>
              <a:t>	</a:t>
            </a:r>
            <a:r>
              <a:rPr sz="2200" spc="-5" dirty="0">
                <a:latin typeface="Calibri Light" panose="020F0302020204030204" pitchFamily="34" charset="0"/>
                <a:cs typeface="Calibri Light" panose="020F0302020204030204" pitchFamily="34" charset="0"/>
              </a:rPr>
              <a:t>Google </a:t>
            </a:r>
            <a:r>
              <a:rPr sz="2200" spc="-10" dirty="0">
                <a:latin typeface="Calibri Light" panose="020F0302020204030204" pitchFamily="34" charset="0"/>
                <a:cs typeface="Calibri Light" panose="020F0302020204030204" pitchFamily="34" charset="0"/>
              </a:rPr>
              <a:t>Kubernetes </a:t>
            </a:r>
            <a:r>
              <a:rPr sz="2200" spc="-5" dirty="0">
                <a:latin typeface="Calibri Light" panose="020F0302020204030204" pitchFamily="34" charset="0"/>
                <a:cs typeface="Calibri Light" panose="020F0302020204030204" pitchFamily="34" charset="0"/>
              </a:rPr>
              <a:t>is highly flexible </a:t>
            </a:r>
            <a:r>
              <a:rPr sz="2200" spc="-10" dirty="0">
                <a:latin typeface="Calibri Light" panose="020F0302020204030204" pitchFamily="34" charset="0"/>
                <a:cs typeface="Calibri Light" panose="020F0302020204030204" pitchFamily="34" charset="0"/>
              </a:rPr>
              <a:t>container </a:t>
            </a:r>
            <a:r>
              <a:rPr sz="2200" spc="-15" dirty="0">
                <a:latin typeface="Calibri Light" panose="020F0302020204030204" pitchFamily="34" charset="0"/>
                <a:cs typeface="Calibri Light" panose="020F0302020204030204" pitchFamily="34" charset="0"/>
              </a:rPr>
              <a:t>tool </a:t>
            </a:r>
            <a:r>
              <a:rPr sz="2200" spc="-25" dirty="0">
                <a:latin typeface="Calibri Light" panose="020F0302020204030204" pitchFamily="34" charset="0"/>
                <a:cs typeface="Calibri Light" panose="020F0302020204030204" pitchFamily="34" charset="0"/>
              </a:rPr>
              <a:t>to </a:t>
            </a:r>
            <a:r>
              <a:rPr sz="2200" spc="-10" dirty="0">
                <a:latin typeface="Calibri Light" panose="020F0302020204030204" pitchFamily="34" charset="0"/>
                <a:cs typeface="Calibri Light" panose="020F0302020204030204" pitchFamily="34" charset="0"/>
              </a:rPr>
              <a:t>deliver </a:t>
            </a:r>
            <a:r>
              <a:rPr sz="2200" spc="-5" dirty="0">
                <a:latin typeface="Calibri Light" panose="020F0302020204030204" pitchFamily="34" charset="0"/>
                <a:cs typeface="Calibri Light" panose="020F0302020204030204" pitchFamily="34" charset="0"/>
              </a:rPr>
              <a:t>even</a:t>
            </a:r>
            <a:r>
              <a:rPr sz="2200" spc="370" dirty="0">
                <a:latin typeface="Calibri Light" panose="020F0302020204030204" pitchFamily="34" charset="0"/>
                <a:cs typeface="Calibri Light" panose="020F0302020204030204" pitchFamily="34" charset="0"/>
              </a:rPr>
              <a:t> </a:t>
            </a:r>
            <a:r>
              <a:rPr sz="2200" spc="-5" dirty="0">
                <a:latin typeface="Calibri Light" panose="020F0302020204030204" pitchFamily="34" charset="0"/>
                <a:cs typeface="Calibri Light" panose="020F0302020204030204" pitchFamily="34" charset="0"/>
              </a:rPr>
              <a:t>complex</a:t>
            </a:r>
            <a:r>
              <a:rPr lang="en-IN" sz="2200" spc="-5" dirty="0">
                <a:latin typeface="Calibri Light" panose="020F0302020204030204" pitchFamily="34" charset="0"/>
                <a:cs typeface="Calibri Light" panose="020F0302020204030204" pitchFamily="34" charset="0"/>
              </a:rPr>
              <a:t> </a:t>
            </a:r>
            <a:r>
              <a:rPr sz="2200" spc="-10" dirty="0">
                <a:latin typeface="Calibri Light" panose="020F0302020204030204" pitchFamily="34" charset="0"/>
                <a:cs typeface="Calibri Light" panose="020F0302020204030204" pitchFamily="34" charset="0"/>
              </a:rPr>
              <a:t>applications, </a:t>
            </a:r>
            <a:r>
              <a:rPr sz="2200" spc="-15" dirty="0">
                <a:latin typeface="Calibri Light" panose="020F0302020204030204" pitchFamily="34" charset="0"/>
                <a:cs typeface="Calibri Light" panose="020F0302020204030204" pitchFamily="34" charset="0"/>
              </a:rPr>
              <a:t>consistently. Applications </a:t>
            </a:r>
            <a:r>
              <a:rPr sz="2200" dirty="0">
                <a:latin typeface="Calibri Light" panose="020F0302020204030204" pitchFamily="34" charset="0"/>
                <a:cs typeface="Calibri Light" panose="020F0302020204030204" pitchFamily="34" charset="0"/>
              </a:rPr>
              <a:t>run </a:t>
            </a:r>
            <a:r>
              <a:rPr sz="2200" spc="-5" dirty="0">
                <a:latin typeface="Calibri Light" panose="020F0302020204030204" pitchFamily="34" charset="0"/>
                <a:cs typeface="Calibri Light" panose="020F0302020204030204" pitchFamily="34" charset="0"/>
              </a:rPr>
              <a:t>on </a:t>
            </a:r>
            <a:r>
              <a:rPr sz="2200" spc="-10" dirty="0">
                <a:latin typeface="Calibri Light" panose="020F0302020204030204" pitchFamily="34" charset="0"/>
                <a:cs typeface="Calibri Light" panose="020F0302020204030204" pitchFamily="34" charset="0"/>
              </a:rPr>
              <a:t>clusters </a:t>
            </a:r>
            <a:r>
              <a:rPr sz="2200" spc="-5" dirty="0">
                <a:latin typeface="Calibri Light" panose="020F0302020204030204" pitchFamily="34" charset="0"/>
                <a:cs typeface="Calibri Light" panose="020F0302020204030204" pitchFamily="34" charset="0"/>
              </a:rPr>
              <a:t>of </a:t>
            </a:r>
            <a:r>
              <a:rPr sz="2200" spc="-10" dirty="0">
                <a:latin typeface="Calibri Light" panose="020F0302020204030204" pitchFamily="34" charset="0"/>
                <a:cs typeface="Calibri Light" panose="020F0302020204030204" pitchFamily="34" charset="0"/>
              </a:rPr>
              <a:t>hundreds</a:t>
            </a:r>
            <a:r>
              <a:rPr sz="2200" spc="434" dirty="0">
                <a:latin typeface="Calibri Light" panose="020F0302020204030204" pitchFamily="34" charset="0"/>
                <a:cs typeface="Calibri Light" panose="020F0302020204030204" pitchFamily="34" charset="0"/>
              </a:rPr>
              <a:t> </a:t>
            </a:r>
            <a:r>
              <a:rPr sz="2200" spc="-25" dirty="0">
                <a:latin typeface="Calibri Light" panose="020F0302020204030204" pitchFamily="34" charset="0"/>
                <a:cs typeface="Calibri Light" panose="020F0302020204030204" pitchFamily="34" charset="0"/>
              </a:rPr>
              <a:t>to</a:t>
            </a:r>
            <a:r>
              <a:rPr lang="en-IN" sz="2200" spc="-25" dirty="0">
                <a:latin typeface="Calibri Light" panose="020F0302020204030204" pitchFamily="34" charset="0"/>
                <a:cs typeface="Calibri Light" panose="020F0302020204030204" pitchFamily="34" charset="0"/>
              </a:rPr>
              <a:t> </a:t>
            </a:r>
            <a:r>
              <a:rPr sz="2200" spc="-10" dirty="0">
                <a:latin typeface="Calibri Light" panose="020F0302020204030204" pitchFamily="34" charset="0"/>
                <a:cs typeface="Calibri Light" panose="020F0302020204030204" pitchFamily="34" charset="0"/>
              </a:rPr>
              <a:t>thousands </a:t>
            </a:r>
            <a:r>
              <a:rPr sz="2200" spc="-5" dirty="0">
                <a:latin typeface="Calibri Light" panose="020F0302020204030204" pitchFamily="34" charset="0"/>
                <a:cs typeface="Calibri Light" panose="020F0302020204030204" pitchFamily="34" charset="0"/>
              </a:rPr>
              <a:t>of </a:t>
            </a:r>
            <a:r>
              <a:rPr sz="2200" spc="-10" dirty="0">
                <a:latin typeface="Calibri Light" panose="020F0302020204030204" pitchFamily="34" charset="0"/>
                <a:cs typeface="Calibri Light" panose="020F0302020204030204" pitchFamily="34" charset="0"/>
              </a:rPr>
              <a:t>individual</a:t>
            </a:r>
            <a:r>
              <a:rPr sz="2200" spc="70" dirty="0">
                <a:latin typeface="Calibri Light" panose="020F0302020204030204" pitchFamily="34" charset="0"/>
                <a:cs typeface="Calibri Light" panose="020F0302020204030204" pitchFamily="34" charset="0"/>
              </a:rPr>
              <a:t> </a:t>
            </a:r>
            <a:r>
              <a:rPr sz="2200" spc="-5" dirty="0">
                <a:latin typeface="Calibri Light" panose="020F0302020204030204" pitchFamily="34" charset="0"/>
                <a:cs typeface="Calibri Light" panose="020F0302020204030204" pitchFamily="34" charset="0"/>
              </a:rPr>
              <a:t>servers.</a:t>
            </a:r>
            <a:endParaRPr sz="2200" dirty="0">
              <a:latin typeface="Calibri Light" panose="020F0302020204030204" pitchFamily="34" charset="0"/>
              <a:cs typeface="Calibri Light" panose="020F0302020204030204" pitchFamily="34" charset="0"/>
            </a:endParaRPr>
          </a:p>
          <a:p>
            <a:pPr marL="342900" indent="-342900">
              <a:lnSpc>
                <a:spcPct val="100000"/>
              </a:lnSpc>
              <a:buFont typeface="Wingdings" panose="05000000000000000000" pitchFamily="2" charset="2"/>
              <a:buChar char="§"/>
            </a:pPr>
            <a:endParaRPr sz="2200" dirty="0">
              <a:latin typeface="Calibri Light" panose="020F0302020204030204" pitchFamily="34" charset="0"/>
              <a:cs typeface="Calibri Light" panose="020F0302020204030204" pitchFamily="34" charset="0"/>
            </a:endParaRPr>
          </a:p>
          <a:p>
            <a:pPr marL="356870" marR="5080" indent="-344805">
              <a:lnSpc>
                <a:spcPts val="1820"/>
              </a:lnSpc>
              <a:spcBef>
                <a:spcPts val="1280"/>
              </a:spcBef>
              <a:buFont typeface="Wingdings" panose="05000000000000000000" pitchFamily="2" charset="2"/>
              <a:buChar char="§"/>
              <a:tabLst>
                <a:tab pos="356870" algn="l"/>
              </a:tabLst>
            </a:pPr>
            <a:r>
              <a:rPr sz="2200" spc="-10" dirty="0">
                <a:latin typeface="Calibri Light" panose="020F0302020204030204" pitchFamily="34" charset="0"/>
                <a:cs typeface="Calibri Light" panose="020F0302020204030204" pitchFamily="34" charset="0"/>
              </a:rPr>
              <a:t>Kubernetes flexibility grows </a:t>
            </a:r>
            <a:r>
              <a:rPr sz="2200" spc="-25" dirty="0">
                <a:latin typeface="Calibri Light" panose="020F0302020204030204" pitchFamily="34" charset="0"/>
                <a:cs typeface="Calibri Light" panose="020F0302020204030204" pitchFamily="34" charset="0"/>
              </a:rPr>
              <a:t>with </a:t>
            </a:r>
            <a:r>
              <a:rPr sz="2200" spc="-10" dirty="0">
                <a:latin typeface="Calibri Light" panose="020F0302020204030204" pitchFamily="34" charset="0"/>
                <a:cs typeface="Calibri Light" panose="020F0302020204030204" pitchFamily="34" charset="0"/>
              </a:rPr>
              <a:t>you </a:t>
            </a:r>
            <a:r>
              <a:rPr sz="2200" spc="-25" dirty="0">
                <a:latin typeface="Calibri Light" panose="020F0302020204030204" pitchFamily="34" charset="0"/>
                <a:cs typeface="Calibri Light" panose="020F0302020204030204" pitchFamily="34" charset="0"/>
              </a:rPr>
              <a:t>to </a:t>
            </a:r>
            <a:r>
              <a:rPr sz="2200" spc="-10" dirty="0">
                <a:latin typeface="Calibri Light" panose="020F0302020204030204" pitchFamily="34" charset="0"/>
                <a:cs typeface="Calibri Light" panose="020F0302020204030204" pitchFamily="34" charset="0"/>
              </a:rPr>
              <a:t>deliver your applications </a:t>
            </a:r>
            <a:r>
              <a:rPr sz="2200" spc="-15" dirty="0">
                <a:latin typeface="Calibri Light" panose="020F0302020204030204" pitchFamily="34" charset="0"/>
                <a:cs typeface="Calibri Light" panose="020F0302020204030204" pitchFamily="34" charset="0"/>
              </a:rPr>
              <a:t>consistently  </a:t>
            </a:r>
            <a:r>
              <a:rPr sz="2200" spc="-10" dirty="0">
                <a:latin typeface="Calibri Light" panose="020F0302020204030204" pitchFamily="34" charset="0"/>
                <a:cs typeface="Calibri Light" panose="020F0302020204030204" pitchFamily="34" charset="0"/>
              </a:rPr>
              <a:t>and </a:t>
            </a:r>
            <a:r>
              <a:rPr sz="2200" spc="-5" dirty="0">
                <a:latin typeface="Calibri Light" panose="020F0302020204030204" pitchFamily="34" charset="0"/>
                <a:cs typeface="Calibri Light" panose="020F0302020204030204" pitchFamily="34" charset="0"/>
              </a:rPr>
              <a:t>easily no </a:t>
            </a:r>
            <a:r>
              <a:rPr sz="2200" spc="-20" dirty="0">
                <a:latin typeface="Calibri Light" panose="020F0302020204030204" pitchFamily="34" charset="0"/>
                <a:cs typeface="Calibri Light" panose="020F0302020204030204" pitchFamily="34" charset="0"/>
              </a:rPr>
              <a:t>matter </a:t>
            </a:r>
            <a:r>
              <a:rPr sz="2200" spc="-5" dirty="0">
                <a:latin typeface="Calibri Light" panose="020F0302020204030204" pitchFamily="34" charset="0"/>
                <a:cs typeface="Calibri Light" panose="020F0302020204030204" pitchFamily="34" charset="0"/>
              </a:rPr>
              <a:t>how complex </a:t>
            </a:r>
            <a:r>
              <a:rPr lang="en-IN" sz="2200" spc="-5" dirty="0">
                <a:latin typeface="Calibri Light" panose="020F0302020204030204" pitchFamily="34" charset="0"/>
                <a:cs typeface="Calibri Light" panose="020F0302020204030204" pitchFamily="34" charset="0"/>
              </a:rPr>
              <a:t>the</a:t>
            </a:r>
            <a:r>
              <a:rPr sz="2200" spc="-10" dirty="0">
                <a:latin typeface="Calibri Light" panose="020F0302020204030204" pitchFamily="34" charset="0"/>
                <a:cs typeface="Calibri Light" panose="020F0302020204030204" pitchFamily="34" charset="0"/>
              </a:rPr>
              <a:t> need</a:t>
            </a:r>
            <a:r>
              <a:rPr sz="2200" spc="215" dirty="0">
                <a:latin typeface="Calibri Light" panose="020F0302020204030204" pitchFamily="34" charset="0"/>
                <a:cs typeface="Calibri Light" panose="020F0302020204030204" pitchFamily="34" charset="0"/>
              </a:rPr>
              <a:t> </a:t>
            </a:r>
            <a:r>
              <a:rPr sz="2200" dirty="0">
                <a:latin typeface="Calibri Light" panose="020F0302020204030204" pitchFamily="34" charset="0"/>
                <a:cs typeface="Calibri Light" panose="020F0302020204030204" pitchFamily="34" charset="0"/>
              </a:rPr>
              <a:t>is.</a:t>
            </a:r>
          </a:p>
        </p:txBody>
      </p:sp>
      <p:sp>
        <p:nvSpPr>
          <p:cNvPr id="5" name="object 5"/>
          <p:cNvSpPr txBox="1"/>
          <p:nvPr/>
        </p:nvSpPr>
        <p:spPr>
          <a:xfrm>
            <a:off x="228600" y="4343400"/>
            <a:ext cx="11506200" cy="619016"/>
          </a:xfrm>
          <a:prstGeom prst="rect">
            <a:avLst/>
          </a:prstGeom>
        </p:spPr>
        <p:txBody>
          <a:bodyPr vert="horz" wrap="square" lIns="0" tIns="69850" rIns="0" bIns="0" rtlCol="0">
            <a:spAutoFit/>
          </a:bodyPr>
          <a:lstStyle/>
          <a:p>
            <a:pPr marL="355600" marR="5080" indent="-342900">
              <a:lnSpc>
                <a:spcPct val="80100"/>
              </a:lnSpc>
              <a:spcBef>
                <a:spcPts val="550"/>
              </a:spcBef>
              <a:buFont typeface="Wingdings" panose="05000000000000000000" pitchFamily="2" charset="2"/>
              <a:buChar char="§"/>
            </a:pPr>
            <a:r>
              <a:rPr sz="2200" spc="-10" dirty="0">
                <a:latin typeface="Calibri Light" panose="020F0302020204030204" pitchFamily="34" charset="0"/>
                <a:cs typeface="Calibri Light" panose="020F0302020204030204" pitchFamily="34" charset="0"/>
              </a:rPr>
              <a:t>Kubernetes </a:t>
            </a:r>
            <a:r>
              <a:rPr sz="2200" spc="-5" dirty="0">
                <a:latin typeface="Calibri Light" panose="020F0302020204030204" pitchFamily="34" charset="0"/>
                <a:cs typeface="Calibri Light" panose="020F0302020204030204" pitchFamily="34" charset="0"/>
              </a:rPr>
              <a:t>is </a:t>
            </a:r>
            <a:r>
              <a:rPr sz="2200" spc="-10" dirty="0">
                <a:latin typeface="Calibri Light" panose="020F0302020204030204" pitchFamily="34" charset="0"/>
                <a:cs typeface="Calibri Light" panose="020F0302020204030204" pitchFamily="34" charset="0"/>
              </a:rPr>
              <a:t>open </a:t>
            </a:r>
            <a:r>
              <a:rPr sz="2200" spc="-5" dirty="0">
                <a:latin typeface="Calibri Light" panose="020F0302020204030204" pitchFamily="34" charset="0"/>
                <a:cs typeface="Calibri Light" panose="020F0302020204030204" pitchFamily="34" charset="0"/>
              </a:rPr>
              <a:t>source giving </a:t>
            </a:r>
            <a:r>
              <a:rPr sz="2200" spc="-20" dirty="0">
                <a:latin typeface="Calibri Light" panose="020F0302020204030204" pitchFamily="34" charset="0"/>
                <a:cs typeface="Calibri Light" panose="020F0302020204030204" pitchFamily="34" charset="0"/>
              </a:rPr>
              <a:t>the </a:t>
            </a:r>
            <a:r>
              <a:rPr sz="2200" spc="-10" dirty="0">
                <a:latin typeface="Calibri Light" panose="020F0302020204030204" pitchFamily="34" charset="0"/>
                <a:cs typeface="Calibri Light" panose="020F0302020204030204" pitchFamily="34" charset="0"/>
              </a:rPr>
              <a:t>freedom </a:t>
            </a:r>
            <a:r>
              <a:rPr sz="2200" spc="-25" dirty="0">
                <a:latin typeface="Calibri Light" panose="020F0302020204030204" pitchFamily="34" charset="0"/>
                <a:cs typeface="Calibri Light" panose="020F0302020204030204" pitchFamily="34" charset="0"/>
              </a:rPr>
              <a:t>to </a:t>
            </a:r>
            <a:r>
              <a:rPr sz="2200" spc="-15" dirty="0">
                <a:latin typeface="Calibri Light" panose="020F0302020204030204" pitchFamily="34" charset="0"/>
                <a:cs typeface="Calibri Light" panose="020F0302020204030204" pitchFamily="34" charset="0"/>
              </a:rPr>
              <a:t>take advantage </a:t>
            </a:r>
            <a:r>
              <a:rPr sz="2200" spc="-5" dirty="0">
                <a:latin typeface="Calibri Light" panose="020F0302020204030204" pitchFamily="34" charset="0"/>
                <a:cs typeface="Calibri Light" panose="020F0302020204030204" pitchFamily="34" charset="0"/>
              </a:rPr>
              <a:t>of </a:t>
            </a:r>
            <a:r>
              <a:rPr sz="2200" spc="15" dirty="0">
                <a:latin typeface="Calibri Light" panose="020F0302020204030204" pitchFamily="34" charset="0"/>
                <a:cs typeface="Calibri Light" panose="020F0302020204030204" pitchFamily="34" charset="0"/>
              </a:rPr>
              <a:t>on-</a:t>
            </a:r>
            <a:r>
              <a:rPr sz="2200" spc="-5" dirty="0">
                <a:latin typeface="Calibri Light" panose="020F0302020204030204" pitchFamily="34" charset="0"/>
                <a:cs typeface="Calibri Light" panose="020F0302020204030204" pitchFamily="34" charset="0"/>
              </a:rPr>
              <a:t>premises, </a:t>
            </a:r>
            <a:r>
              <a:rPr sz="2200" spc="-10" dirty="0">
                <a:latin typeface="Calibri Light" panose="020F0302020204030204" pitchFamily="34" charset="0"/>
                <a:cs typeface="Calibri Light" panose="020F0302020204030204" pitchFamily="34" charset="0"/>
              </a:rPr>
              <a:t>hybrid, </a:t>
            </a:r>
            <a:r>
              <a:rPr sz="2200" spc="-5" dirty="0">
                <a:latin typeface="Calibri Light" panose="020F0302020204030204" pitchFamily="34" charset="0"/>
                <a:cs typeface="Calibri Light" panose="020F0302020204030204" pitchFamily="34" charset="0"/>
              </a:rPr>
              <a:t>or public cloud </a:t>
            </a:r>
            <a:r>
              <a:rPr sz="2200" spc="-10" dirty="0">
                <a:latin typeface="Calibri Light" panose="020F0302020204030204" pitchFamily="34" charset="0"/>
                <a:cs typeface="Calibri Light" panose="020F0302020204030204" pitchFamily="34" charset="0"/>
              </a:rPr>
              <a:t>infrastructure, </a:t>
            </a:r>
            <a:r>
              <a:rPr sz="2200" spc="-5" dirty="0">
                <a:latin typeface="Calibri Light" panose="020F0302020204030204" pitchFamily="34" charset="0"/>
                <a:cs typeface="Calibri Light" panose="020F0302020204030204" pitchFamily="34" charset="0"/>
              </a:rPr>
              <a:t>effortlessly </a:t>
            </a:r>
            <a:r>
              <a:rPr lang="en-IN" sz="2200" spc="-5" dirty="0">
                <a:latin typeface="Calibri Light" panose="020F0302020204030204" pitchFamily="34" charset="0"/>
                <a:cs typeface="Calibri Light" panose="020F0302020204030204" pitchFamily="34" charset="0"/>
              </a:rPr>
              <a:t> allowing to </a:t>
            </a:r>
            <a:r>
              <a:rPr sz="2200" dirty="0">
                <a:latin typeface="Calibri Light" panose="020F0302020204030204" pitchFamily="34" charset="0"/>
                <a:cs typeface="Calibri Light" panose="020F0302020204030204" pitchFamily="34" charset="0"/>
              </a:rPr>
              <a:t>move  </a:t>
            </a:r>
            <a:r>
              <a:rPr sz="2200" spc="-10" dirty="0">
                <a:latin typeface="Calibri Light" panose="020F0302020204030204" pitchFamily="34" charset="0"/>
                <a:cs typeface="Calibri Light" panose="020F0302020204030204" pitchFamily="34" charset="0"/>
              </a:rPr>
              <a:t>workloads</a:t>
            </a:r>
            <a:r>
              <a:rPr lang="en-IN" sz="2200" spc="-10" dirty="0">
                <a:latin typeface="Calibri Light" panose="020F0302020204030204" pitchFamily="34" charset="0"/>
                <a:cs typeface="Calibri Light" panose="020F0302020204030204" pitchFamily="34" charset="0"/>
              </a:rPr>
              <a:t>.</a:t>
            </a:r>
            <a:endParaRPr sz="2200" dirty="0">
              <a:latin typeface="Calibri Light" panose="020F0302020204030204" pitchFamily="34" charset="0"/>
              <a:cs typeface="Calibri Light" panose="020F0302020204030204" pitchFamily="34" charset="0"/>
            </a:endParaRPr>
          </a:p>
        </p:txBody>
      </p:sp>
      <p:sp>
        <p:nvSpPr>
          <p:cNvPr id="6" name="object 6"/>
          <p:cNvSpPr txBox="1"/>
          <p:nvPr/>
        </p:nvSpPr>
        <p:spPr>
          <a:xfrm>
            <a:off x="821842" y="5714491"/>
            <a:ext cx="3049905" cy="314960"/>
          </a:xfrm>
          <a:prstGeom prst="rect">
            <a:avLst/>
          </a:prstGeom>
        </p:spPr>
        <p:txBody>
          <a:bodyPr vert="horz" wrap="square" lIns="0" tIns="12065" rIns="0" bIns="0" rtlCol="0">
            <a:spAutoFit/>
          </a:bodyPr>
          <a:lstStyle/>
          <a:p>
            <a:pPr marL="12700">
              <a:lnSpc>
                <a:spcPct val="100000"/>
              </a:lnSpc>
              <a:spcBef>
                <a:spcPts val="95"/>
              </a:spcBef>
            </a:pPr>
            <a:r>
              <a:rPr sz="1900" b="1" spc="-5" dirty="0">
                <a:latin typeface="Century Gothic"/>
                <a:cs typeface="Century Gothic"/>
              </a:rPr>
              <a:t>Ref:</a:t>
            </a:r>
            <a:r>
              <a:rPr sz="1900" spc="-5" dirty="0">
                <a:latin typeface="Century Gothic"/>
                <a:cs typeface="Century Gothic"/>
              </a:rPr>
              <a:t> </a:t>
            </a:r>
            <a:r>
              <a:rPr sz="1900" u="heavy" spc="-10" dirty="0">
                <a:uFill>
                  <a:solidFill>
                    <a:srgbClr val="57C1B9"/>
                  </a:solidFill>
                </a:uFill>
                <a:latin typeface="Century Gothic"/>
                <a:cs typeface="Century Gothic"/>
                <a:hlinkClick r:id="rId2">
                  <a:extLst>
                    <a:ext uri="{A12FA001-AC4F-418D-AE19-62706E023703}">
                      <ahyp:hlinkClr xmlns:ahyp="http://schemas.microsoft.com/office/drawing/2018/hyperlinkcolor" val="tx"/>
                    </a:ext>
                  </a:extLst>
                </a:hlinkClick>
              </a:rPr>
              <a:t>https://kubernetes.io/</a:t>
            </a:r>
            <a:endParaRPr sz="1900" dirty="0">
              <a:latin typeface="Century Gothic"/>
              <a:cs typeface="Century Gothic"/>
            </a:endParaRPr>
          </a:p>
        </p:txBody>
      </p:sp>
      <p:sp>
        <p:nvSpPr>
          <p:cNvPr id="4" name="Footer Placeholder 3">
            <a:extLst>
              <a:ext uri="{FF2B5EF4-FFF2-40B4-BE49-F238E27FC236}">
                <a16:creationId xmlns:a16="http://schemas.microsoft.com/office/drawing/2014/main" id="{932CBD55-636F-13B7-1EAA-65820FA43A2C}"/>
              </a:ext>
            </a:extLst>
          </p:cNvPr>
          <p:cNvSpPr>
            <a:spLocks noGrp="1"/>
          </p:cNvSpPr>
          <p:nvPr>
            <p:ph type="ftr" sz="quarter" idx="11"/>
          </p:nvPr>
        </p:nvSpPr>
        <p:spPr/>
        <p:txBody>
          <a:bodyPr/>
          <a:lstStyle/>
          <a:p>
            <a:r>
              <a:rPr lang="en-US"/>
              <a:t>CHAITANYA R GAAJULA</a:t>
            </a:r>
            <a:endParaRPr lang="en-IN"/>
          </a:p>
        </p:txBody>
      </p:sp>
      <p:sp>
        <p:nvSpPr>
          <p:cNvPr id="7" name="Slide Number Placeholder 6">
            <a:extLst>
              <a:ext uri="{FF2B5EF4-FFF2-40B4-BE49-F238E27FC236}">
                <a16:creationId xmlns:a16="http://schemas.microsoft.com/office/drawing/2014/main" id="{BBC8B07A-FC8E-BBD2-6011-23CDB684568A}"/>
              </a:ext>
            </a:extLst>
          </p:cNvPr>
          <p:cNvSpPr>
            <a:spLocks noGrp="1"/>
          </p:cNvSpPr>
          <p:nvPr>
            <p:ph type="sldNum" sz="quarter" idx="12"/>
          </p:nvPr>
        </p:nvSpPr>
        <p:spPr/>
        <p:txBody>
          <a:bodyPr/>
          <a:lstStyle/>
          <a:p>
            <a:fld id="{B6F15528-21DE-4FAA-801E-634DDDAF4B2B}"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EFF11-0961-4AC5-B74E-83208F92B385}"/>
              </a:ext>
            </a:extLst>
          </p:cNvPr>
          <p:cNvSpPr>
            <a:spLocks noGrp="1"/>
          </p:cNvSpPr>
          <p:nvPr>
            <p:ph type="title"/>
          </p:nvPr>
        </p:nvSpPr>
        <p:spPr/>
        <p:txBody>
          <a:bodyPr/>
          <a:lstStyle/>
          <a:p>
            <a:r>
              <a:rPr lang="en-IN" dirty="0"/>
              <a:t>Why Kubernetes?</a:t>
            </a:r>
          </a:p>
        </p:txBody>
      </p:sp>
      <p:sp>
        <p:nvSpPr>
          <p:cNvPr id="3" name="Content Placeholder 2">
            <a:extLst>
              <a:ext uri="{FF2B5EF4-FFF2-40B4-BE49-F238E27FC236}">
                <a16:creationId xmlns:a16="http://schemas.microsoft.com/office/drawing/2014/main" id="{F5721BD3-932F-47CB-ABBC-6FDF1D1D2AA7}"/>
              </a:ext>
            </a:extLst>
          </p:cNvPr>
          <p:cNvSpPr>
            <a:spLocks noGrp="1"/>
          </p:cNvSpPr>
          <p:nvPr>
            <p:ph idx="1"/>
          </p:nvPr>
        </p:nvSpPr>
        <p:spPr>
          <a:xfrm>
            <a:off x="342900" y="1828800"/>
            <a:ext cx="11506200" cy="4351338"/>
          </a:xfrm>
        </p:spPr>
        <p:txBody>
          <a:bodyPr>
            <a:normAutofit/>
          </a:bodyPr>
          <a:lstStyle/>
          <a:p>
            <a:pPr>
              <a:buFont typeface="Wingdings" panose="05000000000000000000" pitchFamily="2" charset="2"/>
              <a:buChar char="§"/>
            </a:pPr>
            <a:r>
              <a:rPr lang="en-US" sz="2400" dirty="0">
                <a:latin typeface="Calibri Light" panose="020F0302020204030204" pitchFamily="34" charset="0"/>
                <a:cs typeface="Calibri Light" panose="020F0302020204030204" pitchFamily="34" charset="0"/>
              </a:rPr>
              <a:t>Kubernetes can run on-premises bare metal, OpenStack, public clouds Google, Azure, AWS, etc.</a:t>
            </a:r>
          </a:p>
          <a:p>
            <a:pPr>
              <a:buFont typeface="Wingdings" panose="05000000000000000000" pitchFamily="2" charset="2"/>
              <a:buChar char="§"/>
            </a:pPr>
            <a:endParaRPr lang="en-US" sz="2400" dirty="0">
              <a:latin typeface="Calibri Light" panose="020F0302020204030204" pitchFamily="34" charset="0"/>
              <a:cs typeface="Calibri Light" panose="020F0302020204030204" pitchFamily="34" charset="0"/>
            </a:endParaRPr>
          </a:p>
          <a:p>
            <a:pPr>
              <a:buFont typeface="Wingdings" panose="05000000000000000000" pitchFamily="2" charset="2"/>
              <a:buChar char="§"/>
            </a:pPr>
            <a:r>
              <a:rPr lang="en-US" sz="2400" dirty="0">
                <a:latin typeface="Calibri Light" panose="020F0302020204030204" pitchFamily="34" charset="0"/>
                <a:cs typeface="Calibri Light" panose="020F0302020204030204" pitchFamily="34" charset="0"/>
              </a:rPr>
              <a:t>Helps to avoid vendor lock issues as it can use any vendor-specific APIs or services .</a:t>
            </a:r>
          </a:p>
          <a:p>
            <a:pPr>
              <a:buFont typeface="Wingdings" panose="05000000000000000000" pitchFamily="2" charset="2"/>
              <a:buChar char="§"/>
            </a:pPr>
            <a:endParaRPr lang="en-US" sz="2400" dirty="0">
              <a:latin typeface="Calibri Light" panose="020F0302020204030204" pitchFamily="34" charset="0"/>
              <a:cs typeface="Calibri Light" panose="020F0302020204030204" pitchFamily="34" charset="0"/>
            </a:endParaRPr>
          </a:p>
          <a:p>
            <a:pPr>
              <a:buFont typeface="Wingdings" panose="05000000000000000000" pitchFamily="2" charset="2"/>
              <a:buChar char="§"/>
            </a:pPr>
            <a:r>
              <a:rPr lang="en-US" sz="2400" dirty="0">
                <a:latin typeface="Calibri Light" panose="020F0302020204030204" pitchFamily="34" charset="0"/>
                <a:cs typeface="Calibri Light" panose="020F0302020204030204" pitchFamily="34" charset="0"/>
              </a:rPr>
              <a:t>Containerization using Kubernetes allows package software that  enables applications which needs to be released and updated without any downtime.</a:t>
            </a:r>
          </a:p>
          <a:p>
            <a:pPr>
              <a:buFont typeface="Wingdings" panose="05000000000000000000" pitchFamily="2" charset="2"/>
              <a:buChar char="§"/>
            </a:pPr>
            <a:endParaRPr lang="en-US" sz="2400" dirty="0">
              <a:latin typeface="Calibri Light" panose="020F0302020204030204" pitchFamily="34" charset="0"/>
              <a:cs typeface="Calibri Light" panose="020F0302020204030204" pitchFamily="34" charset="0"/>
            </a:endParaRPr>
          </a:p>
          <a:p>
            <a:pPr>
              <a:buFont typeface="Wingdings" panose="05000000000000000000" pitchFamily="2" charset="2"/>
              <a:buChar char="§"/>
            </a:pPr>
            <a:endParaRPr lang="en-IN" sz="2400" dirty="0">
              <a:latin typeface="Calibri Light" panose="020F0302020204030204" pitchFamily="34" charset="0"/>
              <a:cs typeface="Calibri Light" panose="020F0302020204030204" pitchFamily="34" charset="0"/>
            </a:endParaRPr>
          </a:p>
        </p:txBody>
      </p:sp>
      <p:sp>
        <p:nvSpPr>
          <p:cNvPr id="4" name="Footer Placeholder 3">
            <a:extLst>
              <a:ext uri="{FF2B5EF4-FFF2-40B4-BE49-F238E27FC236}">
                <a16:creationId xmlns:a16="http://schemas.microsoft.com/office/drawing/2014/main" id="{4ABE76B4-8854-4BE0-AEAA-F8A4EAE49EF0}"/>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CA4585F2-4E00-DE40-580B-78FE441746BB}"/>
              </a:ext>
            </a:extLst>
          </p:cNvPr>
          <p:cNvSpPr>
            <a:spLocks noGrp="1"/>
          </p:cNvSpPr>
          <p:nvPr>
            <p:ph type="sldNum" sz="quarter" idx="12"/>
          </p:nvPr>
        </p:nvSpPr>
        <p:spPr/>
        <p:txBody>
          <a:bodyPr/>
          <a:lstStyle/>
          <a:p>
            <a:fld id="{B6F15528-21DE-4FAA-801E-634DDDAF4B2B}" type="slidenum">
              <a:rPr lang="en-IN" smtClean="0"/>
              <a:t>3</a:t>
            </a:fld>
            <a:endParaRPr lang="en-IN"/>
          </a:p>
        </p:txBody>
      </p:sp>
    </p:spTree>
    <p:extLst>
      <p:ext uri="{BB962C8B-B14F-4D97-AF65-F5344CB8AC3E}">
        <p14:creationId xmlns:p14="http://schemas.microsoft.com/office/powerpoint/2010/main" val="2077869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5134" y="354129"/>
            <a:ext cx="5280660" cy="566822"/>
          </a:xfrm>
          <a:prstGeom prst="rect">
            <a:avLst/>
          </a:prstGeom>
        </p:spPr>
        <p:txBody>
          <a:bodyPr vert="horz" wrap="square" lIns="0" tIns="12700" rIns="0" bIns="0" rtlCol="0">
            <a:spAutoFit/>
          </a:bodyPr>
          <a:lstStyle/>
          <a:p>
            <a:pPr marL="12700">
              <a:lnSpc>
                <a:spcPct val="100000"/>
              </a:lnSpc>
              <a:spcBef>
                <a:spcPts val="100"/>
              </a:spcBef>
            </a:pPr>
            <a:r>
              <a:rPr sz="3600" b="1" spc="-5" dirty="0">
                <a:solidFill>
                  <a:schemeClr val="tx1"/>
                </a:solidFill>
              </a:rPr>
              <a:t>Kubernetes</a:t>
            </a:r>
            <a:r>
              <a:rPr sz="3600" b="1" spc="-70" dirty="0">
                <a:solidFill>
                  <a:schemeClr val="tx1"/>
                </a:solidFill>
              </a:rPr>
              <a:t> </a:t>
            </a:r>
            <a:r>
              <a:rPr sz="3600" b="1" dirty="0">
                <a:solidFill>
                  <a:schemeClr val="tx1"/>
                </a:solidFill>
              </a:rPr>
              <a:t>Features</a:t>
            </a:r>
          </a:p>
        </p:txBody>
      </p:sp>
      <p:sp>
        <p:nvSpPr>
          <p:cNvPr id="3" name="object 3"/>
          <p:cNvSpPr txBox="1"/>
          <p:nvPr/>
        </p:nvSpPr>
        <p:spPr>
          <a:xfrm>
            <a:off x="545134" y="1373639"/>
            <a:ext cx="11512804" cy="4989827"/>
          </a:xfrm>
          <a:prstGeom prst="rect">
            <a:avLst/>
          </a:prstGeom>
        </p:spPr>
        <p:txBody>
          <a:bodyPr vert="horz" wrap="square" lIns="0" tIns="110489" rIns="0" bIns="0" rtlCol="0">
            <a:spAutoFit/>
          </a:bodyPr>
          <a:lstStyle/>
          <a:p>
            <a:pPr marL="355600" indent="-342900">
              <a:lnSpc>
                <a:spcPct val="100000"/>
              </a:lnSpc>
              <a:spcBef>
                <a:spcPts val="869"/>
              </a:spcBef>
              <a:buFont typeface="Wingdings" panose="05000000000000000000" pitchFamily="2" charset="2"/>
              <a:buChar char="§"/>
              <a:tabLst>
                <a:tab pos="356870" algn="l"/>
              </a:tabLst>
            </a:pPr>
            <a:r>
              <a:rPr lang="en-US" sz="2200" dirty="0">
                <a:latin typeface="Calibri Light" panose="020F0302020204030204" pitchFamily="34" charset="0"/>
                <a:cs typeface="Calibri Light" panose="020F0302020204030204" pitchFamily="34" charset="0"/>
              </a:rPr>
              <a:t>Automated Scheduling</a:t>
            </a:r>
          </a:p>
          <a:p>
            <a:pPr marL="355600" indent="-342900">
              <a:lnSpc>
                <a:spcPct val="100000"/>
              </a:lnSpc>
              <a:spcBef>
                <a:spcPts val="869"/>
              </a:spcBef>
              <a:buFont typeface="Wingdings" panose="05000000000000000000" pitchFamily="2" charset="2"/>
              <a:buChar char="§"/>
              <a:tabLst>
                <a:tab pos="356870" algn="l"/>
              </a:tabLst>
            </a:pPr>
            <a:r>
              <a:rPr lang="en-US" sz="2200" dirty="0">
                <a:latin typeface="Calibri Light" panose="020F0302020204030204" pitchFamily="34" charset="0"/>
                <a:cs typeface="Calibri Light" panose="020F0302020204030204" pitchFamily="34" charset="0"/>
              </a:rPr>
              <a:t>Self-Healing Capabilities</a:t>
            </a:r>
          </a:p>
          <a:p>
            <a:pPr marL="355600" indent="-342900">
              <a:lnSpc>
                <a:spcPct val="100000"/>
              </a:lnSpc>
              <a:spcBef>
                <a:spcPts val="869"/>
              </a:spcBef>
              <a:buFont typeface="Wingdings" panose="05000000000000000000" pitchFamily="2" charset="2"/>
              <a:buChar char="§"/>
              <a:tabLst>
                <a:tab pos="356870" algn="l"/>
              </a:tabLst>
            </a:pPr>
            <a:r>
              <a:rPr lang="en-US" sz="2200" dirty="0">
                <a:latin typeface="Calibri Light" panose="020F0302020204030204" pitchFamily="34" charset="0"/>
                <a:cs typeface="Calibri Light" panose="020F0302020204030204" pitchFamily="34" charset="0"/>
              </a:rPr>
              <a:t>Automated rollouts &amp; rollback</a:t>
            </a:r>
          </a:p>
          <a:p>
            <a:pPr marL="355600" indent="-342900">
              <a:lnSpc>
                <a:spcPct val="100000"/>
              </a:lnSpc>
              <a:spcBef>
                <a:spcPts val="869"/>
              </a:spcBef>
              <a:buFont typeface="Wingdings" panose="05000000000000000000" pitchFamily="2" charset="2"/>
              <a:buChar char="§"/>
              <a:tabLst>
                <a:tab pos="356870" algn="l"/>
              </a:tabLst>
            </a:pPr>
            <a:r>
              <a:rPr lang="en-US" sz="2200" dirty="0">
                <a:latin typeface="Calibri Light" panose="020F0302020204030204" pitchFamily="34" charset="0"/>
                <a:cs typeface="Calibri Light" panose="020F0302020204030204" pitchFamily="34" charset="0"/>
              </a:rPr>
              <a:t>Horizontal Scaling &amp; Load Balancing</a:t>
            </a:r>
          </a:p>
          <a:p>
            <a:pPr marL="355600" indent="-342900">
              <a:lnSpc>
                <a:spcPct val="100000"/>
              </a:lnSpc>
              <a:spcBef>
                <a:spcPts val="869"/>
              </a:spcBef>
              <a:buFont typeface="Wingdings" panose="05000000000000000000" pitchFamily="2" charset="2"/>
              <a:buChar char="§"/>
              <a:tabLst>
                <a:tab pos="356870" algn="l"/>
              </a:tabLst>
            </a:pPr>
            <a:r>
              <a:rPr lang="en-US" sz="2200" dirty="0">
                <a:latin typeface="Calibri Light" panose="020F0302020204030204" pitchFamily="34" charset="0"/>
                <a:cs typeface="Calibri Light" panose="020F0302020204030204" pitchFamily="34" charset="0"/>
              </a:rPr>
              <a:t>Offers environment consistency for development, testing, and production</a:t>
            </a:r>
          </a:p>
          <a:p>
            <a:pPr marL="355600" indent="-342900">
              <a:lnSpc>
                <a:spcPct val="100000"/>
              </a:lnSpc>
              <a:spcBef>
                <a:spcPts val="869"/>
              </a:spcBef>
              <a:buFont typeface="Wingdings" panose="05000000000000000000" pitchFamily="2" charset="2"/>
              <a:buChar char="§"/>
              <a:tabLst>
                <a:tab pos="356870" algn="l"/>
              </a:tabLst>
            </a:pPr>
            <a:r>
              <a:rPr lang="en-US" sz="2200" dirty="0">
                <a:latin typeface="Calibri Light" panose="020F0302020204030204" pitchFamily="34" charset="0"/>
                <a:cs typeface="Calibri Light" panose="020F0302020204030204" pitchFamily="34" charset="0"/>
              </a:rPr>
              <a:t>Infrastructure is loosely coupled to each component can act as a separate unit</a:t>
            </a:r>
          </a:p>
          <a:p>
            <a:pPr marL="355600" indent="-342900">
              <a:lnSpc>
                <a:spcPct val="100000"/>
              </a:lnSpc>
              <a:spcBef>
                <a:spcPts val="869"/>
              </a:spcBef>
              <a:buFont typeface="Wingdings" panose="05000000000000000000" pitchFamily="2" charset="2"/>
              <a:buChar char="§"/>
              <a:tabLst>
                <a:tab pos="356870" algn="l"/>
              </a:tabLst>
            </a:pPr>
            <a:r>
              <a:rPr lang="en-US" sz="2200" dirty="0">
                <a:latin typeface="Calibri Light" panose="020F0302020204030204" pitchFamily="34" charset="0"/>
                <a:cs typeface="Calibri Light" panose="020F0302020204030204" pitchFamily="34" charset="0"/>
              </a:rPr>
              <a:t>Provides a higher density of resource utilization</a:t>
            </a:r>
          </a:p>
          <a:p>
            <a:pPr marL="355600" indent="-342900">
              <a:lnSpc>
                <a:spcPct val="100000"/>
              </a:lnSpc>
              <a:spcBef>
                <a:spcPts val="869"/>
              </a:spcBef>
              <a:buFont typeface="Wingdings" panose="05000000000000000000" pitchFamily="2" charset="2"/>
              <a:buChar char="§"/>
              <a:tabLst>
                <a:tab pos="356870" algn="l"/>
              </a:tabLst>
            </a:pPr>
            <a:r>
              <a:rPr lang="en-US" sz="2200" dirty="0">
                <a:latin typeface="Calibri Light" panose="020F0302020204030204" pitchFamily="34" charset="0"/>
                <a:cs typeface="Calibri Light" panose="020F0302020204030204" pitchFamily="34" charset="0"/>
              </a:rPr>
              <a:t>Offers enterprise-ready features</a:t>
            </a:r>
          </a:p>
          <a:p>
            <a:pPr marL="355600" indent="-342900">
              <a:lnSpc>
                <a:spcPct val="100000"/>
              </a:lnSpc>
              <a:spcBef>
                <a:spcPts val="869"/>
              </a:spcBef>
              <a:buFont typeface="Wingdings" panose="05000000000000000000" pitchFamily="2" charset="2"/>
              <a:buChar char="§"/>
              <a:tabLst>
                <a:tab pos="356870" algn="l"/>
              </a:tabLst>
            </a:pPr>
            <a:r>
              <a:rPr lang="en-US" sz="2200" dirty="0">
                <a:latin typeface="Calibri Light" panose="020F0302020204030204" pitchFamily="34" charset="0"/>
                <a:cs typeface="Calibri Light" panose="020F0302020204030204" pitchFamily="34" charset="0"/>
              </a:rPr>
              <a:t>Application-centric management</a:t>
            </a:r>
          </a:p>
          <a:p>
            <a:pPr marL="355600" indent="-342900">
              <a:lnSpc>
                <a:spcPct val="100000"/>
              </a:lnSpc>
              <a:spcBef>
                <a:spcPts val="869"/>
              </a:spcBef>
              <a:buFont typeface="Wingdings" panose="05000000000000000000" pitchFamily="2" charset="2"/>
              <a:buChar char="§"/>
              <a:tabLst>
                <a:tab pos="356870" algn="l"/>
              </a:tabLst>
            </a:pPr>
            <a:r>
              <a:rPr lang="en-US" sz="2200" dirty="0">
                <a:latin typeface="Calibri Light" panose="020F0302020204030204" pitchFamily="34" charset="0"/>
                <a:cs typeface="Calibri Light" panose="020F0302020204030204" pitchFamily="34" charset="0"/>
              </a:rPr>
              <a:t>Auto-scalable infrastructure</a:t>
            </a:r>
          </a:p>
          <a:p>
            <a:pPr marL="355600" indent="-342900">
              <a:lnSpc>
                <a:spcPct val="100000"/>
              </a:lnSpc>
              <a:spcBef>
                <a:spcPts val="869"/>
              </a:spcBef>
              <a:buFont typeface="Wingdings" panose="05000000000000000000" pitchFamily="2" charset="2"/>
              <a:buChar char="§"/>
              <a:tabLst>
                <a:tab pos="356870" algn="l"/>
              </a:tabLst>
            </a:pPr>
            <a:r>
              <a:rPr lang="en-US" sz="2200" dirty="0">
                <a:latin typeface="Calibri Light" panose="020F0302020204030204" pitchFamily="34" charset="0"/>
                <a:cs typeface="Calibri Light" panose="020F0302020204030204" pitchFamily="34" charset="0"/>
              </a:rPr>
              <a:t>Create predictable infrastructure</a:t>
            </a:r>
          </a:p>
        </p:txBody>
      </p:sp>
      <p:sp>
        <p:nvSpPr>
          <p:cNvPr id="4" name="Footer Placeholder 3">
            <a:extLst>
              <a:ext uri="{FF2B5EF4-FFF2-40B4-BE49-F238E27FC236}">
                <a16:creationId xmlns:a16="http://schemas.microsoft.com/office/drawing/2014/main" id="{14CFFDC7-AFE9-F627-DA52-AD0602FA0FE7}"/>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12328D01-4E9A-F302-F81C-6B27A46D2AAD}"/>
              </a:ext>
            </a:extLst>
          </p:cNvPr>
          <p:cNvSpPr>
            <a:spLocks noGrp="1"/>
          </p:cNvSpPr>
          <p:nvPr>
            <p:ph type="sldNum" sz="quarter" idx="12"/>
          </p:nvPr>
        </p:nvSpPr>
        <p:spPr/>
        <p:txBody>
          <a:bodyPr/>
          <a:lstStyle/>
          <a:p>
            <a:fld id="{B6F15528-21DE-4FAA-801E-634DDDAF4B2B}"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377953"/>
            <a:ext cx="6304915" cy="566822"/>
          </a:xfrm>
          <a:prstGeom prst="rect">
            <a:avLst/>
          </a:prstGeom>
        </p:spPr>
        <p:txBody>
          <a:bodyPr vert="horz" wrap="square" lIns="0" tIns="12700" rIns="0" bIns="0" rtlCol="0">
            <a:spAutoFit/>
          </a:bodyPr>
          <a:lstStyle/>
          <a:p>
            <a:pPr marL="12700">
              <a:lnSpc>
                <a:spcPct val="100000"/>
              </a:lnSpc>
              <a:spcBef>
                <a:spcPts val="100"/>
              </a:spcBef>
            </a:pPr>
            <a:r>
              <a:rPr sz="3600" b="1" spc="-5" dirty="0">
                <a:solidFill>
                  <a:schemeClr val="tx1"/>
                </a:solidFill>
              </a:rPr>
              <a:t>Kubernetes</a:t>
            </a:r>
            <a:r>
              <a:rPr sz="3600" b="1" spc="-50" dirty="0">
                <a:solidFill>
                  <a:schemeClr val="tx1"/>
                </a:solidFill>
              </a:rPr>
              <a:t> </a:t>
            </a:r>
            <a:r>
              <a:rPr sz="3600" b="1" spc="-5" dirty="0">
                <a:solidFill>
                  <a:schemeClr val="tx1"/>
                </a:solidFill>
              </a:rPr>
              <a:t>Architecture</a:t>
            </a:r>
          </a:p>
        </p:txBody>
      </p:sp>
      <p:sp>
        <p:nvSpPr>
          <p:cNvPr id="3" name="object 3"/>
          <p:cNvSpPr/>
          <p:nvPr/>
        </p:nvSpPr>
        <p:spPr>
          <a:xfrm>
            <a:off x="1456944" y="1286255"/>
            <a:ext cx="7339583" cy="5193792"/>
          </a:xfrm>
          <a:prstGeom prst="rect">
            <a:avLst/>
          </a:prstGeom>
          <a:blipFill>
            <a:blip r:embed="rId2" cstate="print"/>
            <a:stretch>
              <a:fillRect/>
            </a:stretch>
          </a:blipFill>
        </p:spPr>
        <p:txBody>
          <a:bodyPr wrap="square" lIns="0" tIns="0" rIns="0" bIns="0" rtlCol="0"/>
          <a:lstStyle/>
          <a:p>
            <a:endParaRPr/>
          </a:p>
        </p:txBody>
      </p:sp>
      <p:sp>
        <p:nvSpPr>
          <p:cNvPr id="4" name="Footer Placeholder 3">
            <a:extLst>
              <a:ext uri="{FF2B5EF4-FFF2-40B4-BE49-F238E27FC236}">
                <a16:creationId xmlns:a16="http://schemas.microsoft.com/office/drawing/2014/main" id="{A797A15E-8714-ADAA-E6B7-0D2722C67620}"/>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79840AAE-7CB0-29EF-2E19-95FCE6468763}"/>
              </a:ext>
            </a:extLst>
          </p:cNvPr>
          <p:cNvSpPr>
            <a:spLocks noGrp="1"/>
          </p:cNvSpPr>
          <p:nvPr>
            <p:ph type="sldNum" sz="quarter" idx="12"/>
          </p:nvPr>
        </p:nvSpPr>
        <p:spPr/>
        <p:txBody>
          <a:bodyPr/>
          <a:lstStyle/>
          <a:p>
            <a:fld id="{B6F15528-21DE-4FAA-801E-634DDDAF4B2B}" type="slidenum">
              <a:rPr lang="en-IN" smtClean="0"/>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1D72D-602B-43EC-8C16-3F43335A0CE7}"/>
              </a:ext>
            </a:extLst>
          </p:cNvPr>
          <p:cNvSpPr>
            <a:spLocks noGrp="1"/>
          </p:cNvSpPr>
          <p:nvPr>
            <p:ph type="title"/>
          </p:nvPr>
        </p:nvSpPr>
        <p:spPr>
          <a:xfrm>
            <a:off x="431800" y="304800"/>
            <a:ext cx="10515600" cy="777875"/>
          </a:xfrm>
        </p:spPr>
        <p:txBody>
          <a:bodyPr>
            <a:normAutofit/>
          </a:bodyPr>
          <a:lstStyle/>
          <a:p>
            <a:r>
              <a:rPr lang="en-IN" sz="3600" b="1" dirty="0"/>
              <a:t> Kubernetes Components</a:t>
            </a:r>
          </a:p>
        </p:txBody>
      </p:sp>
      <p:sp>
        <p:nvSpPr>
          <p:cNvPr id="4" name="AutoShape 2" descr="Components of Kubernetes">
            <a:extLst>
              <a:ext uri="{FF2B5EF4-FFF2-40B4-BE49-F238E27FC236}">
                <a16:creationId xmlns:a16="http://schemas.microsoft.com/office/drawing/2014/main" id="{0A55C1EA-11B1-4D21-A636-19FEB614A08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2671BB2B-B948-4339-AD1A-DD0A25B18A7C}"/>
              </a:ext>
            </a:extLst>
          </p:cNvPr>
          <p:cNvPicPr>
            <a:picLocks noChangeAspect="1"/>
          </p:cNvPicPr>
          <p:nvPr/>
        </p:nvPicPr>
        <p:blipFill>
          <a:blip r:embed="rId2"/>
          <a:stretch>
            <a:fillRect/>
          </a:stretch>
        </p:blipFill>
        <p:spPr>
          <a:xfrm>
            <a:off x="812800" y="1295400"/>
            <a:ext cx="10134600" cy="4654755"/>
          </a:xfrm>
          <a:prstGeom prst="rect">
            <a:avLst/>
          </a:prstGeom>
        </p:spPr>
      </p:pic>
      <p:sp>
        <p:nvSpPr>
          <p:cNvPr id="10" name="TextBox 9">
            <a:extLst>
              <a:ext uri="{FF2B5EF4-FFF2-40B4-BE49-F238E27FC236}">
                <a16:creationId xmlns:a16="http://schemas.microsoft.com/office/drawing/2014/main" id="{49BE2BAB-7515-4F2A-83E5-74CA8922AAD6}"/>
              </a:ext>
            </a:extLst>
          </p:cNvPr>
          <p:cNvSpPr txBox="1"/>
          <p:nvPr/>
        </p:nvSpPr>
        <p:spPr>
          <a:xfrm>
            <a:off x="1295400" y="5992257"/>
            <a:ext cx="8382000" cy="307777"/>
          </a:xfrm>
          <a:prstGeom prst="rect">
            <a:avLst/>
          </a:prstGeom>
          <a:noFill/>
        </p:spPr>
        <p:txBody>
          <a:bodyPr wrap="square" rtlCol="0">
            <a:spAutoFit/>
          </a:bodyPr>
          <a:lstStyle/>
          <a:p>
            <a:r>
              <a:rPr lang="en-IN" sz="1400" dirty="0"/>
              <a:t>Ref: https://kubernetes.io/docs/concepts/overview/components/</a:t>
            </a:r>
          </a:p>
        </p:txBody>
      </p:sp>
      <p:sp>
        <p:nvSpPr>
          <p:cNvPr id="3" name="Footer Placeholder 2">
            <a:extLst>
              <a:ext uri="{FF2B5EF4-FFF2-40B4-BE49-F238E27FC236}">
                <a16:creationId xmlns:a16="http://schemas.microsoft.com/office/drawing/2014/main" id="{E1FC1951-6596-2007-0878-114EAA8898C4}"/>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F65C7D4A-8021-4321-5A10-31688F875703}"/>
              </a:ext>
            </a:extLst>
          </p:cNvPr>
          <p:cNvSpPr>
            <a:spLocks noGrp="1"/>
          </p:cNvSpPr>
          <p:nvPr>
            <p:ph type="sldNum" sz="quarter" idx="12"/>
          </p:nvPr>
        </p:nvSpPr>
        <p:spPr/>
        <p:txBody>
          <a:bodyPr/>
          <a:lstStyle/>
          <a:p>
            <a:fld id="{B6F15528-21DE-4FAA-801E-634DDDAF4B2B}" type="slidenum">
              <a:rPr lang="en-IN" smtClean="0"/>
              <a:t>6</a:t>
            </a:fld>
            <a:endParaRPr lang="en-IN"/>
          </a:p>
        </p:txBody>
      </p:sp>
    </p:spTree>
    <p:extLst>
      <p:ext uri="{BB962C8B-B14F-4D97-AF65-F5344CB8AC3E}">
        <p14:creationId xmlns:p14="http://schemas.microsoft.com/office/powerpoint/2010/main" val="3222343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5355" y="403407"/>
            <a:ext cx="6473825" cy="566822"/>
          </a:xfrm>
          <a:prstGeom prst="rect">
            <a:avLst/>
          </a:prstGeom>
        </p:spPr>
        <p:txBody>
          <a:bodyPr vert="horz" wrap="square" lIns="0" tIns="12700" rIns="0" bIns="0" rtlCol="0">
            <a:spAutoFit/>
          </a:bodyPr>
          <a:lstStyle/>
          <a:p>
            <a:pPr marL="12700">
              <a:lnSpc>
                <a:spcPct val="100000"/>
              </a:lnSpc>
              <a:spcBef>
                <a:spcPts val="100"/>
              </a:spcBef>
            </a:pPr>
            <a:r>
              <a:rPr sz="3600" b="1" spc="-5" dirty="0">
                <a:solidFill>
                  <a:schemeClr val="tx1"/>
                </a:solidFill>
              </a:rPr>
              <a:t>Kubernetes</a:t>
            </a:r>
            <a:r>
              <a:rPr sz="3600" b="1" spc="-75" dirty="0">
                <a:solidFill>
                  <a:schemeClr val="tx1"/>
                </a:solidFill>
              </a:rPr>
              <a:t> </a:t>
            </a:r>
            <a:r>
              <a:rPr sz="3600" b="1" dirty="0">
                <a:solidFill>
                  <a:schemeClr val="tx1"/>
                </a:solidFill>
              </a:rPr>
              <a:t>Components</a:t>
            </a:r>
          </a:p>
        </p:txBody>
      </p:sp>
      <p:sp>
        <p:nvSpPr>
          <p:cNvPr id="3" name="object 3"/>
          <p:cNvSpPr txBox="1"/>
          <p:nvPr/>
        </p:nvSpPr>
        <p:spPr>
          <a:xfrm>
            <a:off x="152400" y="1066800"/>
            <a:ext cx="11963400" cy="5668218"/>
          </a:xfrm>
          <a:prstGeom prst="rect">
            <a:avLst/>
          </a:prstGeom>
        </p:spPr>
        <p:txBody>
          <a:bodyPr vert="horz" wrap="square" lIns="0" tIns="137160" rIns="0" bIns="0" rtlCol="0">
            <a:spAutoFit/>
          </a:bodyPr>
          <a:lstStyle/>
          <a:p>
            <a:pPr marL="12700">
              <a:lnSpc>
                <a:spcPct val="100000"/>
              </a:lnSpc>
              <a:spcBef>
                <a:spcPts val="1080"/>
              </a:spcBef>
            </a:pPr>
            <a:r>
              <a:rPr lang="en-US" sz="2200" b="1" dirty="0">
                <a:latin typeface="Calibri Light" panose="020F0302020204030204" pitchFamily="34" charset="0"/>
                <a:cs typeface="Calibri Light" panose="020F0302020204030204" pitchFamily="34" charset="0"/>
              </a:rPr>
              <a:t>Cluster:</a:t>
            </a:r>
          </a:p>
          <a:p>
            <a:pPr marL="355600" indent="-342900">
              <a:lnSpc>
                <a:spcPct val="100000"/>
              </a:lnSpc>
              <a:spcBef>
                <a:spcPts val="1080"/>
              </a:spcBef>
              <a:buFont typeface="Wingdings" panose="05000000000000000000" pitchFamily="2" charset="2"/>
              <a:buChar char="Ø"/>
            </a:pPr>
            <a:r>
              <a:rPr lang="en-US" sz="2200" dirty="0">
                <a:latin typeface="Calibri Light" panose="020F0302020204030204" pitchFamily="34" charset="0"/>
                <a:cs typeface="Calibri Light" panose="020F0302020204030204" pitchFamily="34" charset="0"/>
              </a:rPr>
              <a:t>It is a collection of hosts(servers) that helps to aggregate the  available resources which includes RAM, CPU, Disk and their devices  into a usable pool.</a:t>
            </a:r>
          </a:p>
          <a:p>
            <a:pPr marL="12700">
              <a:lnSpc>
                <a:spcPct val="100000"/>
              </a:lnSpc>
              <a:spcBef>
                <a:spcPts val="1080"/>
              </a:spcBef>
            </a:pPr>
            <a:endParaRPr lang="en-US" sz="2200" dirty="0">
              <a:latin typeface="Calibri Light" panose="020F0302020204030204" pitchFamily="34" charset="0"/>
              <a:cs typeface="Calibri Light" panose="020F0302020204030204" pitchFamily="34" charset="0"/>
            </a:endParaRPr>
          </a:p>
          <a:p>
            <a:pPr marL="12700">
              <a:lnSpc>
                <a:spcPct val="100000"/>
              </a:lnSpc>
              <a:spcBef>
                <a:spcPts val="1080"/>
              </a:spcBef>
            </a:pPr>
            <a:r>
              <a:rPr lang="en-US" sz="2200" b="1" dirty="0">
                <a:latin typeface="Calibri Light" panose="020F0302020204030204" pitchFamily="34" charset="0"/>
                <a:cs typeface="Calibri Light" panose="020F0302020204030204" pitchFamily="34" charset="0"/>
              </a:rPr>
              <a:t>Master:</a:t>
            </a:r>
          </a:p>
          <a:p>
            <a:pPr marL="355600" indent="-342900">
              <a:lnSpc>
                <a:spcPct val="100000"/>
              </a:lnSpc>
              <a:spcBef>
                <a:spcPts val="1080"/>
              </a:spcBef>
              <a:buFont typeface="Wingdings" panose="05000000000000000000" pitchFamily="2" charset="2"/>
              <a:buChar char="Ø"/>
            </a:pPr>
            <a:r>
              <a:rPr lang="en-US" sz="2200" dirty="0">
                <a:latin typeface="Calibri Light" panose="020F0302020204030204" pitchFamily="34" charset="0"/>
                <a:cs typeface="Calibri Light" panose="020F0302020204030204" pitchFamily="34" charset="0"/>
              </a:rPr>
              <a:t>Master is a collection of components which make up the control plane  of Kubernetes. These components are used for all cluster decisions. It  includes both scheduling and responding to cluster events.</a:t>
            </a:r>
          </a:p>
          <a:p>
            <a:pPr marL="12700">
              <a:lnSpc>
                <a:spcPct val="100000"/>
              </a:lnSpc>
              <a:spcBef>
                <a:spcPts val="1080"/>
              </a:spcBef>
            </a:pPr>
            <a:endParaRPr lang="en-US" sz="2200" dirty="0">
              <a:latin typeface="Calibri Light" panose="020F0302020204030204" pitchFamily="34" charset="0"/>
              <a:cs typeface="Calibri Light" panose="020F0302020204030204" pitchFamily="34" charset="0"/>
            </a:endParaRPr>
          </a:p>
          <a:p>
            <a:pPr marL="12700">
              <a:lnSpc>
                <a:spcPct val="100000"/>
              </a:lnSpc>
              <a:spcBef>
                <a:spcPts val="1080"/>
              </a:spcBef>
            </a:pPr>
            <a:r>
              <a:rPr lang="en-US" sz="2200" b="1" dirty="0">
                <a:latin typeface="Calibri Light" panose="020F0302020204030204" pitchFamily="34" charset="0"/>
                <a:cs typeface="Calibri Light" panose="020F0302020204030204" pitchFamily="34" charset="0"/>
              </a:rPr>
              <a:t>Node:</a:t>
            </a:r>
          </a:p>
          <a:p>
            <a:pPr marL="355600" indent="-342900">
              <a:lnSpc>
                <a:spcPct val="100000"/>
              </a:lnSpc>
              <a:spcBef>
                <a:spcPts val="1080"/>
              </a:spcBef>
              <a:buFont typeface="Wingdings" panose="05000000000000000000" pitchFamily="2" charset="2"/>
              <a:buChar char="Ø"/>
            </a:pPr>
            <a:r>
              <a:rPr lang="en-US" sz="2200" dirty="0">
                <a:latin typeface="Calibri Light" panose="020F0302020204030204" pitchFamily="34" charset="0"/>
                <a:cs typeface="Calibri Light" panose="020F0302020204030204" pitchFamily="34" charset="0"/>
              </a:rPr>
              <a:t>It is a host which is capable of running on a physical or virtual  machine. A node should run both </a:t>
            </a:r>
            <a:r>
              <a:rPr lang="en-US" sz="2200" dirty="0" err="1">
                <a:latin typeface="Calibri Light" panose="020F0302020204030204" pitchFamily="34" charset="0"/>
                <a:cs typeface="Calibri Light" panose="020F0302020204030204" pitchFamily="34" charset="0"/>
              </a:rPr>
              <a:t>kube</a:t>
            </a:r>
            <a:r>
              <a:rPr lang="en-US" sz="2200" dirty="0">
                <a:latin typeface="Calibri Light" panose="020F0302020204030204" pitchFamily="34" charset="0"/>
                <a:cs typeface="Calibri Light" panose="020F0302020204030204" pitchFamily="34" charset="0"/>
              </a:rPr>
              <a:t>-proxy, minikube, and </a:t>
            </a:r>
            <a:r>
              <a:rPr lang="en-US" sz="2200" dirty="0" err="1">
                <a:latin typeface="Calibri Light" panose="020F0302020204030204" pitchFamily="34" charset="0"/>
                <a:cs typeface="Calibri Light" panose="020F0302020204030204" pitchFamily="34" charset="0"/>
              </a:rPr>
              <a:t>kubelet</a:t>
            </a:r>
            <a:r>
              <a:rPr lang="en-US" sz="2200" dirty="0">
                <a:latin typeface="Calibri Light" panose="020F0302020204030204" pitchFamily="34" charset="0"/>
                <a:cs typeface="Calibri Light" panose="020F0302020204030204" pitchFamily="34" charset="0"/>
              </a:rPr>
              <a:t>  which are considered as a part of the cluster.</a:t>
            </a:r>
          </a:p>
          <a:p>
            <a:pPr marL="12700">
              <a:lnSpc>
                <a:spcPct val="100000"/>
              </a:lnSpc>
              <a:spcBef>
                <a:spcPts val="1080"/>
              </a:spcBef>
            </a:pPr>
            <a:endParaRPr sz="2200" dirty="0">
              <a:latin typeface="Calibri Light" panose="020F0302020204030204" pitchFamily="34" charset="0"/>
              <a:cs typeface="Calibri Light" panose="020F0302020204030204" pitchFamily="34" charset="0"/>
            </a:endParaRPr>
          </a:p>
        </p:txBody>
      </p:sp>
      <p:sp>
        <p:nvSpPr>
          <p:cNvPr id="4" name="Footer Placeholder 3">
            <a:extLst>
              <a:ext uri="{FF2B5EF4-FFF2-40B4-BE49-F238E27FC236}">
                <a16:creationId xmlns:a16="http://schemas.microsoft.com/office/drawing/2014/main" id="{03CEA434-CA6F-E21D-6F93-3A4F19CD0B22}"/>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70CDFD84-E430-95AD-893C-19AC18B8AA45}"/>
              </a:ext>
            </a:extLst>
          </p:cNvPr>
          <p:cNvSpPr>
            <a:spLocks noGrp="1"/>
          </p:cNvSpPr>
          <p:nvPr>
            <p:ph type="sldNum" sz="quarter" idx="12"/>
          </p:nvPr>
        </p:nvSpPr>
        <p:spPr/>
        <p:txBody>
          <a:bodyPr/>
          <a:lstStyle/>
          <a:p>
            <a:fld id="{B6F15528-21DE-4FAA-801E-634DDDAF4B2B}" type="slidenum">
              <a:rPr lang="en-IN" smtClean="0"/>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6575E-9C3E-4E72-B1C1-F3E00B5677D6}"/>
              </a:ext>
            </a:extLst>
          </p:cNvPr>
          <p:cNvSpPr>
            <a:spLocks noGrp="1"/>
          </p:cNvSpPr>
          <p:nvPr>
            <p:ph type="title"/>
          </p:nvPr>
        </p:nvSpPr>
        <p:spPr>
          <a:xfrm>
            <a:off x="152400" y="-77787"/>
            <a:ext cx="10515600" cy="1325563"/>
          </a:xfrm>
        </p:spPr>
        <p:txBody>
          <a:bodyPr>
            <a:normAutofit/>
          </a:bodyPr>
          <a:lstStyle/>
          <a:p>
            <a:r>
              <a:rPr lang="en-IN" sz="3600" b="1" dirty="0"/>
              <a:t>  Kubernetes Master Components</a:t>
            </a:r>
          </a:p>
        </p:txBody>
      </p:sp>
      <p:sp>
        <p:nvSpPr>
          <p:cNvPr id="3" name="Content Placeholder 2">
            <a:extLst>
              <a:ext uri="{FF2B5EF4-FFF2-40B4-BE49-F238E27FC236}">
                <a16:creationId xmlns:a16="http://schemas.microsoft.com/office/drawing/2014/main" id="{4382C44D-AECE-4C4E-8BD9-F685C89AED6A}"/>
              </a:ext>
            </a:extLst>
          </p:cNvPr>
          <p:cNvSpPr>
            <a:spLocks noGrp="1"/>
          </p:cNvSpPr>
          <p:nvPr>
            <p:ph idx="1"/>
          </p:nvPr>
        </p:nvSpPr>
        <p:spPr>
          <a:xfrm>
            <a:off x="152400" y="912018"/>
            <a:ext cx="12039600" cy="5717382"/>
          </a:xfrm>
        </p:spPr>
        <p:txBody>
          <a:bodyPr>
            <a:noAutofit/>
          </a:bodyPr>
          <a:lstStyle/>
          <a:p>
            <a:pPr marL="0" indent="0">
              <a:buNone/>
            </a:pPr>
            <a:r>
              <a:rPr lang="en-US" sz="2200" b="1" dirty="0">
                <a:latin typeface="Calibri Light" panose="020F0302020204030204" pitchFamily="34" charset="0"/>
                <a:cs typeface="Calibri Light" panose="020F0302020204030204" pitchFamily="34" charset="0"/>
              </a:rPr>
              <a:t>API Server:</a:t>
            </a:r>
          </a:p>
          <a:p>
            <a:pPr>
              <a:buFont typeface="Wingdings" panose="05000000000000000000" pitchFamily="2" charset="2"/>
              <a:buChar char="Ø"/>
            </a:pPr>
            <a:r>
              <a:rPr lang="en-US" sz="2200" dirty="0">
                <a:latin typeface="Calibri Light" panose="020F0302020204030204" pitchFamily="34" charset="0"/>
                <a:cs typeface="Calibri Light" panose="020F0302020204030204" pitchFamily="34" charset="0"/>
              </a:rPr>
              <a:t>Key component  which provides both the internal and external interface to Kubernetes using REST API</a:t>
            </a:r>
          </a:p>
          <a:p>
            <a:pPr marL="0" indent="0">
              <a:buNone/>
            </a:pPr>
            <a:endParaRPr lang="en-US" sz="2200" dirty="0">
              <a:latin typeface="Calibri Light" panose="020F0302020204030204" pitchFamily="34" charset="0"/>
              <a:cs typeface="Calibri Light" panose="020F0302020204030204" pitchFamily="34" charset="0"/>
            </a:endParaRPr>
          </a:p>
          <a:p>
            <a:pPr marL="0" indent="0">
              <a:buNone/>
            </a:pPr>
            <a:r>
              <a:rPr lang="en-US" sz="2200" b="1" dirty="0">
                <a:latin typeface="Calibri Light" panose="020F0302020204030204" pitchFamily="34" charset="0"/>
                <a:cs typeface="Calibri Light" panose="020F0302020204030204" pitchFamily="34" charset="0"/>
              </a:rPr>
              <a:t>Kubernetes Scheduler:</a:t>
            </a:r>
          </a:p>
          <a:p>
            <a:pPr>
              <a:buFont typeface="Wingdings" panose="05000000000000000000" pitchFamily="2" charset="2"/>
              <a:buChar char="Ø"/>
            </a:pPr>
            <a:r>
              <a:rPr lang="en-US" sz="2200" dirty="0">
                <a:latin typeface="Calibri Light" panose="020F0302020204030204" pitchFamily="34" charset="0"/>
                <a:cs typeface="Calibri Light" panose="020F0302020204030204" pitchFamily="34" charset="0"/>
              </a:rPr>
              <a:t>Component in charge of determining which node is most suitable for running pods</a:t>
            </a:r>
          </a:p>
          <a:p>
            <a:pPr marL="0" indent="0">
              <a:buNone/>
            </a:pPr>
            <a:endParaRPr lang="en-US" sz="2200" dirty="0">
              <a:latin typeface="Calibri Light" panose="020F0302020204030204" pitchFamily="34" charset="0"/>
              <a:cs typeface="Calibri Light" panose="020F0302020204030204" pitchFamily="34" charset="0"/>
            </a:endParaRPr>
          </a:p>
          <a:p>
            <a:pPr marL="0" indent="0">
              <a:buNone/>
            </a:pPr>
            <a:r>
              <a:rPr lang="en-US" sz="2200" b="1" dirty="0">
                <a:latin typeface="Calibri Light" panose="020F0302020204030204" pitchFamily="34" charset="0"/>
                <a:cs typeface="Calibri Light" panose="020F0302020204030204" pitchFamily="34" charset="0"/>
              </a:rPr>
              <a:t>Controller Manager :</a:t>
            </a:r>
          </a:p>
          <a:p>
            <a:pPr>
              <a:buFont typeface="Wingdings" panose="05000000000000000000" pitchFamily="2" charset="2"/>
              <a:buChar char="Ø"/>
            </a:pPr>
            <a:r>
              <a:rPr lang="en-US" sz="2200" dirty="0">
                <a:latin typeface="Calibri Light" panose="020F0302020204030204" pitchFamily="34" charset="0"/>
                <a:cs typeface="Calibri Light" panose="020F0302020204030204" pitchFamily="34" charset="0"/>
              </a:rPr>
              <a:t>Controller manager is responsible for monitoring replication controllers, and creating corresponding pods to achieve the desired  state.</a:t>
            </a:r>
          </a:p>
          <a:p>
            <a:pPr>
              <a:buFont typeface="Wingdings" panose="05000000000000000000" pitchFamily="2" charset="2"/>
              <a:buChar char="Ø"/>
            </a:pPr>
            <a:endParaRPr lang="en-US" sz="2200" dirty="0">
              <a:latin typeface="Calibri Light" panose="020F0302020204030204" pitchFamily="34" charset="0"/>
              <a:cs typeface="Calibri Light" panose="020F0302020204030204" pitchFamily="34" charset="0"/>
            </a:endParaRPr>
          </a:p>
          <a:p>
            <a:pPr marL="0" indent="0">
              <a:buNone/>
            </a:pPr>
            <a:r>
              <a:rPr lang="en-US" sz="2200" b="1" dirty="0" err="1">
                <a:latin typeface="Calibri Light" panose="020F0302020204030204" pitchFamily="34" charset="0"/>
                <a:cs typeface="Calibri Light" panose="020F0302020204030204" pitchFamily="34" charset="0"/>
              </a:rPr>
              <a:t>etcd</a:t>
            </a:r>
            <a:r>
              <a:rPr lang="en-US" sz="2200" b="1" dirty="0">
                <a:latin typeface="Calibri Light" panose="020F0302020204030204" pitchFamily="34" charset="0"/>
                <a:cs typeface="Calibri Light" panose="020F0302020204030204" pitchFamily="34" charset="0"/>
              </a:rPr>
              <a:t> :</a:t>
            </a:r>
          </a:p>
          <a:p>
            <a:pPr>
              <a:buFont typeface="Wingdings" panose="05000000000000000000" pitchFamily="2" charset="2"/>
              <a:buChar char="Ø"/>
            </a:pPr>
            <a:r>
              <a:rPr lang="en-US" sz="2200" dirty="0">
                <a:latin typeface="Calibri Light" panose="020F0302020204030204" pitchFamily="34" charset="0"/>
                <a:cs typeface="Calibri Light" panose="020F0302020204030204" pitchFamily="34" charset="0"/>
              </a:rPr>
              <a:t> Persistent, lightweight, distributed, key value data store developed by CoreOS that reliably stores the configuration data of the cluster, representing the overall state of the cluster at any given point of time.</a:t>
            </a:r>
          </a:p>
          <a:p>
            <a:endParaRPr lang="en-US" sz="2200" dirty="0">
              <a:latin typeface="Calibri Light" panose="020F0302020204030204" pitchFamily="34" charset="0"/>
              <a:cs typeface="Calibri Light" panose="020F0302020204030204" pitchFamily="34" charset="0"/>
            </a:endParaRPr>
          </a:p>
          <a:p>
            <a:endParaRPr lang="en-IN" sz="2200" dirty="0">
              <a:latin typeface="Calibri Light" panose="020F0302020204030204" pitchFamily="34" charset="0"/>
              <a:cs typeface="Calibri Light" panose="020F0302020204030204" pitchFamily="34" charset="0"/>
            </a:endParaRPr>
          </a:p>
        </p:txBody>
      </p:sp>
      <p:sp>
        <p:nvSpPr>
          <p:cNvPr id="4" name="Footer Placeholder 3">
            <a:extLst>
              <a:ext uri="{FF2B5EF4-FFF2-40B4-BE49-F238E27FC236}">
                <a16:creationId xmlns:a16="http://schemas.microsoft.com/office/drawing/2014/main" id="{7DE7AFA5-433E-B0C0-40A0-D6B996E8EB5E}"/>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C5DBCC7E-F71E-22DF-B53C-69C30A766353}"/>
              </a:ext>
            </a:extLst>
          </p:cNvPr>
          <p:cNvSpPr>
            <a:spLocks noGrp="1"/>
          </p:cNvSpPr>
          <p:nvPr>
            <p:ph type="sldNum" sz="quarter" idx="12"/>
          </p:nvPr>
        </p:nvSpPr>
        <p:spPr/>
        <p:txBody>
          <a:bodyPr/>
          <a:lstStyle/>
          <a:p>
            <a:fld id="{B6F15528-21DE-4FAA-801E-634DDDAF4B2B}" type="slidenum">
              <a:rPr lang="en-IN" smtClean="0"/>
              <a:t>8</a:t>
            </a:fld>
            <a:endParaRPr lang="en-IN"/>
          </a:p>
        </p:txBody>
      </p:sp>
    </p:spTree>
    <p:extLst>
      <p:ext uri="{BB962C8B-B14F-4D97-AF65-F5344CB8AC3E}">
        <p14:creationId xmlns:p14="http://schemas.microsoft.com/office/powerpoint/2010/main" val="2778660878"/>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4A59E-5ED9-4220-9014-47B74BA8CF51}"/>
              </a:ext>
            </a:extLst>
          </p:cNvPr>
          <p:cNvSpPr>
            <a:spLocks noGrp="1"/>
          </p:cNvSpPr>
          <p:nvPr>
            <p:ph type="title"/>
          </p:nvPr>
        </p:nvSpPr>
        <p:spPr>
          <a:xfrm>
            <a:off x="50180" y="29737"/>
            <a:ext cx="10515600" cy="1325563"/>
          </a:xfrm>
        </p:spPr>
        <p:txBody>
          <a:bodyPr>
            <a:normAutofit/>
          </a:bodyPr>
          <a:lstStyle/>
          <a:p>
            <a:r>
              <a:rPr lang="en-IN" sz="3600" b="1" dirty="0"/>
              <a:t> Kubernetes Node Components</a:t>
            </a:r>
          </a:p>
        </p:txBody>
      </p:sp>
      <p:sp>
        <p:nvSpPr>
          <p:cNvPr id="3" name="Content Placeholder 2">
            <a:extLst>
              <a:ext uri="{FF2B5EF4-FFF2-40B4-BE49-F238E27FC236}">
                <a16:creationId xmlns:a16="http://schemas.microsoft.com/office/drawing/2014/main" id="{1C877BBB-6EA6-4FA7-A028-1CFEF2A56283}"/>
              </a:ext>
            </a:extLst>
          </p:cNvPr>
          <p:cNvSpPr>
            <a:spLocks noGrp="1"/>
          </p:cNvSpPr>
          <p:nvPr>
            <p:ph idx="1"/>
          </p:nvPr>
        </p:nvSpPr>
        <p:spPr>
          <a:xfrm>
            <a:off x="76200" y="1295400"/>
            <a:ext cx="11963399" cy="4881563"/>
          </a:xfrm>
        </p:spPr>
        <p:txBody>
          <a:bodyPr>
            <a:normAutofit/>
          </a:bodyPr>
          <a:lstStyle/>
          <a:p>
            <a:pPr marL="0" indent="0">
              <a:buNone/>
            </a:pPr>
            <a:r>
              <a:rPr lang="en-US" sz="2200" b="1" dirty="0" err="1">
                <a:latin typeface="Calibri Light" panose="020F0302020204030204" pitchFamily="34" charset="0"/>
                <a:cs typeface="Calibri Light" panose="020F0302020204030204" pitchFamily="34" charset="0"/>
              </a:rPr>
              <a:t>kubelet</a:t>
            </a:r>
            <a:endParaRPr lang="en-US" sz="2200" b="1" dirty="0">
              <a:latin typeface="Calibri Light" panose="020F0302020204030204" pitchFamily="34" charset="0"/>
              <a:cs typeface="Calibri Light" panose="020F0302020204030204" pitchFamily="34" charset="0"/>
            </a:endParaRPr>
          </a:p>
          <a:p>
            <a:pPr>
              <a:buFont typeface="Wingdings" panose="05000000000000000000" pitchFamily="2" charset="2"/>
              <a:buChar char="Ø"/>
            </a:pPr>
            <a:r>
              <a:rPr lang="en-US" sz="2200" dirty="0">
                <a:latin typeface="Calibri Light" panose="020F0302020204030204" pitchFamily="34" charset="0"/>
                <a:cs typeface="Calibri Light" panose="020F0302020204030204" pitchFamily="34" charset="0"/>
              </a:rPr>
              <a:t>An agent that runs on each node in the cluster. It makes sure that containers are running in a Pod.</a:t>
            </a:r>
          </a:p>
          <a:p>
            <a:endParaRPr lang="en-US" sz="2200" dirty="0">
              <a:latin typeface="Calibri Light" panose="020F0302020204030204" pitchFamily="34" charset="0"/>
              <a:cs typeface="Calibri Light" panose="020F0302020204030204" pitchFamily="34" charset="0"/>
            </a:endParaRPr>
          </a:p>
          <a:p>
            <a:pPr marL="0" indent="0">
              <a:buNone/>
            </a:pPr>
            <a:r>
              <a:rPr lang="en-US" sz="2200" b="1" dirty="0" err="1">
                <a:latin typeface="Calibri Light" panose="020F0302020204030204" pitchFamily="34" charset="0"/>
                <a:cs typeface="Calibri Light" panose="020F0302020204030204" pitchFamily="34" charset="0"/>
              </a:rPr>
              <a:t>kube</a:t>
            </a:r>
            <a:r>
              <a:rPr lang="en-US" sz="2200" b="1" dirty="0">
                <a:latin typeface="Calibri Light" panose="020F0302020204030204" pitchFamily="34" charset="0"/>
                <a:cs typeface="Calibri Light" panose="020F0302020204030204" pitchFamily="34" charset="0"/>
              </a:rPr>
              <a:t>-proxy</a:t>
            </a:r>
          </a:p>
          <a:p>
            <a:pPr>
              <a:buFont typeface="Wingdings" panose="05000000000000000000" pitchFamily="2" charset="2"/>
              <a:buChar char="Ø"/>
            </a:pPr>
            <a:r>
              <a:rPr lang="en-US" sz="2200" dirty="0" err="1">
                <a:latin typeface="Calibri Light" panose="020F0302020204030204" pitchFamily="34" charset="0"/>
                <a:cs typeface="Calibri Light" panose="020F0302020204030204" pitchFamily="34" charset="0"/>
              </a:rPr>
              <a:t>kube</a:t>
            </a:r>
            <a:r>
              <a:rPr lang="en-US" sz="2200" dirty="0">
                <a:latin typeface="Calibri Light" panose="020F0302020204030204" pitchFamily="34" charset="0"/>
                <a:cs typeface="Calibri Light" panose="020F0302020204030204" pitchFamily="34" charset="0"/>
              </a:rPr>
              <a:t>-proxy is a network proxy that runs on each node in your cluster, implementing part of the Kubernetes Service concept.</a:t>
            </a:r>
          </a:p>
          <a:p>
            <a:endParaRPr lang="en-US" sz="2200" dirty="0">
              <a:latin typeface="Calibri Light" panose="020F0302020204030204" pitchFamily="34" charset="0"/>
              <a:cs typeface="Calibri Light" panose="020F0302020204030204" pitchFamily="34" charset="0"/>
            </a:endParaRPr>
          </a:p>
          <a:p>
            <a:pPr marL="0" indent="0">
              <a:buNone/>
            </a:pPr>
            <a:r>
              <a:rPr lang="en-US" sz="2200" b="1" dirty="0">
                <a:latin typeface="Calibri Light" panose="020F0302020204030204" pitchFamily="34" charset="0"/>
                <a:cs typeface="Calibri Light" panose="020F0302020204030204" pitchFamily="34" charset="0"/>
              </a:rPr>
              <a:t> Container Runtime</a:t>
            </a:r>
          </a:p>
          <a:p>
            <a:pPr>
              <a:buFont typeface="Wingdings" panose="05000000000000000000" pitchFamily="2" charset="2"/>
              <a:buChar char="Ø"/>
            </a:pPr>
            <a:r>
              <a:rPr lang="en-US" sz="2200" dirty="0">
                <a:latin typeface="Calibri Light" panose="020F0302020204030204" pitchFamily="34" charset="0"/>
                <a:cs typeface="Calibri Light" panose="020F0302020204030204" pitchFamily="34" charset="0"/>
              </a:rPr>
              <a:t>The container runtime is the software that is responsible for running containers. </a:t>
            </a:r>
          </a:p>
          <a:p>
            <a:pPr>
              <a:buFont typeface="Wingdings" panose="05000000000000000000" pitchFamily="2" charset="2"/>
              <a:buChar char="Ø"/>
            </a:pPr>
            <a:r>
              <a:rPr lang="en-US" sz="2200" dirty="0">
                <a:latin typeface="Calibri Light" panose="020F0302020204030204" pitchFamily="34" charset="0"/>
                <a:cs typeface="Calibri Light" panose="020F0302020204030204" pitchFamily="34" charset="0"/>
              </a:rPr>
              <a:t>Kubernetes supports several container runtimes: Docker, </a:t>
            </a:r>
            <a:r>
              <a:rPr lang="en-US" sz="2200" dirty="0" err="1">
                <a:latin typeface="Calibri Light" panose="020F0302020204030204" pitchFamily="34" charset="0"/>
                <a:cs typeface="Calibri Light" panose="020F0302020204030204" pitchFamily="34" charset="0"/>
              </a:rPr>
              <a:t>rkt</a:t>
            </a:r>
            <a:r>
              <a:rPr lang="en-US" sz="2200" dirty="0">
                <a:latin typeface="Calibri Light" panose="020F0302020204030204" pitchFamily="34" charset="0"/>
                <a:cs typeface="Calibri Light" panose="020F0302020204030204" pitchFamily="34" charset="0"/>
              </a:rPr>
              <a:t>..</a:t>
            </a:r>
            <a:r>
              <a:rPr lang="en-US" sz="2200" dirty="0" err="1">
                <a:latin typeface="Calibri Light" panose="020F0302020204030204" pitchFamily="34" charset="0"/>
                <a:cs typeface="Calibri Light" panose="020F0302020204030204" pitchFamily="34" charset="0"/>
              </a:rPr>
              <a:t>etc</a:t>
            </a:r>
            <a:endParaRPr lang="en-IN" sz="2200" dirty="0">
              <a:latin typeface="Calibri Light" panose="020F0302020204030204" pitchFamily="34" charset="0"/>
              <a:cs typeface="Calibri Light" panose="020F0302020204030204" pitchFamily="34" charset="0"/>
            </a:endParaRPr>
          </a:p>
        </p:txBody>
      </p:sp>
      <p:sp>
        <p:nvSpPr>
          <p:cNvPr id="4" name="Footer Placeholder 3">
            <a:extLst>
              <a:ext uri="{FF2B5EF4-FFF2-40B4-BE49-F238E27FC236}">
                <a16:creationId xmlns:a16="http://schemas.microsoft.com/office/drawing/2014/main" id="{9E76C740-6102-E464-2585-C5B3A28DDC8D}"/>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B73F3130-0C3D-980B-1E3E-380A45F170E1}"/>
              </a:ext>
            </a:extLst>
          </p:cNvPr>
          <p:cNvSpPr>
            <a:spLocks noGrp="1"/>
          </p:cNvSpPr>
          <p:nvPr>
            <p:ph type="sldNum" sz="quarter" idx="12"/>
          </p:nvPr>
        </p:nvSpPr>
        <p:spPr/>
        <p:txBody>
          <a:bodyPr/>
          <a:lstStyle/>
          <a:p>
            <a:fld id="{B6F15528-21DE-4FAA-801E-634DDDAF4B2B}" type="slidenum">
              <a:rPr lang="en-IN" smtClean="0"/>
              <a:t>9</a:t>
            </a:fld>
            <a:endParaRPr lang="en-IN"/>
          </a:p>
        </p:txBody>
      </p:sp>
    </p:spTree>
    <p:extLst>
      <p:ext uri="{BB962C8B-B14F-4D97-AF65-F5344CB8AC3E}">
        <p14:creationId xmlns:p14="http://schemas.microsoft.com/office/powerpoint/2010/main" val="765845638"/>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71144" y="1084206"/>
            <a:ext cx="9403080" cy="531354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341884" y="301479"/>
            <a:ext cx="5130800" cy="574040"/>
          </a:xfrm>
          <a:prstGeom prst="rect">
            <a:avLst/>
          </a:prstGeom>
        </p:spPr>
        <p:txBody>
          <a:bodyPr vert="horz" wrap="square" lIns="0" tIns="12700" rIns="0" bIns="0" rtlCol="0">
            <a:spAutoFit/>
          </a:bodyPr>
          <a:lstStyle/>
          <a:p>
            <a:pPr marL="12700">
              <a:lnSpc>
                <a:spcPct val="100000"/>
              </a:lnSpc>
              <a:spcBef>
                <a:spcPts val="100"/>
              </a:spcBef>
            </a:pPr>
            <a:r>
              <a:rPr sz="3600" b="1" spc="-10" dirty="0">
                <a:solidFill>
                  <a:schemeClr val="tx1"/>
                </a:solidFill>
              </a:rPr>
              <a:t>Kubernetes</a:t>
            </a:r>
            <a:r>
              <a:rPr sz="3600" b="1" spc="10" dirty="0">
                <a:solidFill>
                  <a:schemeClr val="tx1"/>
                </a:solidFill>
              </a:rPr>
              <a:t> </a:t>
            </a:r>
            <a:r>
              <a:rPr sz="3600" b="1" spc="-10" dirty="0">
                <a:solidFill>
                  <a:schemeClr val="tx1"/>
                </a:solidFill>
              </a:rPr>
              <a:t>Dashboard</a:t>
            </a:r>
            <a:endParaRPr sz="3600" b="1" dirty="0">
              <a:solidFill>
                <a:schemeClr val="tx1"/>
              </a:solidFill>
            </a:endParaRPr>
          </a:p>
        </p:txBody>
      </p:sp>
      <p:sp>
        <p:nvSpPr>
          <p:cNvPr id="4" name="object 4"/>
          <p:cNvSpPr txBox="1"/>
          <p:nvPr/>
        </p:nvSpPr>
        <p:spPr>
          <a:xfrm>
            <a:off x="1028801" y="6306718"/>
            <a:ext cx="936307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entury Gothic"/>
                <a:cs typeface="Century Gothic"/>
              </a:rPr>
              <a:t>Ref</a:t>
            </a:r>
            <a:r>
              <a:rPr sz="1800" spc="55" dirty="0">
                <a:latin typeface="Century Gothic"/>
                <a:cs typeface="Century Gothic"/>
              </a:rPr>
              <a:t> </a:t>
            </a:r>
            <a:r>
              <a:rPr sz="1800" spc="-5" dirty="0">
                <a:latin typeface="Century Gothic"/>
                <a:cs typeface="Century Gothic"/>
              </a:rPr>
              <a:t>:</a:t>
            </a:r>
            <a:r>
              <a:rPr sz="1800" u="sng" spc="-5" dirty="0">
                <a:uFill>
                  <a:solidFill>
                    <a:srgbClr val="57C1B9"/>
                  </a:solidFill>
                </a:uFill>
                <a:latin typeface="Century Gothic"/>
                <a:cs typeface="Century Gothic"/>
                <a:hlinkClick r:id="rId3">
                  <a:extLst>
                    <a:ext uri="{A12FA001-AC4F-418D-AE19-62706E023703}">
                      <ahyp:hlinkClr xmlns:ahyp="http://schemas.microsoft.com/office/drawing/2018/hyperlinkcolor" val="tx"/>
                    </a:ext>
                  </a:extLst>
                </a:hlinkClick>
              </a:rPr>
              <a:t>https://kubernetes.io/docs/tasks/access-application-cluster/web-ui-dashboard/</a:t>
            </a:r>
            <a:endParaRPr sz="1800" dirty="0">
              <a:latin typeface="Century Gothic"/>
              <a:cs typeface="Century Gothic"/>
            </a:endParaRPr>
          </a:p>
        </p:txBody>
      </p:sp>
      <p:sp>
        <p:nvSpPr>
          <p:cNvPr id="5" name="Footer Placeholder 4">
            <a:extLst>
              <a:ext uri="{FF2B5EF4-FFF2-40B4-BE49-F238E27FC236}">
                <a16:creationId xmlns:a16="http://schemas.microsoft.com/office/drawing/2014/main" id="{6CBD6CFD-361A-8DE8-2EBD-F28BDF1D782C}"/>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DF2EE431-4476-E5F0-787B-C1509D91FB93}"/>
              </a:ext>
            </a:extLst>
          </p:cNvPr>
          <p:cNvSpPr>
            <a:spLocks noGrp="1"/>
          </p:cNvSpPr>
          <p:nvPr>
            <p:ph type="sldNum" sz="quarter" idx="12"/>
          </p:nvPr>
        </p:nvSpPr>
        <p:spPr/>
        <p:txBody>
          <a:bodyPr/>
          <a:lstStyle/>
          <a:p>
            <a:fld id="{B6F15528-21DE-4FAA-801E-634DDDAF4B2B}" type="slidenum">
              <a:rPr lang="en-IN" smtClean="0"/>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DFF71-096D-4454-ACDE-F0D745066DDD}"/>
              </a:ext>
            </a:extLst>
          </p:cNvPr>
          <p:cNvSpPr>
            <a:spLocks noGrp="1"/>
          </p:cNvSpPr>
          <p:nvPr>
            <p:ph type="title"/>
          </p:nvPr>
        </p:nvSpPr>
        <p:spPr>
          <a:xfrm>
            <a:off x="304800" y="158410"/>
            <a:ext cx="10515600" cy="1325563"/>
          </a:xfrm>
        </p:spPr>
        <p:txBody>
          <a:bodyPr>
            <a:normAutofit/>
          </a:bodyPr>
          <a:lstStyle/>
          <a:p>
            <a:r>
              <a:rPr lang="en-IN" sz="3600" b="1" i="0" dirty="0">
                <a:solidFill>
                  <a:srgbClr val="222222"/>
                </a:solidFill>
                <a:effectLst/>
              </a:rPr>
              <a:t>Stacked </a:t>
            </a:r>
            <a:r>
              <a:rPr lang="en-IN" sz="3600" b="1" i="0" dirty="0" err="1">
                <a:solidFill>
                  <a:srgbClr val="222222"/>
                </a:solidFill>
                <a:effectLst/>
              </a:rPr>
              <a:t>etcd</a:t>
            </a:r>
            <a:r>
              <a:rPr lang="en-IN" sz="3600" b="1" i="0" dirty="0">
                <a:solidFill>
                  <a:srgbClr val="222222"/>
                </a:solidFill>
                <a:effectLst/>
              </a:rPr>
              <a:t> topology</a:t>
            </a:r>
            <a:br>
              <a:rPr lang="en-IN" sz="3600" b="1" i="0" dirty="0">
                <a:solidFill>
                  <a:srgbClr val="222222"/>
                </a:solidFill>
                <a:effectLst/>
              </a:rPr>
            </a:br>
            <a:endParaRPr lang="en-IN" sz="3600" b="1" dirty="0"/>
          </a:p>
        </p:txBody>
      </p:sp>
      <p:pic>
        <p:nvPicPr>
          <p:cNvPr id="9" name="Content Placeholder 8">
            <a:extLst>
              <a:ext uri="{FF2B5EF4-FFF2-40B4-BE49-F238E27FC236}">
                <a16:creationId xmlns:a16="http://schemas.microsoft.com/office/drawing/2014/main" id="{9CA27971-0A6A-4CCF-B7E6-149C3215EC28}"/>
              </a:ext>
            </a:extLst>
          </p:cNvPr>
          <p:cNvPicPr>
            <a:picLocks noGrp="1" noChangeAspect="1"/>
          </p:cNvPicPr>
          <p:nvPr>
            <p:ph idx="1"/>
          </p:nvPr>
        </p:nvPicPr>
        <p:blipFill>
          <a:blip r:embed="rId2"/>
          <a:stretch>
            <a:fillRect/>
          </a:stretch>
        </p:blipFill>
        <p:spPr>
          <a:xfrm>
            <a:off x="1828800" y="1143000"/>
            <a:ext cx="7280476" cy="4231027"/>
          </a:xfrm>
        </p:spPr>
      </p:pic>
      <p:sp>
        <p:nvSpPr>
          <p:cNvPr id="11" name="TextBox 10">
            <a:extLst>
              <a:ext uri="{FF2B5EF4-FFF2-40B4-BE49-F238E27FC236}">
                <a16:creationId xmlns:a16="http://schemas.microsoft.com/office/drawing/2014/main" id="{2714A71D-6F7E-4237-BB07-9A5BAC127983}"/>
              </a:ext>
            </a:extLst>
          </p:cNvPr>
          <p:cNvSpPr txBox="1"/>
          <p:nvPr/>
        </p:nvSpPr>
        <p:spPr>
          <a:xfrm>
            <a:off x="650488" y="5452014"/>
            <a:ext cx="10668000" cy="923330"/>
          </a:xfrm>
          <a:prstGeom prst="rect">
            <a:avLst/>
          </a:prstGeom>
          <a:noFill/>
        </p:spPr>
        <p:txBody>
          <a:bodyPr wrap="square" rtlCol="0">
            <a:spAutoFit/>
          </a:bodyPr>
          <a:lstStyle/>
          <a:p>
            <a:r>
              <a:rPr lang="en-US" dirty="0"/>
              <a:t>A stacked HA cluster is a topology where the distributed data storage cluster provided by </a:t>
            </a:r>
            <a:r>
              <a:rPr lang="en-US" dirty="0" err="1"/>
              <a:t>etcd</a:t>
            </a:r>
            <a:r>
              <a:rPr lang="en-US" dirty="0"/>
              <a:t> is stacked on top of the cluster formed by the nodes managed by </a:t>
            </a:r>
            <a:r>
              <a:rPr lang="en-US" dirty="0" err="1"/>
              <a:t>kubeadm</a:t>
            </a:r>
            <a:r>
              <a:rPr lang="en-US" dirty="0"/>
              <a:t> that run control plane components.</a:t>
            </a:r>
          </a:p>
          <a:p>
            <a:endParaRPr lang="en-IN" dirty="0"/>
          </a:p>
        </p:txBody>
      </p:sp>
      <p:sp>
        <p:nvSpPr>
          <p:cNvPr id="3" name="Footer Placeholder 2">
            <a:extLst>
              <a:ext uri="{FF2B5EF4-FFF2-40B4-BE49-F238E27FC236}">
                <a16:creationId xmlns:a16="http://schemas.microsoft.com/office/drawing/2014/main" id="{176217DB-6A2F-8EF9-11F8-B755296051D3}"/>
              </a:ext>
            </a:extLst>
          </p:cNvPr>
          <p:cNvSpPr>
            <a:spLocks noGrp="1"/>
          </p:cNvSpPr>
          <p:nvPr>
            <p:ph type="ftr" sz="quarter" idx="11"/>
          </p:nvPr>
        </p:nvSpPr>
        <p:spPr/>
        <p:txBody>
          <a:bodyPr/>
          <a:lstStyle/>
          <a:p>
            <a:r>
              <a:rPr lang="en-US"/>
              <a:t>CHAITANYA R GAAJULA</a:t>
            </a:r>
            <a:endParaRPr lang="en-IN"/>
          </a:p>
        </p:txBody>
      </p:sp>
      <p:sp>
        <p:nvSpPr>
          <p:cNvPr id="4" name="Slide Number Placeholder 3">
            <a:extLst>
              <a:ext uri="{FF2B5EF4-FFF2-40B4-BE49-F238E27FC236}">
                <a16:creationId xmlns:a16="http://schemas.microsoft.com/office/drawing/2014/main" id="{6FC97B82-8FA5-0F81-E855-02FFE1D5E0DF}"/>
              </a:ext>
            </a:extLst>
          </p:cNvPr>
          <p:cNvSpPr>
            <a:spLocks noGrp="1"/>
          </p:cNvSpPr>
          <p:nvPr>
            <p:ph type="sldNum" sz="quarter" idx="12"/>
          </p:nvPr>
        </p:nvSpPr>
        <p:spPr/>
        <p:txBody>
          <a:bodyPr/>
          <a:lstStyle/>
          <a:p>
            <a:fld id="{B6F15528-21DE-4FAA-801E-634DDDAF4B2B}" type="slidenum">
              <a:rPr lang="en-IN" smtClean="0"/>
              <a:t>11</a:t>
            </a:fld>
            <a:endParaRPr lang="en-IN"/>
          </a:p>
        </p:txBody>
      </p:sp>
    </p:spTree>
    <p:extLst>
      <p:ext uri="{BB962C8B-B14F-4D97-AF65-F5344CB8AC3E}">
        <p14:creationId xmlns:p14="http://schemas.microsoft.com/office/powerpoint/2010/main" val="3429195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A344-5EE2-4FB3-B17E-CE066A6DC6CA}"/>
              </a:ext>
            </a:extLst>
          </p:cNvPr>
          <p:cNvSpPr>
            <a:spLocks noGrp="1"/>
          </p:cNvSpPr>
          <p:nvPr>
            <p:ph type="title"/>
          </p:nvPr>
        </p:nvSpPr>
        <p:spPr>
          <a:xfrm>
            <a:off x="304800" y="211270"/>
            <a:ext cx="10591800" cy="1309688"/>
          </a:xfrm>
        </p:spPr>
        <p:txBody>
          <a:bodyPr>
            <a:noAutofit/>
          </a:bodyPr>
          <a:lstStyle/>
          <a:p>
            <a:r>
              <a:rPr lang="en-IN" sz="3600" b="1" i="0" dirty="0">
                <a:solidFill>
                  <a:srgbClr val="222222"/>
                </a:solidFill>
                <a:effectLst/>
              </a:rPr>
              <a:t>External </a:t>
            </a:r>
            <a:r>
              <a:rPr lang="en-IN" sz="3600" b="1" i="0" dirty="0" err="1">
                <a:solidFill>
                  <a:srgbClr val="222222"/>
                </a:solidFill>
                <a:effectLst/>
              </a:rPr>
              <a:t>etcd</a:t>
            </a:r>
            <a:r>
              <a:rPr lang="en-IN" sz="3600" b="1" i="0" dirty="0">
                <a:solidFill>
                  <a:srgbClr val="222222"/>
                </a:solidFill>
                <a:effectLst/>
              </a:rPr>
              <a:t> topology</a:t>
            </a:r>
            <a:r>
              <a:rPr lang="en-IN" sz="3600" b="1" dirty="0">
                <a:solidFill>
                  <a:srgbClr val="3371E3"/>
                </a:solidFill>
              </a:rPr>
              <a:t> </a:t>
            </a:r>
            <a:br>
              <a:rPr lang="en-IN" sz="3600" b="1" i="0" dirty="0">
                <a:solidFill>
                  <a:srgbClr val="222222"/>
                </a:solidFill>
                <a:effectLst/>
              </a:rPr>
            </a:br>
            <a:br>
              <a:rPr lang="en-IN" sz="3600" b="1" dirty="0"/>
            </a:br>
            <a:endParaRPr lang="en-IN" sz="3600" b="1" dirty="0"/>
          </a:p>
        </p:txBody>
      </p:sp>
      <p:pic>
        <p:nvPicPr>
          <p:cNvPr id="6" name="Content Placeholder 5">
            <a:extLst>
              <a:ext uri="{FF2B5EF4-FFF2-40B4-BE49-F238E27FC236}">
                <a16:creationId xmlns:a16="http://schemas.microsoft.com/office/drawing/2014/main" id="{D21FF2BD-41A4-4141-A135-936294CC71D7}"/>
              </a:ext>
            </a:extLst>
          </p:cNvPr>
          <p:cNvPicPr>
            <a:picLocks noGrp="1" noChangeAspect="1"/>
          </p:cNvPicPr>
          <p:nvPr>
            <p:ph idx="1"/>
          </p:nvPr>
        </p:nvPicPr>
        <p:blipFill>
          <a:blip r:embed="rId2"/>
          <a:stretch>
            <a:fillRect/>
          </a:stretch>
        </p:blipFill>
        <p:spPr>
          <a:xfrm>
            <a:off x="1447800" y="838200"/>
            <a:ext cx="7572845" cy="4469105"/>
          </a:xfrm>
        </p:spPr>
      </p:pic>
      <p:sp>
        <p:nvSpPr>
          <p:cNvPr id="7" name="TextBox 6">
            <a:extLst>
              <a:ext uri="{FF2B5EF4-FFF2-40B4-BE49-F238E27FC236}">
                <a16:creationId xmlns:a16="http://schemas.microsoft.com/office/drawing/2014/main" id="{C0EE0C30-2D42-4F8A-B867-37F4C6121FE6}"/>
              </a:ext>
            </a:extLst>
          </p:cNvPr>
          <p:cNvSpPr txBox="1"/>
          <p:nvPr/>
        </p:nvSpPr>
        <p:spPr>
          <a:xfrm>
            <a:off x="838200" y="5562600"/>
            <a:ext cx="10134600" cy="1200329"/>
          </a:xfrm>
          <a:prstGeom prst="rect">
            <a:avLst/>
          </a:prstGeom>
          <a:noFill/>
        </p:spPr>
        <p:txBody>
          <a:bodyPr wrap="square" rtlCol="0">
            <a:spAutoFit/>
          </a:bodyPr>
          <a:lstStyle/>
          <a:p>
            <a:r>
              <a:rPr lang="en-US" dirty="0"/>
              <a:t>An HA cluster with external </a:t>
            </a:r>
            <a:r>
              <a:rPr lang="en-US" dirty="0" err="1"/>
              <a:t>etcd</a:t>
            </a:r>
            <a:r>
              <a:rPr lang="en-US" dirty="0"/>
              <a:t> is a topology where the distributed data storage cluster provided by </a:t>
            </a:r>
            <a:r>
              <a:rPr lang="en-US" dirty="0" err="1"/>
              <a:t>etcd</a:t>
            </a:r>
            <a:r>
              <a:rPr lang="en-US" dirty="0"/>
              <a:t> is external to the cluster formed by the nodes that run control plane components</a:t>
            </a:r>
          </a:p>
          <a:p>
            <a:endParaRPr lang="en-US" dirty="0"/>
          </a:p>
          <a:p>
            <a:endParaRPr lang="en-IN" dirty="0"/>
          </a:p>
        </p:txBody>
      </p:sp>
      <p:sp>
        <p:nvSpPr>
          <p:cNvPr id="3" name="Footer Placeholder 2">
            <a:extLst>
              <a:ext uri="{FF2B5EF4-FFF2-40B4-BE49-F238E27FC236}">
                <a16:creationId xmlns:a16="http://schemas.microsoft.com/office/drawing/2014/main" id="{12223546-CBC6-87FD-A9B3-90B286990B4B}"/>
              </a:ext>
            </a:extLst>
          </p:cNvPr>
          <p:cNvSpPr>
            <a:spLocks noGrp="1"/>
          </p:cNvSpPr>
          <p:nvPr>
            <p:ph type="ftr" sz="quarter" idx="11"/>
          </p:nvPr>
        </p:nvSpPr>
        <p:spPr/>
        <p:txBody>
          <a:bodyPr/>
          <a:lstStyle/>
          <a:p>
            <a:r>
              <a:rPr lang="en-US"/>
              <a:t>CHAITANYA R GAAJULA</a:t>
            </a:r>
            <a:endParaRPr lang="en-IN"/>
          </a:p>
        </p:txBody>
      </p:sp>
      <p:sp>
        <p:nvSpPr>
          <p:cNvPr id="4" name="Slide Number Placeholder 3">
            <a:extLst>
              <a:ext uri="{FF2B5EF4-FFF2-40B4-BE49-F238E27FC236}">
                <a16:creationId xmlns:a16="http://schemas.microsoft.com/office/drawing/2014/main" id="{E728F89F-DB10-354D-1F52-1CE6467CCDEB}"/>
              </a:ext>
            </a:extLst>
          </p:cNvPr>
          <p:cNvSpPr>
            <a:spLocks noGrp="1"/>
          </p:cNvSpPr>
          <p:nvPr>
            <p:ph type="sldNum" sz="quarter" idx="12"/>
          </p:nvPr>
        </p:nvSpPr>
        <p:spPr/>
        <p:txBody>
          <a:bodyPr/>
          <a:lstStyle/>
          <a:p>
            <a:fld id="{B6F15528-21DE-4FAA-801E-634DDDAF4B2B}" type="slidenum">
              <a:rPr lang="en-IN" smtClean="0"/>
              <a:t>12</a:t>
            </a:fld>
            <a:endParaRPr lang="en-IN"/>
          </a:p>
        </p:txBody>
      </p:sp>
    </p:spTree>
    <p:extLst>
      <p:ext uri="{BB962C8B-B14F-4D97-AF65-F5344CB8AC3E}">
        <p14:creationId xmlns:p14="http://schemas.microsoft.com/office/powerpoint/2010/main" val="2556643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20289" y="2713685"/>
            <a:ext cx="6693534" cy="757555"/>
          </a:xfrm>
          <a:prstGeom prst="rect">
            <a:avLst/>
          </a:prstGeom>
        </p:spPr>
        <p:txBody>
          <a:bodyPr vert="horz" wrap="square" lIns="0" tIns="12700" rIns="0" bIns="0" rtlCol="0">
            <a:spAutoFit/>
          </a:bodyPr>
          <a:lstStyle/>
          <a:p>
            <a:pPr marL="12700">
              <a:lnSpc>
                <a:spcPct val="100000"/>
              </a:lnSpc>
              <a:spcBef>
                <a:spcPts val="100"/>
              </a:spcBef>
            </a:pPr>
            <a:r>
              <a:rPr b="1" spc="-5" dirty="0">
                <a:solidFill>
                  <a:schemeClr val="tx1">
                    <a:lumMod val="95000"/>
                    <a:lumOff val="5000"/>
                  </a:schemeClr>
                </a:solidFill>
                <a:latin typeface="+mj-lt"/>
                <a:cs typeface="Century Gothic"/>
              </a:rPr>
              <a:t>Kubernetes</a:t>
            </a:r>
            <a:r>
              <a:rPr b="1" spc="-70" dirty="0">
                <a:solidFill>
                  <a:schemeClr val="tx1">
                    <a:lumMod val="95000"/>
                    <a:lumOff val="5000"/>
                  </a:schemeClr>
                </a:solidFill>
                <a:latin typeface="+mj-lt"/>
                <a:cs typeface="Century Gothic"/>
              </a:rPr>
              <a:t> </a:t>
            </a:r>
            <a:r>
              <a:rPr b="1" spc="-5" dirty="0">
                <a:solidFill>
                  <a:schemeClr val="tx1">
                    <a:lumMod val="95000"/>
                    <a:lumOff val="5000"/>
                  </a:schemeClr>
                </a:solidFill>
                <a:latin typeface="+mj-lt"/>
                <a:cs typeface="Century Gothic"/>
              </a:rPr>
              <a:t>Installation</a:t>
            </a:r>
          </a:p>
        </p:txBody>
      </p:sp>
      <p:sp>
        <p:nvSpPr>
          <p:cNvPr id="3" name="Footer Placeholder 2">
            <a:extLst>
              <a:ext uri="{FF2B5EF4-FFF2-40B4-BE49-F238E27FC236}">
                <a16:creationId xmlns:a16="http://schemas.microsoft.com/office/drawing/2014/main" id="{F8435CF6-CE1C-8D51-ACD2-F2636E8E5583}"/>
              </a:ext>
            </a:extLst>
          </p:cNvPr>
          <p:cNvSpPr>
            <a:spLocks noGrp="1"/>
          </p:cNvSpPr>
          <p:nvPr>
            <p:ph type="ftr" sz="quarter" idx="11"/>
          </p:nvPr>
        </p:nvSpPr>
        <p:spPr/>
        <p:txBody>
          <a:bodyPr/>
          <a:lstStyle/>
          <a:p>
            <a:r>
              <a:rPr lang="en-US"/>
              <a:t>CHAITANYA R GAAJULA</a:t>
            </a:r>
            <a:endParaRPr lang="en-IN"/>
          </a:p>
        </p:txBody>
      </p:sp>
      <p:sp>
        <p:nvSpPr>
          <p:cNvPr id="4" name="Slide Number Placeholder 3">
            <a:extLst>
              <a:ext uri="{FF2B5EF4-FFF2-40B4-BE49-F238E27FC236}">
                <a16:creationId xmlns:a16="http://schemas.microsoft.com/office/drawing/2014/main" id="{ECA58152-7EFC-1729-2C27-5D839E533657}"/>
              </a:ext>
            </a:extLst>
          </p:cNvPr>
          <p:cNvSpPr>
            <a:spLocks noGrp="1"/>
          </p:cNvSpPr>
          <p:nvPr>
            <p:ph type="sldNum" sz="quarter" idx="12"/>
          </p:nvPr>
        </p:nvSpPr>
        <p:spPr/>
        <p:txBody>
          <a:bodyPr/>
          <a:lstStyle/>
          <a:p>
            <a:fld id="{B6F15528-21DE-4FAA-801E-634DDDAF4B2B}" type="slidenum">
              <a:rPr lang="en-IN" smtClean="0"/>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1003" y="236776"/>
            <a:ext cx="7894320" cy="566822"/>
          </a:xfrm>
          <a:prstGeom prst="rect">
            <a:avLst/>
          </a:prstGeom>
        </p:spPr>
        <p:txBody>
          <a:bodyPr vert="horz" wrap="square" lIns="0" tIns="12700" rIns="0" bIns="0" rtlCol="0">
            <a:spAutoFit/>
          </a:bodyPr>
          <a:lstStyle/>
          <a:p>
            <a:pPr marL="12700">
              <a:lnSpc>
                <a:spcPct val="100000"/>
              </a:lnSpc>
              <a:spcBef>
                <a:spcPts val="100"/>
              </a:spcBef>
            </a:pPr>
            <a:r>
              <a:rPr sz="3600" b="1" spc="-5" dirty="0">
                <a:solidFill>
                  <a:schemeClr val="tx1"/>
                </a:solidFill>
                <a:latin typeface="Calibri Light" panose="020F0302020204030204" pitchFamily="34" charset="0"/>
                <a:cs typeface="Calibri Light" panose="020F0302020204030204" pitchFamily="34" charset="0"/>
              </a:rPr>
              <a:t>Kubernetes Installation</a:t>
            </a:r>
            <a:r>
              <a:rPr sz="3600" b="1" spc="5" dirty="0">
                <a:solidFill>
                  <a:schemeClr val="tx1"/>
                </a:solidFill>
                <a:latin typeface="Calibri Light" panose="020F0302020204030204" pitchFamily="34" charset="0"/>
                <a:cs typeface="Calibri Light" panose="020F0302020204030204" pitchFamily="34" charset="0"/>
              </a:rPr>
              <a:t> </a:t>
            </a:r>
            <a:r>
              <a:rPr sz="3600" b="1" dirty="0">
                <a:solidFill>
                  <a:schemeClr val="tx1"/>
                </a:solidFill>
                <a:latin typeface="Calibri Light" panose="020F0302020204030204" pitchFamily="34" charset="0"/>
                <a:cs typeface="Calibri Light" panose="020F0302020204030204" pitchFamily="34" charset="0"/>
              </a:rPr>
              <a:t>Models</a:t>
            </a:r>
          </a:p>
        </p:txBody>
      </p:sp>
      <p:sp>
        <p:nvSpPr>
          <p:cNvPr id="3" name="object 3"/>
          <p:cNvSpPr txBox="1"/>
          <p:nvPr/>
        </p:nvSpPr>
        <p:spPr>
          <a:xfrm>
            <a:off x="685800" y="1039269"/>
            <a:ext cx="6629400" cy="350096"/>
          </a:xfrm>
          <a:prstGeom prst="rect">
            <a:avLst/>
          </a:prstGeom>
        </p:spPr>
        <p:txBody>
          <a:bodyPr vert="horz" wrap="square" lIns="0" tIns="11430" rIns="0" bIns="0" rtlCol="0">
            <a:spAutoFit/>
          </a:bodyPr>
          <a:lstStyle/>
          <a:p>
            <a:pPr marL="12700">
              <a:lnSpc>
                <a:spcPct val="100000"/>
              </a:lnSpc>
              <a:spcBef>
                <a:spcPts val="90"/>
              </a:spcBef>
            </a:pPr>
            <a:r>
              <a:rPr sz="2200" b="1" u="sng" spc="-10" dirty="0">
                <a:latin typeface="Calibri Light" panose="020F0302020204030204" pitchFamily="34" charset="0"/>
                <a:cs typeface="Calibri Light" panose="020F0302020204030204" pitchFamily="34" charset="0"/>
              </a:rPr>
              <a:t>Kubernetes </a:t>
            </a:r>
            <a:r>
              <a:rPr sz="2200" b="1" u="sng" spc="-5" dirty="0">
                <a:latin typeface="Calibri Light" panose="020F0302020204030204" pitchFamily="34" charset="0"/>
                <a:cs typeface="Calibri Light" panose="020F0302020204030204" pitchFamily="34" charset="0"/>
              </a:rPr>
              <a:t>using</a:t>
            </a:r>
            <a:r>
              <a:rPr sz="2200" b="1" u="sng" spc="-30" dirty="0">
                <a:latin typeface="Calibri Light" panose="020F0302020204030204" pitchFamily="34" charset="0"/>
                <a:cs typeface="Calibri Light" panose="020F0302020204030204" pitchFamily="34" charset="0"/>
              </a:rPr>
              <a:t> </a:t>
            </a:r>
            <a:r>
              <a:rPr sz="2200" b="1" u="sng" spc="-5" dirty="0" err="1">
                <a:latin typeface="Calibri Light" panose="020F0302020204030204" pitchFamily="34" charset="0"/>
                <a:cs typeface="Calibri Light" panose="020F0302020204030204" pitchFamily="34" charset="0"/>
              </a:rPr>
              <a:t>Minikube</a:t>
            </a:r>
            <a:r>
              <a:rPr lang="en-IN" sz="2200" b="1" u="sng" spc="-5" dirty="0">
                <a:latin typeface="Calibri Light" panose="020F0302020204030204" pitchFamily="34" charset="0"/>
                <a:cs typeface="Calibri Light" panose="020F0302020204030204" pitchFamily="34" charset="0"/>
              </a:rPr>
              <a:t> (Single Node Cluster)</a:t>
            </a:r>
            <a:endParaRPr sz="2200" b="1" u="sng" dirty="0">
              <a:latin typeface="Calibri Light" panose="020F0302020204030204" pitchFamily="34" charset="0"/>
              <a:cs typeface="Calibri Light" panose="020F0302020204030204" pitchFamily="34" charset="0"/>
            </a:endParaRPr>
          </a:p>
        </p:txBody>
      </p:sp>
      <p:sp>
        <p:nvSpPr>
          <p:cNvPr id="4" name="object 4"/>
          <p:cNvSpPr/>
          <p:nvPr/>
        </p:nvSpPr>
        <p:spPr>
          <a:xfrm>
            <a:off x="1676400" y="1785797"/>
            <a:ext cx="4283837" cy="3782567"/>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body" idx="1"/>
          </p:nvPr>
        </p:nvSpPr>
        <p:spPr>
          <a:xfrm>
            <a:off x="231267" y="2667000"/>
            <a:ext cx="11729466" cy="2395528"/>
          </a:xfrm>
          <a:prstGeom prst="rect">
            <a:avLst/>
          </a:prstGeom>
        </p:spPr>
        <p:txBody>
          <a:bodyPr vert="horz" wrap="square" lIns="0" tIns="12700" rIns="0" bIns="0" rtlCol="0">
            <a:spAutoFit/>
          </a:bodyPr>
          <a:lstStyle/>
          <a:p>
            <a:pPr marL="6567170">
              <a:lnSpc>
                <a:spcPct val="100000"/>
              </a:lnSpc>
              <a:spcBef>
                <a:spcPts val="100"/>
              </a:spcBef>
            </a:pPr>
            <a:r>
              <a:rPr sz="2200" b="1" spc="-5" dirty="0">
                <a:solidFill>
                  <a:schemeClr val="tx1"/>
                </a:solidFill>
                <a:latin typeface="Calibri Light" panose="020F0302020204030204" pitchFamily="34" charset="0"/>
                <a:cs typeface="Calibri Light" panose="020F0302020204030204" pitchFamily="34" charset="0"/>
              </a:rPr>
              <a:t>Use </a:t>
            </a:r>
            <a:r>
              <a:rPr sz="2200" b="1" dirty="0">
                <a:solidFill>
                  <a:schemeClr val="tx1"/>
                </a:solidFill>
                <a:latin typeface="Calibri Light" panose="020F0302020204030204" pitchFamily="34" charset="0"/>
                <a:cs typeface="Calibri Light" panose="020F0302020204030204" pitchFamily="34" charset="0"/>
              </a:rPr>
              <a:t>case: </a:t>
            </a:r>
            <a:r>
              <a:rPr sz="2200" spc="-5" dirty="0">
                <a:solidFill>
                  <a:schemeClr val="tx1"/>
                </a:solidFill>
                <a:latin typeface="Calibri Light" panose="020F0302020204030204" pitchFamily="34" charset="0"/>
                <a:cs typeface="Calibri Light" panose="020F0302020204030204" pitchFamily="34" charset="0"/>
              </a:rPr>
              <a:t>Developer</a:t>
            </a:r>
            <a:r>
              <a:rPr sz="2200" spc="-15" dirty="0">
                <a:solidFill>
                  <a:schemeClr val="tx1"/>
                </a:solidFill>
                <a:latin typeface="Calibri Light" panose="020F0302020204030204" pitchFamily="34" charset="0"/>
                <a:cs typeface="Calibri Light" panose="020F0302020204030204" pitchFamily="34" charset="0"/>
              </a:rPr>
              <a:t> </a:t>
            </a:r>
            <a:r>
              <a:rPr lang="en-IN" sz="2200" spc="-5" dirty="0">
                <a:solidFill>
                  <a:schemeClr val="tx1"/>
                </a:solidFill>
                <a:latin typeface="Calibri Light" panose="020F0302020204030204" pitchFamily="34" charset="0"/>
                <a:cs typeface="Calibri Light" panose="020F0302020204030204" pitchFamily="34" charset="0"/>
              </a:rPr>
              <a:t>S</a:t>
            </a:r>
            <a:r>
              <a:rPr sz="2200" spc="-5" dirty="0" err="1">
                <a:solidFill>
                  <a:schemeClr val="tx1"/>
                </a:solidFill>
                <a:latin typeface="Calibri Light" panose="020F0302020204030204" pitchFamily="34" charset="0"/>
                <a:cs typeface="Calibri Light" panose="020F0302020204030204" pitchFamily="34" charset="0"/>
              </a:rPr>
              <a:t>andbox</a:t>
            </a:r>
            <a:endParaRPr lang="en-IN" sz="2200" spc="-5" dirty="0">
              <a:solidFill>
                <a:schemeClr val="tx1"/>
              </a:solidFill>
              <a:latin typeface="Calibri Light" panose="020F0302020204030204" pitchFamily="34" charset="0"/>
              <a:cs typeface="Calibri Light" panose="020F0302020204030204" pitchFamily="34" charset="0"/>
            </a:endParaRPr>
          </a:p>
          <a:p>
            <a:pPr marL="6567170">
              <a:lnSpc>
                <a:spcPct val="100000"/>
              </a:lnSpc>
              <a:spcBef>
                <a:spcPts val="100"/>
              </a:spcBef>
            </a:pPr>
            <a:endParaRPr sz="2200" spc="-5" dirty="0">
              <a:solidFill>
                <a:schemeClr val="tx1"/>
              </a:solidFill>
              <a:latin typeface="Calibri Light" panose="020F0302020204030204" pitchFamily="34" charset="0"/>
              <a:cs typeface="Calibri Light" panose="020F0302020204030204" pitchFamily="34" charset="0"/>
            </a:endParaRPr>
          </a:p>
          <a:p>
            <a:pPr marL="6567170">
              <a:lnSpc>
                <a:spcPct val="100000"/>
              </a:lnSpc>
            </a:pPr>
            <a:r>
              <a:rPr sz="2200" b="1" spc="-5" dirty="0">
                <a:solidFill>
                  <a:schemeClr val="tx1"/>
                </a:solidFill>
                <a:latin typeface="Calibri Light" panose="020F0302020204030204" pitchFamily="34" charset="0"/>
                <a:cs typeface="Calibri Light" panose="020F0302020204030204" pitchFamily="34" charset="0"/>
              </a:rPr>
              <a:t>Pros:</a:t>
            </a:r>
            <a:r>
              <a:rPr sz="2200" spc="-5" dirty="0">
                <a:solidFill>
                  <a:schemeClr val="tx1"/>
                </a:solidFill>
                <a:latin typeface="Calibri Light" panose="020F0302020204030204" pitchFamily="34" charset="0"/>
                <a:cs typeface="Calibri Light" panose="020F0302020204030204" pitchFamily="34" charset="0"/>
              </a:rPr>
              <a:t> </a:t>
            </a:r>
            <a:r>
              <a:rPr sz="2200" dirty="0">
                <a:solidFill>
                  <a:schemeClr val="tx1"/>
                </a:solidFill>
                <a:latin typeface="Calibri Light" panose="020F0302020204030204" pitchFamily="34" charset="0"/>
                <a:cs typeface="Calibri Light" panose="020F0302020204030204" pitchFamily="34" charset="0"/>
              </a:rPr>
              <a:t>Convenience, </a:t>
            </a:r>
            <a:r>
              <a:rPr lang="en-IN" sz="2200" dirty="0">
                <a:solidFill>
                  <a:schemeClr val="tx1"/>
                </a:solidFill>
                <a:latin typeface="Calibri Light" panose="020F0302020204030204" pitchFamily="34" charset="0"/>
                <a:cs typeface="Calibri Light" panose="020F0302020204030204" pitchFamily="34" charset="0"/>
              </a:rPr>
              <a:t>L</a:t>
            </a:r>
            <a:r>
              <a:rPr sz="2200" dirty="0" err="1">
                <a:solidFill>
                  <a:schemeClr val="tx1"/>
                </a:solidFill>
                <a:latin typeface="Calibri Light" panose="020F0302020204030204" pitchFamily="34" charset="0"/>
                <a:cs typeface="Calibri Light" panose="020F0302020204030204" pitchFamily="34" charset="0"/>
              </a:rPr>
              <a:t>ocalized</a:t>
            </a:r>
            <a:r>
              <a:rPr sz="2200" dirty="0">
                <a:solidFill>
                  <a:schemeClr val="tx1"/>
                </a:solidFill>
                <a:latin typeface="Calibri Light" panose="020F0302020204030204" pitchFamily="34" charset="0"/>
                <a:cs typeface="Calibri Light" panose="020F0302020204030204" pitchFamily="34" charset="0"/>
              </a:rPr>
              <a:t> </a:t>
            </a:r>
            <a:r>
              <a:rPr lang="en-IN" sz="2200" spc="-5" dirty="0">
                <a:solidFill>
                  <a:schemeClr val="tx1"/>
                </a:solidFill>
                <a:latin typeface="Calibri Light" panose="020F0302020204030204" pitchFamily="34" charset="0"/>
                <a:cs typeface="Calibri Light" panose="020F0302020204030204" pitchFamily="34" charset="0"/>
              </a:rPr>
              <a:t>S</a:t>
            </a:r>
            <a:r>
              <a:rPr sz="2200" spc="-5" dirty="0" err="1">
                <a:solidFill>
                  <a:schemeClr val="tx1"/>
                </a:solidFill>
                <a:latin typeface="Calibri Light" panose="020F0302020204030204" pitchFamily="34" charset="0"/>
                <a:cs typeface="Calibri Light" panose="020F0302020204030204" pitchFamily="34" charset="0"/>
              </a:rPr>
              <a:t>andbox</a:t>
            </a:r>
            <a:r>
              <a:rPr sz="2200" spc="-5" dirty="0">
                <a:solidFill>
                  <a:schemeClr val="tx1"/>
                </a:solidFill>
                <a:latin typeface="Calibri Light" panose="020F0302020204030204" pitchFamily="34" charset="0"/>
                <a:cs typeface="Calibri Light" panose="020F0302020204030204" pitchFamily="34" charset="0"/>
              </a:rPr>
              <a:t>,</a:t>
            </a:r>
            <a:r>
              <a:rPr sz="2200" spc="-100" dirty="0">
                <a:solidFill>
                  <a:schemeClr val="tx1"/>
                </a:solidFill>
                <a:latin typeface="Calibri Light" panose="020F0302020204030204" pitchFamily="34" charset="0"/>
                <a:cs typeface="Calibri Light" panose="020F0302020204030204" pitchFamily="34" charset="0"/>
              </a:rPr>
              <a:t> </a:t>
            </a:r>
            <a:r>
              <a:rPr sz="2200" spc="-5" dirty="0">
                <a:solidFill>
                  <a:schemeClr val="tx1"/>
                </a:solidFill>
                <a:latin typeface="Calibri Light" panose="020F0302020204030204" pitchFamily="34" charset="0"/>
                <a:cs typeface="Calibri Light" panose="020F0302020204030204" pitchFamily="34" charset="0"/>
              </a:rPr>
              <a:t>testing,</a:t>
            </a:r>
            <a:r>
              <a:rPr lang="en-IN" sz="2200" spc="-5" dirty="0">
                <a:solidFill>
                  <a:schemeClr val="tx1"/>
                </a:solidFill>
                <a:latin typeface="Calibri Light" panose="020F0302020204030204" pitchFamily="34" charset="0"/>
                <a:cs typeface="Calibri Light" panose="020F0302020204030204" pitchFamily="34" charset="0"/>
              </a:rPr>
              <a:t> </a:t>
            </a:r>
            <a:r>
              <a:rPr sz="2200" dirty="0">
                <a:solidFill>
                  <a:schemeClr val="tx1"/>
                </a:solidFill>
                <a:latin typeface="Calibri Light" panose="020F0302020204030204" pitchFamily="34" charset="0"/>
                <a:cs typeface="Calibri Light" panose="020F0302020204030204" pitchFamily="34" charset="0"/>
              </a:rPr>
              <a:t>exploration</a:t>
            </a:r>
            <a:endParaRPr lang="en-IN" sz="2200" dirty="0">
              <a:solidFill>
                <a:schemeClr val="tx1"/>
              </a:solidFill>
              <a:latin typeface="Calibri Light" panose="020F0302020204030204" pitchFamily="34" charset="0"/>
              <a:cs typeface="Calibri Light" panose="020F0302020204030204" pitchFamily="34" charset="0"/>
            </a:endParaRPr>
          </a:p>
          <a:p>
            <a:pPr marL="6567170">
              <a:lnSpc>
                <a:spcPct val="100000"/>
              </a:lnSpc>
            </a:pPr>
            <a:endParaRPr sz="2200" dirty="0">
              <a:solidFill>
                <a:schemeClr val="tx1"/>
              </a:solidFill>
              <a:latin typeface="Calibri Light" panose="020F0302020204030204" pitchFamily="34" charset="0"/>
              <a:cs typeface="Calibri Light" panose="020F0302020204030204" pitchFamily="34" charset="0"/>
            </a:endParaRPr>
          </a:p>
          <a:p>
            <a:pPr marL="6567170" marR="22225">
              <a:lnSpc>
                <a:spcPct val="100000"/>
              </a:lnSpc>
            </a:pPr>
            <a:r>
              <a:rPr sz="2200" b="1" dirty="0">
                <a:solidFill>
                  <a:schemeClr val="tx1"/>
                </a:solidFill>
                <a:latin typeface="Calibri Light" panose="020F0302020204030204" pitchFamily="34" charset="0"/>
                <a:cs typeface="Calibri Light" panose="020F0302020204030204" pitchFamily="34" charset="0"/>
              </a:rPr>
              <a:t>Cons:</a:t>
            </a:r>
            <a:r>
              <a:rPr sz="2200" dirty="0">
                <a:solidFill>
                  <a:schemeClr val="tx1"/>
                </a:solidFill>
                <a:latin typeface="Calibri Light" panose="020F0302020204030204" pitchFamily="34" charset="0"/>
                <a:cs typeface="Calibri Light" panose="020F0302020204030204" pitchFamily="34" charset="0"/>
              </a:rPr>
              <a:t> </a:t>
            </a:r>
            <a:r>
              <a:rPr sz="2200" spc="-5" dirty="0">
                <a:solidFill>
                  <a:schemeClr val="tx1"/>
                </a:solidFill>
                <a:latin typeface="Calibri Light" panose="020F0302020204030204" pitchFamily="34" charset="0"/>
                <a:cs typeface="Calibri Light" panose="020F0302020204030204" pitchFamily="34" charset="0"/>
              </a:rPr>
              <a:t>Unsuitable </a:t>
            </a:r>
            <a:r>
              <a:rPr sz="2200" dirty="0">
                <a:solidFill>
                  <a:schemeClr val="tx1"/>
                </a:solidFill>
                <a:latin typeface="Calibri Light" panose="020F0302020204030204" pitchFamily="34" charset="0"/>
                <a:cs typeface="Calibri Light" panose="020F0302020204030204" pitchFamily="34" charset="0"/>
              </a:rPr>
              <a:t>for production, </a:t>
            </a:r>
            <a:r>
              <a:rPr sz="2200" spc="-5" dirty="0">
                <a:solidFill>
                  <a:schemeClr val="tx1"/>
                </a:solidFill>
                <a:latin typeface="Calibri Light" panose="020F0302020204030204" pitchFamily="34" charset="0"/>
                <a:cs typeface="Calibri Light" panose="020F0302020204030204" pitchFamily="34" charset="0"/>
              </a:rPr>
              <a:t>cannot scale,  cannot be</a:t>
            </a:r>
            <a:r>
              <a:rPr sz="2200" spc="-25" dirty="0">
                <a:solidFill>
                  <a:schemeClr val="tx1"/>
                </a:solidFill>
                <a:latin typeface="Calibri Light" panose="020F0302020204030204" pitchFamily="34" charset="0"/>
                <a:cs typeface="Calibri Light" panose="020F0302020204030204" pitchFamily="34" charset="0"/>
              </a:rPr>
              <a:t> </a:t>
            </a:r>
            <a:r>
              <a:rPr sz="2200" spc="-5" dirty="0">
                <a:solidFill>
                  <a:schemeClr val="tx1"/>
                </a:solidFill>
                <a:latin typeface="Calibri Light" panose="020F0302020204030204" pitchFamily="34" charset="0"/>
                <a:cs typeface="Calibri Light" panose="020F0302020204030204" pitchFamily="34" charset="0"/>
              </a:rPr>
              <a:t>shared</a:t>
            </a:r>
          </a:p>
        </p:txBody>
      </p:sp>
      <p:sp>
        <p:nvSpPr>
          <p:cNvPr id="6" name="object 6"/>
          <p:cNvSpPr txBox="1"/>
          <p:nvPr/>
        </p:nvSpPr>
        <p:spPr>
          <a:xfrm>
            <a:off x="1219200" y="5728083"/>
            <a:ext cx="9144000" cy="351378"/>
          </a:xfrm>
          <a:prstGeom prst="rect">
            <a:avLst/>
          </a:prstGeom>
        </p:spPr>
        <p:txBody>
          <a:bodyPr vert="horz" wrap="square" lIns="0" tIns="12700" rIns="0" bIns="0" rtlCol="0">
            <a:spAutoFit/>
          </a:bodyPr>
          <a:lstStyle/>
          <a:p>
            <a:pPr marL="12700">
              <a:lnSpc>
                <a:spcPct val="100000"/>
              </a:lnSpc>
              <a:spcBef>
                <a:spcPts val="100"/>
              </a:spcBef>
            </a:pPr>
            <a:r>
              <a:rPr sz="2200" b="1" spc="-5" dirty="0">
                <a:latin typeface="Calibri Light" panose="020F0302020204030204" pitchFamily="34" charset="0"/>
                <a:cs typeface="Calibri Light" panose="020F0302020204030204" pitchFamily="34" charset="0"/>
              </a:rPr>
              <a:t>Ref:</a:t>
            </a:r>
            <a:r>
              <a:rPr sz="2200" u="sng" spc="-5" dirty="0">
                <a:uFill>
                  <a:solidFill>
                    <a:srgbClr val="57C1B9"/>
                  </a:solidFill>
                </a:uFill>
                <a:latin typeface="Calibri Light" panose="020F0302020204030204" pitchFamily="34" charset="0"/>
                <a:cs typeface="Calibri Light" panose="020F0302020204030204" pitchFamily="34" charset="0"/>
                <a:hlinkClick r:id="rId3">
                  <a:extLst>
                    <a:ext uri="{A12FA001-AC4F-418D-AE19-62706E023703}">
                      <ahyp:hlinkClr xmlns:ahyp="http://schemas.microsoft.com/office/drawing/2018/hyperlinkcolor" val="tx"/>
                    </a:ext>
                  </a:extLst>
                </a:hlinkClick>
              </a:rPr>
              <a:t>https://kubernetes.io/docs/tasks/tools/install-minikube/</a:t>
            </a:r>
            <a:endParaRPr sz="2200" dirty="0">
              <a:latin typeface="Calibri Light" panose="020F0302020204030204" pitchFamily="34" charset="0"/>
              <a:cs typeface="Calibri Light" panose="020F0302020204030204" pitchFamily="34" charset="0"/>
            </a:endParaRPr>
          </a:p>
        </p:txBody>
      </p:sp>
      <p:sp>
        <p:nvSpPr>
          <p:cNvPr id="7" name="Footer Placeholder 6">
            <a:extLst>
              <a:ext uri="{FF2B5EF4-FFF2-40B4-BE49-F238E27FC236}">
                <a16:creationId xmlns:a16="http://schemas.microsoft.com/office/drawing/2014/main" id="{3CAB03C0-ED0C-7B20-8F5D-1F2023337D67}"/>
              </a:ext>
            </a:extLst>
          </p:cNvPr>
          <p:cNvSpPr>
            <a:spLocks noGrp="1"/>
          </p:cNvSpPr>
          <p:nvPr>
            <p:ph type="ftr" sz="quarter" idx="11"/>
          </p:nvPr>
        </p:nvSpPr>
        <p:spPr/>
        <p:txBody>
          <a:bodyPr/>
          <a:lstStyle/>
          <a:p>
            <a:r>
              <a:rPr lang="en-US"/>
              <a:t>CHAITANYA R GAAJULA</a:t>
            </a:r>
            <a:endParaRPr lang="en-IN"/>
          </a:p>
        </p:txBody>
      </p:sp>
      <p:sp>
        <p:nvSpPr>
          <p:cNvPr id="8" name="Slide Number Placeholder 7">
            <a:extLst>
              <a:ext uri="{FF2B5EF4-FFF2-40B4-BE49-F238E27FC236}">
                <a16:creationId xmlns:a16="http://schemas.microsoft.com/office/drawing/2014/main" id="{CEC7DC7C-9E0E-8B5B-4955-A990503D774D}"/>
              </a:ext>
            </a:extLst>
          </p:cNvPr>
          <p:cNvSpPr>
            <a:spLocks noGrp="1"/>
          </p:cNvSpPr>
          <p:nvPr>
            <p:ph type="sldNum" sz="quarter" idx="12"/>
          </p:nvPr>
        </p:nvSpPr>
        <p:spPr/>
        <p:txBody>
          <a:bodyPr/>
          <a:lstStyle/>
          <a:p>
            <a:fld id="{B6F15528-21DE-4FAA-801E-634DDDAF4B2B}" type="slidenum">
              <a:rPr lang="en-IN" smtClean="0"/>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1243" y="186399"/>
            <a:ext cx="10066833" cy="566822"/>
          </a:xfrm>
          <a:prstGeom prst="rect">
            <a:avLst/>
          </a:prstGeom>
        </p:spPr>
        <p:txBody>
          <a:bodyPr vert="horz" wrap="square" lIns="0" tIns="12700" rIns="0" bIns="0" rtlCol="0">
            <a:spAutoFit/>
          </a:bodyPr>
          <a:lstStyle/>
          <a:p>
            <a:pPr marL="12700">
              <a:lnSpc>
                <a:spcPct val="100000"/>
              </a:lnSpc>
              <a:spcBef>
                <a:spcPts val="100"/>
              </a:spcBef>
              <a:tabLst>
                <a:tab pos="4579620" algn="l"/>
              </a:tabLst>
            </a:pPr>
            <a:r>
              <a:rPr sz="3600" b="1" spc="-5" dirty="0">
                <a:solidFill>
                  <a:schemeClr val="tx1"/>
                </a:solidFill>
                <a:latin typeface="Calibri Light" panose="020F0302020204030204" pitchFamily="34" charset="0"/>
                <a:cs typeface="Calibri Light" panose="020F0302020204030204" pitchFamily="34" charset="0"/>
              </a:rPr>
              <a:t>Kubernetes</a:t>
            </a:r>
            <a:r>
              <a:rPr sz="3600" b="1" spc="10" dirty="0">
                <a:solidFill>
                  <a:schemeClr val="tx1"/>
                </a:solidFill>
                <a:latin typeface="Calibri Light" panose="020F0302020204030204" pitchFamily="34" charset="0"/>
                <a:cs typeface="Calibri Light" panose="020F0302020204030204" pitchFamily="34" charset="0"/>
              </a:rPr>
              <a:t> </a:t>
            </a:r>
            <a:r>
              <a:rPr sz="3600" b="1" spc="-5" dirty="0">
                <a:solidFill>
                  <a:schemeClr val="tx1"/>
                </a:solidFill>
                <a:latin typeface="Calibri Light" panose="020F0302020204030204" pitchFamily="34" charset="0"/>
                <a:cs typeface="Calibri Light" panose="020F0302020204030204" pitchFamily="34" charset="0"/>
              </a:rPr>
              <a:t>using</a:t>
            </a:r>
            <a:r>
              <a:rPr lang="en-IN" sz="3600" b="1" spc="-5" dirty="0">
                <a:solidFill>
                  <a:schemeClr val="tx1"/>
                </a:solidFill>
                <a:latin typeface="Calibri Light" panose="020F0302020204030204" pitchFamily="34" charset="0"/>
                <a:cs typeface="Calibri Light" panose="020F0302020204030204" pitchFamily="34" charset="0"/>
              </a:rPr>
              <a:t> </a:t>
            </a:r>
            <a:r>
              <a:rPr lang="en-IN" sz="3600" b="1" spc="-5" dirty="0" err="1">
                <a:solidFill>
                  <a:schemeClr val="tx1"/>
                </a:solidFill>
                <a:latin typeface="Calibri Light" panose="020F0302020204030204" pitchFamily="34" charset="0"/>
                <a:cs typeface="Calibri Light" panose="020F0302020204030204" pitchFamily="34" charset="0"/>
              </a:rPr>
              <a:t>kubeadm</a:t>
            </a:r>
            <a:endParaRPr sz="3600" b="1" dirty="0">
              <a:solidFill>
                <a:schemeClr val="tx1"/>
              </a:solidFill>
              <a:latin typeface="Calibri Light" panose="020F0302020204030204" pitchFamily="34" charset="0"/>
              <a:cs typeface="Calibri Light" panose="020F0302020204030204" pitchFamily="34" charset="0"/>
            </a:endParaRPr>
          </a:p>
        </p:txBody>
      </p:sp>
      <p:sp>
        <p:nvSpPr>
          <p:cNvPr id="3" name="object 3"/>
          <p:cNvSpPr txBox="1"/>
          <p:nvPr/>
        </p:nvSpPr>
        <p:spPr>
          <a:xfrm>
            <a:off x="301243" y="1183639"/>
            <a:ext cx="4786630" cy="350096"/>
          </a:xfrm>
          <a:prstGeom prst="rect">
            <a:avLst/>
          </a:prstGeom>
        </p:spPr>
        <p:txBody>
          <a:bodyPr vert="horz" wrap="square" lIns="0" tIns="11430" rIns="0" bIns="0" rtlCol="0">
            <a:spAutoFit/>
          </a:bodyPr>
          <a:lstStyle/>
          <a:p>
            <a:pPr marL="12700">
              <a:lnSpc>
                <a:spcPct val="100000"/>
              </a:lnSpc>
              <a:spcBef>
                <a:spcPts val="90"/>
              </a:spcBef>
            </a:pPr>
            <a:r>
              <a:rPr sz="2200" b="1" u="sng" spc="-5" dirty="0">
                <a:latin typeface="Calibri Light" panose="020F0302020204030204" pitchFamily="34" charset="0"/>
                <a:cs typeface="Calibri Light" panose="020F0302020204030204" pitchFamily="34" charset="0"/>
              </a:rPr>
              <a:t>Installer-based </a:t>
            </a:r>
            <a:r>
              <a:rPr sz="2200" b="1" u="sng" spc="-10" dirty="0">
                <a:latin typeface="Calibri Light" panose="020F0302020204030204" pitchFamily="34" charset="0"/>
                <a:cs typeface="Calibri Light" panose="020F0302020204030204" pitchFamily="34" charset="0"/>
              </a:rPr>
              <a:t>Kubernetes</a:t>
            </a:r>
            <a:r>
              <a:rPr sz="2200" b="1" u="sng" spc="5" dirty="0">
                <a:latin typeface="Calibri Light" panose="020F0302020204030204" pitchFamily="34" charset="0"/>
                <a:cs typeface="Calibri Light" panose="020F0302020204030204" pitchFamily="34" charset="0"/>
              </a:rPr>
              <a:t> </a:t>
            </a:r>
            <a:r>
              <a:rPr sz="2200" b="1" u="sng" spc="-5" dirty="0">
                <a:latin typeface="Calibri Light" panose="020F0302020204030204" pitchFamily="34" charset="0"/>
                <a:cs typeface="Calibri Light" panose="020F0302020204030204" pitchFamily="34" charset="0"/>
              </a:rPr>
              <a:t>(Kubeadm)</a:t>
            </a:r>
            <a:endParaRPr sz="2200" u="sng" dirty="0">
              <a:latin typeface="Calibri Light" panose="020F0302020204030204" pitchFamily="34" charset="0"/>
              <a:cs typeface="Calibri Light" panose="020F0302020204030204" pitchFamily="34" charset="0"/>
            </a:endParaRPr>
          </a:p>
        </p:txBody>
      </p:sp>
      <p:sp>
        <p:nvSpPr>
          <p:cNvPr id="4" name="object 4"/>
          <p:cNvSpPr/>
          <p:nvPr/>
        </p:nvSpPr>
        <p:spPr>
          <a:xfrm>
            <a:off x="152400" y="1658111"/>
            <a:ext cx="6601968" cy="4486655"/>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301243" y="6161781"/>
            <a:ext cx="11539348" cy="289823"/>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entury Gothic"/>
                <a:cs typeface="Century Gothic"/>
              </a:rPr>
              <a:t>Ref:</a:t>
            </a:r>
            <a:r>
              <a:rPr sz="1800" u="sng" spc="-5" dirty="0">
                <a:uFill>
                  <a:solidFill>
                    <a:srgbClr val="57C1B9"/>
                  </a:solidFill>
                </a:uFill>
                <a:latin typeface="Century Gothic"/>
                <a:cs typeface="Century Gothic"/>
                <a:hlinkClick r:id="rId4">
                  <a:extLst>
                    <a:ext uri="{A12FA001-AC4F-418D-AE19-62706E023703}">
                      <ahyp:hlinkClr xmlns:ahyp="http://schemas.microsoft.com/office/drawing/2018/hyperlinkcolor" val="tx"/>
                    </a:ext>
                  </a:extLst>
                </a:hlinkClick>
              </a:rPr>
              <a:t>https://kubernetes.io/docs/setup/production-environment/tools/kubeadm/create-cluster-kubeadm/</a:t>
            </a:r>
            <a:endParaRPr sz="1800" dirty="0">
              <a:latin typeface="Century Gothic"/>
              <a:cs typeface="Century Gothic"/>
            </a:endParaRPr>
          </a:p>
        </p:txBody>
      </p:sp>
      <p:sp>
        <p:nvSpPr>
          <p:cNvPr id="6" name="object 6"/>
          <p:cNvSpPr txBox="1"/>
          <p:nvPr/>
        </p:nvSpPr>
        <p:spPr>
          <a:xfrm>
            <a:off x="6754368" y="3048000"/>
            <a:ext cx="6453759" cy="1872307"/>
          </a:xfrm>
          <a:prstGeom prst="rect">
            <a:avLst/>
          </a:prstGeom>
        </p:spPr>
        <p:txBody>
          <a:bodyPr vert="horz" wrap="square" lIns="0" tIns="12700" rIns="0" bIns="0" rtlCol="0">
            <a:spAutoFit/>
          </a:bodyPr>
          <a:lstStyle/>
          <a:p>
            <a:pPr marL="12700" marR="972185">
              <a:lnSpc>
                <a:spcPct val="100000"/>
              </a:lnSpc>
              <a:spcBef>
                <a:spcPts val="100"/>
              </a:spcBef>
            </a:pPr>
            <a:r>
              <a:rPr sz="2000" b="1" spc="-5" dirty="0">
                <a:latin typeface="Calibri Light" panose="020F0302020204030204" pitchFamily="34" charset="0"/>
                <a:cs typeface="Calibri Light" panose="020F0302020204030204" pitchFamily="34" charset="0"/>
              </a:rPr>
              <a:t>Use case</a:t>
            </a:r>
            <a:r>
              <a:rPr sz="2000" spc="-5" dirty="0">
                <a:latin typeface="Calibri Light" panose="020F0302020204030204" pitchFamily="34" charset="0"/>
                <a:cs typeface="Calibri Light" panose="020F0302020204030204" pitchFamily="34" charset="0"/>
              </a:rPr>
              <a:t>: Customized Kubernetes  installation</a:t>
            </a:r>
            <a:endParaRPr lang="en-IN" sz="2000" spc="-5" dirty="0">
              <a:latin typeface="Calibri Light" panose="020F0302020204030204" pitchFamily="34" charset="0"/>
              <a:cs typeface="Calibri Light" panose="020F0302020204030204" pitchFamily="34" charset="0"/>
            </a:endParaRPr>
          </a:p>
          <a:p>
            <a:pPr marL="12700" marR="972185">
              <a:lnSpc>
                <a:spcPct val="100000"/>
              </a:lnSpc>
              <a:spcBef>
                <a:spcPts val="100"/>
              </a:spcBef>
            </a:pPr>
            <a:endParaRPr sz="2000" dirty="0">
              <a:latin typeface="Calibri Light" panose="020F0302020204030204" pitchFamily="34" charset="0"/>
              <a:cs typeface="Calibri Light" panose="020F0302020204030204" pitchFamily="34" charset="0"/>
            </a:endParaRPr>
          </a:p>
          <a:p>
            <a:pPr marL="12700">
              <a:lnSpc>
                <a:spcPct val="100000"/>
              </a:lnSpc>
            </a:pPr>
            <a:r>
              <a:rPr sz="2000" b="1" spc="-5" dirty="0">
                <a:latin typeface="Calibri Light" panose="020F0302020204030204" pitchFamily="34" charset="0"/>
                <a:cs typeface="Calibri Light" panose="020F0302020204030204" pitchFamily="34" charset="0"/>
              </a:rPr>
              <a:t>Pros: </a:t>
            </a:r>
            <a:r>
              <a:rPr sz="2000" spc="-5" dirty="0">
                <a:latin typeface="Calibri Light" panose="020F0302020204030204" pitchFamily="34" charset="0"/>
                <a:cs typeface="Calibri Light" panose="020F0302020204030204" pitchFamily="34" charset="0"/>
              </a:rPr>
              <a:t>Customizability,</a:t>
            </a:r>
            <a:r>
              <a:rPr sz="2000" spc="-15" dirty="0">
                <a:latin typeface="Calibri Light" panose="020F0302020204030204" pitchFamily="34" charset="0"/>
                <a:cs typeface="Calibri Light" panose="020F0302020204030204" pitchFamily="34" charset="0"/>
              </a:rPr>
              <a:t> </a:t>
            </a:r>
            <a:r>
              <a:rPr sz="2000" dirty="0">
                <a:latin typeface="Calibri Light" panose="020F0302020204030204" pitchFamily="34" charset="0"/>
                <a:cs typeface="Calibri Light" panose="020F0302020204030204" pitchFamily="34" charset="0"/>
              </a:rPr>
              <a:t>scalability</a:t>
            </a:r>
            <a:endParaRPr lang="en-IN" sz="2000" dirty="0">
              <a:latin typeface="Calibri Light" panose="020F0302020204030204" pitchFamily="34" charset="0"/>
              <a:cs typeface="Calibri Light" panose="020F0302020204030204" pitchFamily="34" charset="0"/>
            </a:endParaRPr>
          </a:p>
          <a:p>
            <a:pPr marL="12700">
              <a:lnSpc>
                <a:spcPct val="100000"/>
              </a:lnSpc>
            </a:pPr>
            <a:endParaRPr sz="2000" dirty="0">
              <a:latin typeface="Calibri Light" panose="020F0302020204030204" pitchFamily="34" charset="0"/>
              <a:cs typeface="Calibri Light" panose="020F0302020204030204" pitchFamily="34" charset="0"/>
            </a:endParaRPr>
          </a:p>
          <a:p>
            <a:pPr marL="12700" marR="5080">
              <a:lnSpc>
                <a:spcPct val="100000"/>
              </a:lnSpc>
            </a:pPr>
            <a:r>
              <a:rPr sz="2000" b="1" spc="-5" dirty="0">
                <a:latin typeface="Calibri Light" panose="020F0302020204030204" pitchFamily="34" charset="0"/>
                <a:cs typeface="Calibri Light" panose="020F0302020204030204" pitchFamily="34" charset="0"/>
              </a:rPr>
              <a:t>Cons: </a:t>
            </a:r>
            <a:r>
              <a:rPr sz="2000" spc="-10" dirty="0">
                <a:latin typeface="Calibri Light" panose="020F0302020204030204" pitchFamily="34" charset="0"/>
                <a:cs typeface="Calibri Light" panose="020F0302020204030204" pitchFamily="34" charset="0"/>
              </a:rPr>
              <a:t>Time </a:t>
            </a:r>
            <a:r>
              <a:rPr sz="2000" spc="-5" dirty="0">
                <a:latin typeface="Calibri Light" panose="020F0302020204030204" pitchFamily="34" charset="0"/>
                <a:cs typeface="Calibri Light" panose="020F0302020204030204" pitchFamily="34" charset="0"/>
              </a:rPr>
              <a:t>and </a:t>
            </a:r>
            <a:r>
              <a:rPr sz="2000" dirty="0">
                <a:latin typeface="Calibri Light" panose="020F0302020204030204" pitchFamily="34" charset="0"/>
                <a:cs typeface="Calibri Light" panose="020F0302020204030204" pitchFamily="34" charset="0"/>
              </a:rPr>
              <a:t>resource intensive, requires ongoing  </a:t>
            </a:r>
            <a:r>
              <a:rPr sz="2000" spc="-5" dirty="0">
                <a:latin typeface="Calibri Light" panose="020F0302020204030204" pitchFamily="34" charset="0"/>
                <a:cs typeface="Calibri Light" panose="020F0302020204030204" pitchFamily="34" charset="0"/>
              </a:rPr>
              <a:t>maintenance</a:t>
            </a:r>
            <a:endParaRPr sz="2000" dirty="0">
              <a:latin typeface="Calibri Light" panose="020F0302020204030204" pitchFamily="34" charset="0"/>
              <a:cs typeface="Calibri Light" panose="020F0302020204030204" pitchFamily="34" charset="0"/>
            </a:endParaRPr>
          </a:p>
        </p:txBody>
      </p:sp>
      <p:sp>
        <p:nvSpPr>
          <p:cNvPr id="7" name="Footer Placeholder 6">
            <a:extLst>
              <a:ext uri="{FF2B5EF4-FFF2-40B4-BE49-F238E27FC236}">
                <a16:creationId xmlns:a16="http://schemas.microsoft.com/office/drawing/2014/main" id="{7DCFCC0C-E066-7FC5-EA41-AEC01E1932C9}"/>
              </a:ext>
            </a:extLst>
          </p:cNvPr>
          <p:cNvSpPr>
            <a:spLocks noGrp="1"/>
          </p:cNvSpPr>
          <p:nvPr>
            <p:ph type="ftr" sz="quarter" idx="11"/>
          </p:nvPr>
        </p:nvSpPr>
        <p:spPr/>
        <p:txBody>
          <a:bodyPr/>
          <a:lstStyle/>
          <a:p>
            <a:r>
              <a:rPr lang="en-US"/>
              <a:t>CHAITANYA R GAAJULA</a:t>
            </a:r>
            <a:endParaRPr lang="en-IN"/>
          </a:p>
        </p:txBody>
      </p:sp>
      <p:sp>
        <p:nvSpPr>
          <p:cNvPr id="8" name="Slide Number Placeholder 7">
            <a:extLst>
              <a:ext uri="{FF2B5EF4-FFF2-40B4-BE49-F238E27FC236}">
                <a16:creationId xmlns:a16="http://schemas.microsoft.com/office/drawing/2014/main" id="{FB56BEFE-DD88-4B96-E737-1717354A6A5B}"/>
              </a:ext>
            </a:extLst>
          </p:cNvPr>
          <p:cNvSpPr>
            <a:spLocks noGrp="1"/>
          </p:cNvSpPr>
          <p:nvPr>
            <p:ph type="sldNum" sz="quarter" idx="12"/>
          </p:nvPr>
        </p:nvSpPr>
        <p:spPr/>
        <p:txBody>
          <a:bodyPr/>
          <a:lstStyle/>
          <a:p>
            <a:fld id="{B6F15528-21DE-4FAA-801E-634DDDAF4B2B}" type="slidenum">
              <a:rPr lang="en-IN" smtClean="0"/>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6A6DB86-FA57-46ED-8135-8ACCA380F67E}"/>
              </a:ext>
            </a:extLst>
          </p:cNvPr>
          <p:cNvSpPr txBox="1"/>
          <p:nvPr/>
        </p:nvSpPr>
        <p:spPr>
          <a:xfrm>
            <a:off x="282498" y="1318022"/>
            <a:ext cx="11125200" cy="5539978"/>
          </a:xfrm>
          <a:prstGeom prst="rect">
            <a:avLst/>
          </a:prstGeom>
          <a:noFill/>
        </p:spPr>
        <p:txBody>
          <a:bodyPr wrap="square" rtlCol="0">
            <a:spAutoFit/>
          </a:bodyPr>
          <a:lstStyle/>
          <a:p>
            <a:pPr marL="342900" indent="-342900">
              <a:buFont typeface="Wingdings" panose="05000000000000000000" pitchFamily="2" charset="2"/>
              <a:buChar char="§"/>
            </a:pPr>
            <a:r>
              <a:rPr lang="en-US" sz="2200" dirty="0" err="1">
                <a:latin typeface="Calibri Light" panose="020F0302020204030204" pitchFamily="34" charset="0"/>
                <a:cs typeface="Calibri Light" panose="020F0302020204030204" pitchFamily="34" charset="0"/>
              </a:rPr>
              <a:t>Kubeadm</a:t>
            </a:r>
            <a:r>
              <a:rPr lang="en-US" sz="2200" dirty="0">
                <a:latin typeface="Calibri Light" panose="020F0302020204030204" pitchFamily="34" charset="0"/>
                <a:cs typeface="Calibri Light" panose="020F0302020204030204" pitchFamily="34" charset="0"/>
              </a:rPr>
              <a:t> is the right tool to bootstrap the Kubernetes cluster on your virtual machines</a:t>
            </a:r>
          </a:p>
          <a:p>
            <a:pPr marL="342900" indent="-342900">
              <a:buFont typeface="Wingdings" panose="05000000000000000000" pitchFamily="2" charset="2"/>
              <a:buChar char="§"/>
            </a:pPr>
            <a:endParaRPr lang="en-US" sz="22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r>
              <a:rPr lang="en-US" sz="2200" dirty="0">
                <a:latin typeface="Calibri Light" panose="020F0302020204030204" pitchFamily="34" charset="0"/>
                <a:cs typeface="Calibri Light" panose="020F0302020204030204" pitchFamily="34" charset="0"/>
              </a:rPr>
              <a:t>Performs the actions necessary to get a minimum viable cluster up and running</a:t>
            </a:r>
          </a:p>
          <a:p>
            <a:pPr marL="342900" indent="-342900">
              <a:buFont typeface="Wingdings" panose="05000000000000000000" pitchFamily="2" charset="2"/>
              <a:buChar char="§"/>
            </a:pPr>
            <a:endParaRPr lang="en-US" sz="22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r>
              <a:rPr lang="en-US" sz="2200" dirty="0">
                <a:latin typeface="Calibri Light" panose="020F0302020204030204" pitchFamily="34" charset="0"/>
                <a:cs typeface="Calibri Light" panose="020F0302020204030204" pitchFamily="34" charset="0"/>
              </a:rPr>
              <a:t>Automates the installation and configuration of Kubernetes components such as the API server, Controller Manager, and </a:t>
            </a:r>
            <a:r>
              <a:rPr lang="en-US" sz="2200" dirty="0" err="1">
                <a:latin typeface="Calibri Light" panose="020F0302020204030204" pitchFamily="34" charset="0"/>
                <a:cs typeface="Calibri Light" panose="020F0302020204030204" pitchFamily="34" charset="0"/>
              </a:rPr>
              <a:t>Kube</a:t>
            </a:r>
            <a:r>
              <a:rPr lang="en-US" sz="2200" dirty="0">
                <a:latin typeface="Calibri Light" panose="020F0302020204030204" pitchFamily="34" charset="0"/>
                <a:cs typeface="Calibri Light" panose="020F0302020204030204" pitchFamily="34" charset="0"/>
              </a:rPr>
              <a:t> DNS</a:t>
            </a:r>
          </a:p>
          <a:p>
            <a:pPr marL="342900" indent="-342900">
              <a:buFont typeface="Wingdings" panose="05000000000000000000" pitchFamily="2" charset="2"/>
              <a:buChar char="§"/>
            </a:pPr>
            <a:endParaRPr lang="en-US" sz="22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r>
              <a:rPr lang="en-US" sz="2200" dirty="0">
                <a:latin typeface="Calibri Light" panose="020F0302020204030204" pitchFamily="34" charset="0"/>
                <a:cs typeface="Calibri Light" panose="020F0302020204030204" pitchFamily="34" charset="0"/>
              </a:rPr>
              <a:t>A simple way to install Kubernetes and automate setting up a cluster and test their applications</a:t>
            </a:r>
          </a:p>
          <a:p>
            <a:pPr marL="342900" indent="-342900">
              <a:buFont typeface="Wingdings" panose="05000000000000000000" pitchFamily="2" charset="2"/>
              <a:buChar char="§"/>
            </a:pPr>
            <a:endParaRPr lang="en-US" sz="22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r>
              <a:rPr lang="en-US" sz="2200" dirty="0" err="1">
                <a:latin typeface="Calibri Light" panose="020F0302020204030204" pitchFamily="34" charset="0"/>
                <a:cs typeface="Calibri Light" panose="020F0302020204030204" pitchFamily="34" charset="0"/>
              </a:rPr>
              <a:t>kubeadm</a:t>
            </a:r>
            <a:r>
              <a:rPr lang="en-US" sz="2200" dirty="0">
                <a:latin typeface="Calibri Light" panose="020F0302020204030204" pitchFamily="34" charset="0"/>
                <a:cs typeface="Calibri Light" panose="020F0302020204030204" pitchFamily="34" charset="0"/>
              </a:rPr>
              <a:t> allows to create a control-plane node in phases using the </a:t>
            </a:r>
            <a:r>
              <a:rPr lang="en-US" sz="2200" dirty="0" err="1">
                <a:latin typeface="Calibri Light" panose="020F0302020204030204" pitchFamily="34" charset="0"/>
                <a:cs typeface="Calibri Light" panose="020F0302020204030204" pitchFamily="34" charset="0"/>
              </a:rPr>
              <a:t>kubeadm</a:t>
            </a:r>
            <a:r>
              <a:rPr lang="en-US" sz="2200" dirty="0">
                <a:latin typeface="Calibri Light" panose="020F0302020204030204" pitchFamily="34" charset="0"/>
                <a:cs typeface="Calibri Light" panose="020F0302020204030204" pitchFamily="34" charset="0"/>
              </a:rPr>
              <a:t> </a:t>
            </a:r>
            <a:r>
              <a:rPr lang="en-US" sz="2200" dirty="0" err="1">
                <a:latin typeface="Calibri Light" panose="020F0302020204030204" pitchFamily="34" charset="0"/>
                <a:cs typeface="Calibri Light" panose="020F0302020204030204" pitchFamily="34" charset="0"/>
              </a:rPr>
              <a:t>init</a:t>
            </a:r>
            <a:r>
              <a:rPr lang="en-US" sz="2200" dirty="0">
                <a:latin typeface="Calibri Light" panose="020F0302020204030204" pitchFamily="34" charset="0"/>
                <a:cs typeface="Calibri Light" panose="020F0302020204030204" pitchFamily="34" charset="0"/>
              </a:rPr>
              <a:t> phase command</a:t>
            </a:r>
          </a:p>
          <a:p>
            <a:pPr marL="342900" indent="-342900">
              <a:buFont typeface="Wingdings" panose="05000000000000000000" pitchFamily="2" charset="2"/>
              <a:buChar char="§"/>
            </a:pPr>
            <a:endParaRPr lang="en-US" sz="22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r>
              <a:rPr lang="en-US" sz="2200" dirty="0" err="1">
                <a:latin typeface="Calibri Light" panose="020F0302020204030204" pitchFamily="34" charset="0"/>
                <a:cs typeface="Calibri Light" panose="020F0302020204030204" pitchFamily="34" charset="0"/>
              </a:rPr>
              <a:t>kubeadm</a:t>
            </a:r>
            <a:r>
              <a:rPr lang="en-US" sz="2200" dirty="0">
                <a:latin typeface="Calibri Light" panose="020F0302020204030204" pitchFamily="34" charset="0"/>
                <a:cs typeface="Calibri Light" panose="020F0302020204030204" pitchFamily="34" charset="0"/>
              </a:rPr>
              <a:t> join command </a:t>
            </a:r>
            <a:r>
              <a:rPr lang="en-US" sz="2200" b="0" i="0" dirty="0">
                <a:solidFill>
                  <a:srgbClr val="222222"/>
                </a:solidFill>
                <a:effectLst/>
                <a:latin typeface="Calibri Light" panose="020F0302020204030204" pitchFamily="34" charset="0"/>
                <a:cs typeface="Calibri Light" panose="020F0302020204030204" pitchFamily="34" charset="0"/>
              </a:rPr>
              <a:t>initializes a Kubernetes worker node and joins it to the cluster</a:t>
            </a:r>
            <a:endParaRPr lang="en-US" sz="22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endParaRPr lang="en-US" sz="22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endParaRPr lang="en-US" sz="2200" dirty="0">
              <a:latin typeface="Calibri Light" panose="020F0302020204030204" pitchFamily="34" charset="0"/>
              <a:cs typeface="Calibri Light" panose="020F0302020204030204" pitchFamily="34" charset="0"/>
            </a:endParaRPr>
          </a:p>
        </p:txBody>
      </p:sp>
      <p:sp>
        <p:nvSpPr>
          <p:cNvPr id="11" name="TextBox 10">
            <a:extLst>
              <a:ext uri="{FF2B5EF4-FFF2-40B4-BE49-F238E27FC236}">
                <a16:creationId xmlns:a16="http://schemas.microsoft.com/office/drawing/2014/main" id="{FCF9AA21-199F-4718-ABDE-7880352BF208}"/>
              </a:ext>
            </a:extLst>
          </p:cNvPr>
          <p:cNvSpPr txBox="1"/>
          <p:nvPr/>
        </p:nvSpPr>
        <p:spPr>
          <a:xfrm>
            <a:off x="282498" y="304800"/>
            <a:ext cx="8915400" cy="646331"/>
          </a:xfrm>
          <a:prstGeom prst="rect">
            <a:avLst/>
          </a:prstGeom>
          <a:noFill/>
        </p:spPr>
        <p:txBody>
          <a:bodyPr wrap="square" rtlCol="0">
            <a:spAutoFit/>
          </a:bodyPr>
          <a:lstStyle/>
          <a:p>
            <a:r>
              <a:rPr lang="en-IN" sz="3600" b="1" spc="-5" dirty="0">
                <a:solidFill>
                  <a:schemeClr val="tx1"/>
                </a:solidFill>
                <a:latin typeface="Calibri Light" panose="020F0302020204030204" pitchFamily="34" charset="0"/>
                <a:cs typeface="Calibri Light" panose="020F0302020204030204" pitchFamily="34" charset="0"/>
              </a:rPr>
              <a:t>Kubernetes</a:t>
            </a:r>
            <a:r>
              <a:rPr lang="en-IN" sz="3600" b="1" spc="10" dirty="0">
                <a:solidFill>
                  <a:schemeClr val="tx1"/>
                </a:solidFill>
                <a:latin typeface="Calibri Light" panose="020F0302020204030204" pitchFamily="34" charset="0"/>
                <a:cs typeface="Calibri Light" panose="020F0302020204030204" pitchFamily="34" charset="0"/>
              </a:rPr>
              <a:t> </a:t>
            </a:r>
            <a:r>
              <a:rPr lang="en-IN" sz="3600" b="1" spc="-5" dirty="0">
                <a:solidFill>
                  <a:schemeClr val="tx1"/>
                </a:solidFill>
                <a:latin typeface="Calibri Light" panose="020F0302020204030204" pitchFamily="34" charset="0"/>
                <a:cs typeface="Calibri Light" panose="020F0302020204030204" pitchFamily="34" charset="0"/>
              </a:rPr>
              <a:t>using </a:t>
            </a:r>
            <a:r>
              <a:rPr lang="en-IN" sz="3600" b="1" spc="-5" dirty="0" err="1">
                <a:solidFill>
                  <a:schemeClr val="tx1"/>
                </a:solidFill>
                <a:latin typeface="Calibri Light" panose="020F0302020204030204" pitchFamily="34" charset="0"/>
                <a:cs typeface="Calibri Light" panose="020F0302020204030204" pitchFamily="34" charset="0"/>
              </a:rPr>
              <a:t>kubeadm</a:t>
            </a:r>
            <a:endParaRPr lang="en-IN" sz="3600" dirty="0"/>
          </a:p>
        </p:txBody>
      </p:sp>
      <p:sp>
        <p:nvSpPr>
          <p:cNvPr id="2" name="Footer Placeholder 1">
            <a:extLst>
              <a:ext uri="{FF2B5EF4-FFF2-40B4-BE49-F238E27FC236}">
                <a16:creationId xmlns:a16="http://schemas.microsoft.com/office/drawing/2014/main" id="{925997D1-F3DA-5236-F5AA-690562925332}"/>
              </a:ext>
            </a:extLst>
          </p:cNvPr>
          <p:cNvSpPr>
            <a:spLocks noGrp="1"/>
          </p:cNvSpPr>
          <p:nvPr>
            <p:ph type="ftr" sz="quarter" idx="11"/>
          </p:nvPr>
        </p:nvSpPr>
        <p:spPr/>
        <p:txBody>
          <a:bodyPr/>
          <a:lstStyle/>
          <a:p>
            <a:r>
              <a:rPr lang="en-US"/>
              <a:t>CHAITANYA R GAAJULA</a:t>
            </a:r>
            <a:endParaRPr lang="en-IN"/>
          </a:p>
        </p:txBody>
      </p:sp>
      <p:sp>
        <p:nvSpPr>
          <p:cNvPr id="3" name="Slide Number Placeholder 2">
            <a:extLst>
              <a:ext uri="{FF2B5EF4-FFF2-40B4-BE49-F238E27FC236}">
                <a16:creationId xmlns:a16="http://schemas.microsoft.com/office/drawing/2014/main" id="{69D3BCDE-8D1F-1BCF-94DE-BBF00903DA32}"/>
              </a:ext>
            </a:extLst>
          </p:cNvPr>
          <p:cNvSpPr>
            <a:spLocks noGrp="1"/>
          </p:cNvSpPr>
          <p:nvPr>
            <p:ph type="sldNum" sz="quarter" idx="12"/>
          </p:nvPr>
        </p:nvSpPr>
        <p:spPr/>
        <p:txBody>
          <a:bodyPr/>
          <a:lstStyle/>
          <a:p>
            <a:fld id="{B6F15528-21DE-4FAA-801E-634DDDAF4B2B}" type="slidenum">
              <a:rPr lang="en-IN" smtClean="0"/>
              <a:t>16</a:t>
            </a:fld>
            <a:endParaRPr lang="en-IN"/>
          </a:p>
        </p:txBody>
      </p:sp>
    </p:spTree>
    <p:extLst>
      <p:ext uri="{BB962C8B-B14F-4D97-AF65-F5344CB8AC3E}">
        <p14:creationId xmlns:p14="http://schemas.microsoft.com/office/powerpoint/2010/main" val="3923098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5507" y="376854"/>
            <a:ext cx="9638284" cy="566822"/>
          </a:xfrm>
          <a:prstGeom prst="rect">
            <a:avLst/>
          </a:prstGeom>
        </p:spPr>
        <p:txBody>
          <a:bodyPr vert="horz" wrap="square" lIns="0" tIns="12700" rIns="0" bIns="0" rtlCol="0">
            <a:spAutoFit/>
          </a:bodyPr>
          <a:lstStyle/>
          <a:p>
            <a:pPr marL="12700">
              <a:lnSpc>
                <a:spcPct val="100000"/>
              </a:lnSpc>
              <a:spcBef>
                <a:spcPts val="100"/>
              </a:spcBef>
            </a:pPr>
            <a:r>
              <a:rPr sz="3600" b="1" dirty="0">
                <a:solidFill>
                  <a:schemeClr val="tx1"/>
                </a:solidFill>
                <a:latin typeface="Calibri Light" panose="020F0302020204030204" pitchFamily="34" charset="0"/>
                <a:cs typeface="Calibri Light" panose="020F0302020204030204" pitchFamily="34" charset="0"/>
              </a:rPr>
              <a:t>Container Network</a:t>
            </a:r>
            <a:r>
              <a:rPr sz="3600" b="1" spc="-80" dirty="0">
                <a:solidFill>
                  <a:schemeClr val="tx1"/>
                </a:solidFill>
                <a:latin typeface="Calibri Light" panose="020F0302020204030204" pitchFamily="34" charset="0"/>
                <a:cs typeface="Calibri Light" panose="020F0302020204030204" pitchFamily="34" charset="0"/>
              </a:rPr>
              <a:t> </a:t>
            </a:r>
            <a:r>
              <a:rPr sz="3600" b="1" dirty="0">
                <a:solidFill>
                  <a:schemeClr val="tx1"/>
                </a:solidFill>
                <a:latin typeface="Calibri Light" panose="020F0302020204030204" pitchFamily="34" charset="0"/>
                <a:cs typeface="Calibri Light" panose="020F0302020204030204" pitchFamily="34" charset="0"/>
              </a:rPr>
              <a:t>Interface</a:t>
            </a:r>
            <a:r>
              <a:rPr lang="en-IN" sz="3600" b="1" dirty="0">
                <a:solidFill>
                  <a:schemeClr val="tx1"/>
                </a:solidFill>
                <a:latin typeface="Calibri Light" panose="020F0302020204030204" pitchFamily="34" charset="0"/>
                <a:cs typeface="Calibri Light" panose="020F0302020204030204" pitchFamily="34" charset="0"/>
              </a:rPr>
              <a:t> (CNI)</a:t>
            </a:r>
            <a:endParaRPr sz="3600" b="1" dirty="0">
              <a:solidFill>
                <a:schemeClr val="tx1"/>
              </a:solidFill>
              <a:latin typeface="Calibri Light" panose="020F0302020204030204" pitchFamily="34" charset="0"/>
              <a:cs typeface="Calibri Light" panose="020F0302020204030204" pitchFamily="34" charset="0"/>
            </a:endParaRPr>
          </a:p>
        </p:txBody>
      </p:sp>
      <p:sp>
        <p:nvSpPr>
          <p:cNvPr id="3" name="object 3"/>
          <p:cNvSpPr/>
          <p:nvPr/>
        </p:nvSpPr>
        <p:spPr>
          <a:xfrm>
            <a:off x="1341120" y="1260180"/>
            <a:ext cx="8641080" cy="3264407"/>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6">
            <a:extLst>
              <a:ext uri="{FF2B5EF4-FFF2-40B4-BE49-F238E27FC236}">
                <a16:creationId xmlns:a16="http://schemas.microsoft.com/office/drawing/2014/main" id="{B99C57A4-5811-4495-BD51-24BFEC70F129}"/>
              </a:ext>
            </a:extLst>
          </p:cNvPr>
          <p:cNvSpPr txBox="1"/>
          <p:nvPr/>
        </p:nvSpPr>
        <p:spPr>
          <a:xfrm>
            <a:off x="304800" y="4874545"/>
            <a:ext cx="12115800" cy="1446550"/>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rPr>
              <a:t>Container networking Interface is the mechanism through which containers can optionally connect to other  containers, the host, and outside networks like the internet.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rPr>
              <a:t>Container runtimes offer various networking modes and various plugins </a:t>
            </a:r>
            <a:endParaRPr kumimoji="0" lang="en-IN" sz="2200" b="0"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endParaRPr>
          </a:p>
        </p:txBody>
      </p:sp>
      <p:sp>
        <p:nvSpPr>
          <p:cNvPr id="4" name="Footer Placeholder 3">
            <a:extLst>
              <a:ext uri="{FF2B5EF4-FFF2-40B4-BE49-F238E27FC236}">
                <a16:creationId xmlns:a16="http://schemas.microsoft.com/office/drawing/2014/main" id="{DB2A230E-0166-105F-315C-F6AE8068A9E6}"/>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272A5533-990D-4C6E-3F34-DA8EA66773AC}"/>
              </a:ext>
            </a:extLst>
          </p:cNvPr>
          <p:cNvSpPr>
            <a:spLocks noGrp="1"/>
          </p:cNvSpPr>
          <p:nvPr>
            <p:ph type="sldNum" sz="quarter" idx="12"/>
          </p:nvPr>
        </p:nvSpPr>
        <p:spPr/>
        <p:txBody>
          <a:bodyPr/>
          <a:lstStyle/>
          <a:p>
            <a:fld id="{B6F15528-21DE-4FAA-801E-634DDDAF4B2B}" type="slidenum">
              <a:rPr lang="en-IN" smtClean="0"/>
              <a:t>17</a:t>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204068"/>
            <a:ext cx="2872740" cy="566822"/>
          </a:xfrm>
          <a:prstGeom prst="rect">
            <a:avLst/>
          </a:prstGeom>
        </p:spPr>
        <p:txBody>
          <a:bodyPr vert="horz" wrap="square" lIns="0" tIns="12700" rIns="0" bIns="0" rtlCol="0">
            <a:spAutoFit/>
          </a:bodyPr>
          <a:lstStyle/>
          <a:p>
            <a:pPr marL="12700">
              <a:lnSpc>
                <a:spcPct val="100000"/>
              </a:lnSpc>
              <a:spcBef>
                <a:spcPts val="100"/>
              </a:spcBef>
            </a:pPr>
            <a:r>
              <a:rPr sz="3600" b="1" spc="-10" dirty="0">
                <a:solidFill>
                  <a:schemeClr val="tx1"/>
                </a:solidFill>
                <a:latin typeface="Calibri Light" panose="020F0302020204030204" pitchFamily="34" charset="0"/>
                <a:cs typeface="Calibri Light" panose="020F0302020204030204" pitchFamily="34" charset="0"/>
              </a:rPr>
              <a:t>CNI</a:t>
            </a:r>
            <a:r>
              <a:rPr sz="3600" b="1" spc="-30" dirty="0">
                <a:solidFill>
                  <a:schemeClr val="tx1"/>
                </a:solidFill>
                <a:latin typeface="Calibri Light" panose="020F0302020204030204" pitchFamily="34" charset="0"/>
                <a:cs typeface="Calibri Light" panose="020F0302020204030204" pitchFamily="34" charset="0"/>
              </a:rPr>
              <a:t> </a:t>
            </a:r>
            <a:r>
              <a:rPr sz="3600" b="1" dirty="0">
                <a:solidFill>
                  <a:schemeClr val="tx1"/>
                </a:solidFill>
                <a:latin typeface="Calibri Light" panose="020F0302020204030204" pitchFamily="34" charset="0"/>
                <a:cs typeface="Calibri Light" panose="020F0302020204030204" pitchFamily="34" charset="0"/>
              </a:rPr>
              <a:t>Plugins</a:t>
            </a:r>
          </a:p>
        </p:txBody>
      </p:sp>
      <p:sp>
        <p:nvSpPr>
          <p:cNvPr id="3" name="object 3"/>
          <p:cNvSpPr txBox="1"/>
          <p:nvPr/>
        </p:nvSpPr>
        <p:spPr>
          <a:xfrm>
            <a:off x="724916" y="1156334"/>
            <a:ext cx="1256665" cy="1318260"/>
          </a:xfrm>
          <a:prstGeom prst="rect">
            <a:avLst/>
          </a:prstGeom>
        </p:spPr>
        <p:txBody>
          <a:bodyPr vert="horz" wrap="square" lIns="0" tIns="137160" rIns="0" bIns="0" rtlCol="0">
            <a:spAutoFit/>
          </a:bodyPr>
          <a:lstStyle/>
          <a:p>
            <a:pPr marL="12700" marR="0" lvl="0" indent="0" algn="l" defTabSz="914400" rtl="0" eaLnBrk="1" fontAlgn="auto" latinLnBrk="0" hangingPunct="1">
              <a:lnSpc>
                <a:spcPct val="100000"/>
              </a:lnSpc>
              <a:spcBef>
                <a:spcPts val="1080"/>
              </a:spcBef>
              <a:spcAft>
                <a:spcPts val="0"/>
              </a:spcAft>
              <a:buClrTx/>
              <a:buSzTx/>
              <a:buFontTx/>
              <a:buNone/>
              <a:tabLst>
                <a:tab pos="356870" algn="l"/>
              </a:tabLst>
              <a:defRPr/>
            </a:pPr>
            <a:r>
              <a:rPr kumimoji="0" sz="1600" b="0" i="0" u="none" strike="noStrike" kern="1200" cap="none" spc="5" normalizeH="0" baseline="0" noProof="0" dirty="0">
                <a:ln>
                  <a:noFill/>
                </a:ln>
                <a:solidFill>
                  <a:prstClr val="black"/>
                </a:solidFill>
                <a:effectLst/>
                <a:uLnTx/>
                <a:uFillTx/>
                <a:latin typeface="Wingdings 3"/>
                <a:ea typeface="+mn-ea"/>
                <a:cs typeface="Wingdings 3"/>
              </a:rPr>
              <a:t></a:t>
            </a:r>
            <a:r>
              <a:rPr kumimoji="0" sz="1600" b="0" i="0" u="none" strike="noStrike" kern="1200" cap="none" spc="5" normalizeH="0" baseline="0" noProof="0" dirty="0">
                <a:ln>
                  <a:noFill/>
                </a:ln>
                <a:solidFill>
                  <a:prstClr val="black"/>
                </a:solidFill>
                <a:effectLst/>
                <a:uLnTx/>
                <a:uFillTx/>
                <a:latin typeface="Times New Roman"/>
                <a:ea typeface="+mn-ea"/>
                <a:cs typeface="Times New Roman"/>
              </a:rPr>
              <a:t>	</a:t>
            </a:r>
            <a:r>
              <a:rPr kumimoji="0" sz="2000" b="0" i="0" u="none" strike="noStrike" kern="1200" cap="none" spc="-5" normalizeH="0" baseline="0" noProof="0" dirty="0">
                <a:ln>
                  <a:noFill/>
                </a:ln>
                <a:solidFill>
                  <a:prstClr val="black"/>
                </a:solidFill>
                <a:effectLst/>
                <a:uLnTx/>
                <a:uFillTx/>
                <a:latin typeface="Century Gothic"/>
                <a:ea typeface="+mn-ea"/>
                <a:cs typeface="Century Gothic"/>
              </a:rPr>
              <a:t>Calico</a:t>
            </a:r>
            <a:endParaRPr kumimoji="0" sz="2000" b="0" i="0" u="none" strike="noStrike" kern="1200" cap="none" spc="0" normalizeH="0" baseline="0" noProof="0" dirty="0">
              <a:ln>
                <a:noFill/>
              </a:ln>
              <a:solidFill>
                <a:prstClr val="black"/>
              </a:solidFill>
              <a:effectLst/>
              <a:uLnTx/>
              <a:uFillTx/>
              <a:latin typeface="Century Gothic"/>
              <a:ea typeface="+mn-ea"/>
              <a:cs typeface="Century Gothic"/>
            </a:endParaRPr>
          </a:p>
          <a:p>
            <a:pPr marL="12700" marR="0" lvl="0" indent="0" algn="l" defTabSz="914400" rtl="0" eaLnBrk="1" fontAlgn="auto" latinLnBrk="0" hangingPunct="1">
              <a:lnSpc>
                <a:spcPct val="100000"/>
              </a:lnSpc>
              <a:spcBef>
                <a:spcPts val="985"/>
              </a:spcBef>
              <a:spcAft>
                <a:spcPts val="0"/>
              </a:spcAft>
              <a:buClrTx/>
              <a:buSzTx/>
              <a:buFontTx/>
              <a:buNone/>
              <a:tabLst>
                <a:tab pos="356870" algn="l"/>
              </a:tabLst>
              <a:defRPr/>
            </a:pPr>
            <a:r>
              <a:rPr kumimoji="0" sz="1600" b="0" i="0" u="none" strike="noStrike" kern="1200" cap="none" spc="5" normalizeH="0" baseline="0" noProof="0" dirty="0">
                <a:ln>
                  <a:noFill/>
                </a:ln>
                <a:solidFill>
                  <a:prstClr val="black"/>
                </a:solidFill>
                <a:effectLst/>
                <a:uLnTx/>
                <a:uFillTx/>
                <a:latin typeface="Wingdings 3"/>
                <a:ea typeface="+mn-ea"/>
                <a:cs typeface="Wingdings 3"/>
              </a:rPr>
              <a:t></a:t>
            </a:r>
            <a:r>
              <a:rPr kumimoji="0" sz="1600" b="0" i="0" u="none" strike="noStrike" kern="1200" cap="none" spc="5" normalizeH="0" baseline="0" noProof="0" dirty="0">
                <a:ln>
                  <a:noFill/>
                </a:ln>
                <a:solidFill>
                  <a:prstClr val="black"/>
                </a:solidFill>
                <a:effectLst/>
                <a:uLnTx/>
                <a:uFillTx/>
                <a:latin typeface="Times New Roman"/>
                <a:ea typeface="+mn-ea"/>
                <a:cs typeface="Times New Roman"/>
              </a:rPr>
              <a:t>	</a:t>
            </a:r>
            <a:r>
              <a:rPr kumimoji="0" sz="2000" b="0" i="0" u="none" strike="noStrike" kern="1200" cap="none" spc="-5" normalizeH="0" baseline="0" noProof="0" dirty="0">
                <a:ln>
                  <a:noFill/>
                </a:ln>
                <a:solidFill>
                  <a:prstClr val="black"/>
                </a:solidFill>
                <a:effectLst/>
                <a:uLnTx/>
                <a:uFillTx/>
                <a:latin typeface="Century Gothic"/>
                <a:ea typeface="+mn-ea"/>
                <a:cs typeface="Century Gothic"/>
              </a:rPr>
              <a:t>Flannel</a:t>
            </a:r>
            <a:endParaRPr kumimoji="0" sz="2000" b="0" i="0" u="none" strike="noStrike" kern="1200" cap="none" spc="0" normalizeH="0" baseline="0" noProof="0" dirty="0">
              <a:ln>
                <a:noFill/>
              </a:ln>
              <a:solidFill>
                <a:prstClr val="black"/>
              </a:solidFill>
              <a:effectLst/>
              <a:uLnTx/>
              <a:uFillTx/>
              <a:latin typeface="Century Gothic"/>
              <a:ea typeface="+mn-ea"/>
              <a:cs typeface="Century Gothic"/>
            </a:endParaRPr>
          </a:p>
          <a:p>
            <a:pPr marL="12700" marR="0" lvl="0" indent="0" algn="l" defTabSz="914400" rtl="0" eaLnBrk="1" fontAlgn="auto" latinLnBrk="0" hangingPunct="1">
              <a:lnSpc>
                <a:spcPct val="100000"/>
              </a:lnSpc>
              <a:spcBef>
                <a:spcPts val="1010"/>
              </a:spcBef>
              <a:spcAft>
                <a:spcPts val="0"/>
              </a:spcAft>
              <a:buClrTx/>
              <a:buSzTx/>
              <a:buFontTx/>
              <a:buNone/>
              <a:tabLst>
                <a:tab pos="356870" algn="l"/>
              </a:tabLst>
              <a:defRPr/>
            </a:pPr>
            <a:r>
              <a:rPr kumimoji="0" sz="1600" b="0" i="0" u="none" strike="noStrike" kern="1200" cap="none" spc="5" normalizeH="0" baseline="0" noProof="0" dirty="0">
                <a:ln>
                  <a:noFill/>
                </a:ln>
                <a:solidFill>
                  <a:prstClr val="black"/>
                </a:solidFill>
                <a:effectLst/>
                <a:uLnTx/>
                <a:uFillTx/>
                <a:latin typeface="Wingdings 3"/>
                <a:ea typeface="+mn-ea"/>
                <a:cs typeface="Wingdings 3"/>
              </a:rPr>
              <a:t></a:t>
            </a:r>
            <a:r>
              <a:rPr kumimoji="0" sz="1600" b="0" i="0" u="none" strike="noStrike" kern="1200" cap="none" spc="5" normalizeH="0" baseline="0" noProof="0" dirty="0">
                <a:ln>
                  <a:noFill/>
                </a:ln>
                <a:solidFill>
                  <a:prstClr val="black"/>
                </a:solidFill>
                <a:effectLst/>
                <a:uLnTx/>
                <a:uFillTx/>
                <a:latin typeface="Times New Roman"/>
                <a:ea typeface="+mn-ea"/>
                <a:cs typeface="Times New Roman"/>
              </a:rPr>
              <a:t>	</a:t>
            </a:r>
            <a:r>
              <a:rPr kumimoji="0" sz="2000" b="0" i="0" u="none" strike="noStrike" kern="1200" cap="none" spc="-10" normalizeH="0" baseline="0" noProof="0" dirty="0">
                <a:ln>
                  <a:noFill/>
                </a:ln>
                <a:solidFill>
                  <a:prstClr val="black"/>
                </a:solidFill>
                <a:effectLst/>
                <a:uLnTx/>
                <a:uFillTx/>
                <a:latin typeface="Century Gothic"/>
                <a:ea typeface="+mn-ea"/>
                <a:cs typeface="Century Gothic"/>
              </a:rPr>
              <a:t>Weave</a:t>
            </a:r>
            <a:endParaRPr kumimoji="0" sz="20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4" name="object 4"/>
          <p:cNvSpPr/>
          <p:nvPr/>
        </p:nvSpPr>
        <p:spPr>
          <a:xfrm>
            <a:off x="2255520" y="2325623"/>
            <a:ext cx="7680959" cy="4319016"/>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513AFD69-C264-4E88-B6D6-DB64623578EC}"/>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F810868A-CF12-874B-7A4F-98DDC28035C5}"/>
              </a:ext>
            </a:extLst>
          </p:cNvPr>
          <p:cNvSpPr>
            <a:spLocks noGrp="1"/>
          </p:cNvSpPr>
          <p:nvPr>
            <p:ph type="sldNum" sz="quarter" idx="12"/>
          </p:nvPr>
        </p:nvSpPr>
        <p:spPr/>
        <p:txBody>
          <a:bodyPr/>
          <a:lstStyle/>
          <a:p>
            <a:fld id="{B6F15528-21DE-4FAA-801E-634DDDAF4B2B}" type="slidenum">
              <a:rPr lang="en-IN" smtClean="0"/>
              <a:t>18</a:t>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7878"/>
            <a:ext cx="2872740" cy="566822"/>
          </a:xfrm>
          <a:prstGeom prst="rect">
            <a:avLst/>
          </a:prstGeom>
        </p:spPr>
        <p:txBody>
          <a:bodyPr vert="horz" wrap="square" lIns="0" tIns="12700" rIns="0" bIns="0" rtlCol="0">
            <a:spAutoFit/>
          </a:bodyPr>
          <a:lstStyle/>
          <a:p>
            <a:pPr marL="12700">
              <a:lnSpc>
                <a:spcPct val="100000"/>
              </a:lnSpc>
              <a:spcBef>
                <a:spcPts val="100"/>
              </a:spcBef>
            </a:pPr>
            <a:r>
              <a:rPr sz="3600" b="1" spc="-10" dirty="0">
                <a:solidFill>
                  <a:schemeClr val="tx1"/>
                </a:solidFill>
                <a:latin typeface="Calibri Light" panose="020F0302020204030204" pitchFamily="34" charset="0"/>
                <a:cs typeface="Calibri Light" panose="020F0302020204030204" pitchFamily="34" charset="0"/>
              </a:rPr>
              <a:t>CNI</a:t>
            </a:r>
            <a:r>
              <a:rPr sz="3600" b="1" spc="-30" dirty="0">
                <a:solidFill>
                  <a:schemeClr val="tx1"/>
                </a:solidFill>
                <a:latin typeface="Calibri Light" panose="020F0302020204030204" pitchFamily="34" charset="0"/>
                <a:cs typeface="Calibri Light" panose="020F0302020204030204" pitchFamily="34" charset="0"/>
              </a:rPr>
              <a:t> </a:t>
            </a:r>
            <a:r>
              <a:rPr sz="3600" b="1" dirty="0">
                <a:solidFill>
                  <a:schemeClr val="tx1"/>
                </a:solidFill>
                <a:latin typeface="Calibri Light" panose="020F0302020204030204" pitchFamily="34" charset="0"/>
                <a:cs typeface="Calibri Light" panose="020F0302020204030204" pitchFamily="34" charset="0"/>
              </a:rPr>
              <a:t>Plugins</a:t>
            </a:r>
          </a:p>
        </p:txBody>
      </p:sp>
      <p:sp>
        <p:nvSpPr>
          <p:cNvPr id="5" name="TextBox 4">
            <a:extLst>
              <a:ext uri="{FF2B5EF4-FFF2-40B4-BE49-F238E27FC236}">
                <a16:creationId xmlns:a16="http://schemas.microsoft.com/office/drawing/2014/main" id="{9BD4D58F-7B26-45D8-9878-37B0CE08B037}"/>
              </a:ext>
            </a:extLst>
          </p:cNvPr>
          <p:cNvSpPr txBox="1"/>
          <p:nvPr/>
        </p:nvSpPr>
        <p:spPr>
          <a:xfrm>
            <a:off x="76200" y="838200"/>
            <a:ext cx="12230100" cy="5708511"/>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Calibri Light" panose="020F0302020204030204" pitchFamily="34" charset="0"/>
                <a:cs typeface="Calibri Light" panose="020F0302020204030204" pitchFamily="34" charset="0"/>
              </a:rPr>
              <a:t>Flannel, a project developed by the CoreOS, is perhaps the most straightforward and popular CNI plugin available.</a:t>
            </a:r>
          </a:p>
          <a:p>
            <a:pPr marL="285750" indent="-285750">
              <a:buFont typeface="Wingdings" panose="05000000000000000000" pitchFamily="2" charset="2"/>
              <a:buChar char="§"/>
            </a:pPr>
            <a:endParaRPr lang="en-US" dirty="0">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dirty="0">
                <a:latin typeface="Calibri Light" panose="020F0302020204030204" pitchFamily="34" charset="0"/>
                <a:cs typeface="Calibri Light" panose="020F0302020204030204" pitchFamily="34" charset="0"/>
              </a:rPr>
              <a:t>It is one of the most mature examples of networking fabric for container orchestration systems, intended to allow for better inter-container and inter-host networking.</a:t>
            </a:r>
          </a:p>
          <a:p>
            <a:pPr marL="285750" indent="-285750">
              <a:buFont typeface="Wingdings" panose="05000000000000000000" pitchFamily="2" charset="2"/>
              <a:buChar char="§"/>
            </a:pPr>
            <a:endParaRPr lang="en-US" dirty="0">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dirty="0">
                <a:latin typeface="Calibri Light" panose="020F0302020204030204" pitchFamily="34" charset="0"/>
                <a:cs typeface="Calibri Light" panose="020F0302020204030204" pitchFamily="34" charset="0"/>
              </a:rPr>
              <a:t>Flannel configures a layer 3 IPv4 overlay network</a:t>
            </a:r>
          </a:p>
          <a:p>
            <a:pPr marL="285750" indent="-285750">
              <a:buFont typeface="Wingdings" panose="05000000000000000000" pitchFamily="2" charset="2"/>
              <a:buChar char="§"/>
            </a:pPr>
            <a:endParaRPr lang="en-US" dirty="0">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dirty="0">
                <a:latin typeface="Calibri Light" panose="020F0302020204030204" pitchFamily="34" charset="0"/>
                <a:cs typeface="Calibri Light" panose="020F0302020204030204" pitchFamily="34" charset="0"/>
              </a:rPr>
              <a:t>Calico is best known for its performance, flexibility, and power. </a:t>
            </a:r>
          </a:p>
          <a:p>
            <a:pPr marL="285750" indent="-285750">
              <a:buFont typeface="Wingdings" panose="05000000000000000000" pitchFamily="2" charset="2"/>
              <a:buChar char="§"/>
            </a:pPr>
            <a:endParaRPr lang="en-US" dirty="0">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dirty="0">
                <a:latin typeface="Calibri Light" panose="020F0302020204030204" pitchFamily="34" charset="0"/>
                <a:cs typeface="Calibri Light" panose="020F0302020204030204" pitchFamily="34" charset="0"/>
              </a:rPr>
              <a:t>Calico takes a more holistic view of networking, concerning itself not only with providing network connectivity between hosts and pods, but also with network security and administration.</a:t>
            </a:r>
          </a:p>
          <a:p>
            <a:pPr marL="285750" indent="-285750">
              <a:buFont typeface="Wingdings" panose="05000000000000000000" pitchFamily="2" charset="2"/>
              <a:buChar char="§"/>
            </a:pPr>
            <a:endParaRPr lang="en-US" dirty="0">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dirty="0">
                <a:latin typeface="Calibri Light" panose="020F0302020204030204" pitchFamily="34" charset="0"/>
                <a:cs typeface="Calibri Light" panose="020F0302020204030204" pitchFamily="34" charset="0"/>
              </a:rPr>
              <a:t>Project Calico is a good choice for environments that support its requirements and when performance and features like network policy are important.</a:t>
            </a:r>
          </a:p>
          <a:p>
            <a:pPr marL="285750" indent="-285750">
              <a:buFont typeface="Wingdings" panose="05000000000000000000" pitchFamily="2" charset="2"/>
              <a:buChar char="§"/>
            </a:pPr>
            <a:endParaRPr lang="en-US" dirty="0">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dirty="0">
                <a:latin typeface="Calibri Light" panose="020F0302020204030204" pitchFamily="34" charset="0"/>
                <a:cs typeface="Calibri Light" panose="020F0302020204030204" pitchFamily="34" charset="0"/>
              </a:rPr>
              <a:t>Weave Net by </a:t>
            </a:r>
            <a:r>
              <a:rPr lang="en-US" dirty="0" err="1">
                <a:latin typeface="Calibri Light" panose="020F0302020204030204" pitchFamily="34" charset="0"/>
                <a:cs typeface="Calibri Light" panose="020F0302020204030204" pitchFamily="34" charset="0"/>
              </a:rPr>
              <a:t>Weaveworks</a:t>
            </a:r>
            <a:r>
              <a:rPr lang="en-US" dirty="0">
                <a:latin typeface="Calibri Light" panose="020F0302020204030204" pitchFamily="34" charset="0"/>
                <a:cs typeface="Calibri Light" panose="020F0302020204030204" pitchFamily="34" charset="0"/>
              </a:rPr>
              <a:t> is a CNI-capable networking option for Kubernetes which creates a mesh overlay network between each of the nodes in the cluster, allowing for flexible routing between participants. </a:t>
            </a:r>
          </a:p>
          <a:p>
            <a:endParaRPr lang="en-US" dirty="0">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dirty="0">
                <a:latin typeface="Calibri Light" panose="020F0302020204030204" pitchFamily="34" charset="0"/>
                <a:cs typeface="Calibri Light" panose="020F0302020204030204" pitchFamily="34" charset="0"/>
              </a:rPr>
              <a:t>It is relatively easy to set up, offers many built-in and automatically configured features, and can provide routing in scenarios where other solutions might fail. </a:t>
            </a:r>
          </a:p>
        </p:txBody>
      </p:sp>
      <p:sp>
        <p:nvSpPr>
          <p:cNvPr id="3" name="Footer Placeholder 2">
            <a:extLst>
              <a:ext uri="{FF2B5EF4-FFF2-40B4-BE49-F238E27FC236}">
                <a16:creationId xmlns:a16="http://schemas.microsoft.com/office/drawing/2014/main" id="{015EC2B8-CFEA-D153-F154-4694733902E0}"/>
              </a:ext>
            </a:extLst>
          </p:cNvPr>
          <p:cNvSpPr>
            <a:spLocks noGrp="1"/>
          </p:cNvSpPr>
          <p:nvPr>
            <p:ph type="ftr" sz="quarter" idx="11"/>
          </p:nvPr>
        </p:nvSpPr>
        <p:spPr/>
        <p:txBody>
          <a:bodyPr/>
          <a:lstStyle/>
          <a:p>
            <a:r>
              <a:rPr lang="en-US"/>
              <a:t>CHAITANYA R GAAJULA</a:t>
            </a:r>
            <a:endParaRPr lang="en-IN"/>
          </a:p>
        </p:txBody>
      </p:sp>
      <p:sp>
        <p:nvSpPr>
          <p:cNvPr id="4" name="Slide Number Placeholder 3">
            <a:extLst>
              <a:ext uri="{FF2B5EF4-FFF2-40B4-BE49-F238E27FC236}">
                <a16:creationId xmlns:a16="http://schemas.microsoft.com/office/drawing/2014/main" id="{74F5C4C6-4A58-056F-8D51-B82FC6F793F0}"/>
              </a:ext>
            </a:extLst>
          </p:cNvPr>
          <p:cNvSpPr>
            <a:spLocks noGrp="1"/>
          </p:cNvSpPr>
          <p:nvPr>
            <p:ph type="sldNum" sz="quarter" idx="12"/>
          </p:nvPr>
        </p:nvSpPr>
        <p:spPr/>
        <p:txBody>
          <a:bodyPr/>
          <a:lstStyle/>
          <a:p>
            <a:fld id="{B6F15528-21DE-4FAA-801E-634DDDAF4B2B}" type="slidenum">
              <a:rPr lang="en-IN" smtClean="0"/>
              <a:t>19</a:t>
            </a:fld>
            <a:endParaRPr lang="en-IN"/>
          </a:p>
        </p:txBody>
      </p:sp>
    </p:spTree>
    <p:extLst>
      <p:ext uri="{BB962C8B-B14F-4D97-AF65-F5344CB8AC3E}">
        <p14:creationId xmlns:p14="http://schemas.microsoft.com/office/powerpoint/2010/main" val="2146566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4224" y="116574"/>
            <a:ext cx="7929880" cy="566822"/>
          </a:xfrm>
          <a:prstGeom prst="rect">
            <a:avLst/>
          </a:prstGeom>
        </p:spPr>
        <p:txBody>
          <a:bodyPr vert="horz" wrap="square" lIns="0" tIns="12700" rIns="0" bIns="0" rtlCol="0">
            <a:spAutoFit/>
          </a:bodyPr>
          <a:lstStyle/>
          <a:p>
            <a:pPr marL="12700">
              <a:lnSpc>
                <a:spcPct val="100000"/>
              </a:lnSpc>
              <a:spcBef>
                <a:spcPts val="100"/>
              </a:spcBef>
            </a:pPr>
            <a:r>
              <a:rPr sz="3600" b="1" spc="5" dirty="0">
                <a:solidFill>
                  <a:schemeClr val="tx1"/>
                </a:solidFill>
                <a:latin typeface="Calibri Light" panose="020F0302020204030204" pitchFamily="34" charset="0"/>
                <a:cs typeface="Calibri Light" panose="020F0302020204030204" pitchFamily="34" charset="0"/>
              </a:rPr>
              <a:t>Managed </a:t>
            </a:r>
            <a:r>
              <a:rPr sz="3600" b="1" spc="-5" dirty="0">
                <a:solidFill>
                  <a:schemeClr val="tx1"/>
                </a:solidFill>
                <a:latin typeface="Calibri Light" panose="020F0302020204030204" pitchFamily="34" charset="0"/>
                <a:cs typeface="Calibri Light" panose="020F0302020204030204" pitchFamily="34" charset="0"/>
              </a:rPr>
              <a:t>Kubernetes</a:t>
            </a:r>
            <a:r>
              <a:rPr sz="3600" b="1" spc="-135" dirty="0">
                <a:solidFill>
                  <a:schemeClr val="tx1"/>
                </a:solidFill>
                <a:latin typeface="Calibri Light" panose="020F0302020204030204" pitchFamily="34" charset="0"/>
                <a:cs typeface="Calibri Light" panose="020F0302020204030204" pitchFamily="34" charset="0"/>
              </a:rPr>
              <a:t> </a:t>
            </a:r>
            <a:r>
              <a:rPr sz="3600" b="1" dirty="0">
                <a:solidFill>
                  <a:schemeClr val="tx1"/>
                </a:solidFill>
                <a:latin typeface="Calibri Light" panose="020F0302020204030204" pitchFamily="34" charset="0"/>
                <a:cs typeface="Calibri Light" panose="020F0302020204030204" pitchFamily="34" charset="0"/>
              </a:rPr>
              <a:t>Services</a:t>
            </a:r>
          </a:p>
        </p:txBody>
      </p:sp>
      <p:sp>
        <p:nvSpPr>
          <p:cNvPr id="3" name="object 3"/>
          <p:cNvSpPr/>
          <p:nvPr/>
        </p:nvSpPr>
        <p:spPr>
          <a:xfrm>
            <a:off x="5199816" y="4915264"/>
            <a:ext cx="97790" cy="96520"/>
          </a:xfrm>
          <a:custGeom>
            <a:avLst/>
            <a:gdLst/>
            <a:ahLst/>
            <a:cxnLst/>
            <a:rect l="l" t="t" r="r" b="b"/>
            <a:pathLst>
              <a:path w="97789" h="96520">
                <a:moveTo>
                  <a:pt x="94838" y="127"/>
                </a:moveTo>
                <a:lnTo>
                  <a:pt x="2246" y="0"/>
                </a:lnTo>
                <a:lnTo>
                  <a:pt x="84" y="2246"/>
                </a:lnTo>
                <a:lnTo>
                  <a:pt x="0" y="94531"/>
                </a:lnTo>
                <a:lnTo>
                  <a:pt x="2543" y="96269"/>
                </a:lnTo>
                <a:lnTo>
                  <a:pt x="95219" y="96269"/>
                </a:lnTo>
                <a:lnTo>
                  <a:pt x="97170" y="94107"/>
                </a:lnTo>
                <a:lnTo>
                  <a:pt x="97254" y="1653"/>
                </a:lnTo>
                <a:close/>
              </a:path>
            </a:pathLst>
          </a:custGeom>
          <a:solidFill>
            <a:srgbClr val="0071CA"/>
          </a:solidFill>
        </p:spPr>
        <p:txBody>
          <a:bodyPr wrap="square" lIns="0" tIns="0" rIns="0" bIns="0" rtlCol="0"/>
          <a:lstStyle/>
          <a:p>
            <a:endParaRPr/>
          </a:p>
        </p:txBody>
      </p:sp>
      <p:graphicFrame>
        <p:nvGraphicFramePr>
          <p:cNvPr id="4" name="object 4"/>
          <p:cNvGraphicFramePr>
            <a:graphicFrameLocks noGrp="1"/>
          </p:cNvGraphicFramePr>
          <p:nvPr/>
        </p:nvGraphicFramePr>
        <p:xfrm>
          <a:off x="5062455" y="4782558"/>
          <a:ext cx="353059" cy="219668"/>
        </p:xfrm>
        <a:graphic>
          <a:graphicData uri="http://schemas.openxmlformats.org/drawingml/2006/table">
            <a:tbl>
              <a:tblPr firstRow="1" bandRow="1">
                <a:tableStyleId>{2D5ABB26-0587-4C30-8999-92F81FD0307C}</a:tableStyleId>
              </a:tblPr>
              <a:tblGrid>
                <a:gridCol w="116839">
                  <a:extLst>
                    <a:ext uri="{9D8B030D-6E8A-4147-A177-3AD203B41FA5}">
                      <a16:colId xmlns:a16="http://schemas.microsoft.com/office/drawing/2014/main" val="20000"/>
                    </a:ext>
                  </a:extLst>
                </a:gridCol>
                <a:gridCol w="118110">
                  <a:extLst>
                    <a:ext uri="{9D8B030D-6E8A-4147-A177-3AD203B41FA5}">
                      <a16:colId xmlns:a16="http://schemas.microsoft.com/office/drawing/2014/main" val="20001"/>
                    </a:ext>
                  </a:extLst>
                </a:gridCol>
                <a:gridCol w="118110">
                  <a:extLst>
                    <a:ext uri="{9D8B030D-6E8A-4147-A177-3AD203B41FA5}">
                      <a16:colId xmlns:a16="http://schemas.microsoft.com/office/drawing/2014/main" val="20002"/>
                    </a:ext>
                  </a:extLst>
                </a:gridCol>
              </a:tblGrid>
              <a:tr h="110046">
                <a:tc>
                  <a:txBody>
                    <a:bodyPr/>
                    <a:lstStyle/>
                    <a:p>
                      <a:pPr>
                        <a:lnSpc>
                          <a:spcPct val="100000"/>
                        </a:lnSpc>
                      </a:pPr>
                      <a:endParaRPr sz="500">
                        <a:latin typeface="Times New Roman"/>
                        <a:cs typeface="Times New Roman"/>
                      </a:endParaRPr>
                    </a:p>
                  </a:txBody>
                  <a:tcPr marL="0" marR="0" marT="0" marB="0">
                    <a:lnL w="28575">
                      <a:solidFill>
                        <a:srgbClr val="FFFFFF"/>
                      </a:solidFill>
                      <a:prstDash val="solid"/>
                    </a:lnL>
                    <a:lnR w="28575">
                      <a:solidFill>
                        <a:srgbClr val="FFFFFF"/>
                      </a:solidFill>
                      <a:prstDash val="solid"/>
                    </a:lnR>
                    <a:lnB w="28575">
                      <a:solidFill>
                        <a:srgbClr val="FFFFFF"/>
                      </a:solidFill>
                      <a:prstDash val="solid"/>
                    </a:lnB>
                    <a:solidFill>
                      <a:srgbClr val="0071CA"/>
                    </a:solidFill>
                  </a:tcPr>
                </a:tc>
                <a:tc>
                  <a:txBody>
                    <a:bodyPr/>
                    <a:lstStyle/>
                    <a:p>
                      <a:pPr>
                        <a:lnSpc>
                          <a:spcPct val="100000"/>
                        </a:lnSpc>
                      </a:pPr>
                      <a:endParaRPr sz="500">
                        <a:latin typeface="Times New Roman"/>
                        <a:cs typeface="Times New Roman"/>
                      </a:endParaRPr>
                    </a:p>
                  </a:txBody>
                  <a:tcPr marL="0" marR="0" marT="0" marB="0">
                    <a:lnL w="28575">
                      <a:solidFill>
                        <a:srgbClr val="FFFFFF"/>
                      </a:solidFill>
                      <a:prstDash val="solid"/>
                    </a:lnL>
                    <a:lnR w="28575">
                      <a:solidFill>
                        <a:srgbClr val="FFFFFF"/>
                      </a:solidFill>
                      <a:prstDash val="solid"/>
                    </a:lnR>
                    <a:lnB w="28575">
                      <a:solidFill>
                        <a:srgbClr val="FFFFFF"/>
                      </a:solidFill>
                      <a:prstDash val="solid"/>
                    </a:lnB>
                    <a:solidFill>
                      <a:srgbClr val="00C5FF"/>
                    </a:solidFill>
                  </a:tcPr>
                </a:tc>
                <a:tc>
                  <a:txBody>
                    <a:bodyPr/>
                    <a:lstStyle/>
                    <a:p>
                      <a:pPr>
                        <a:lnSpc>
                          <a:spcPct val="100000"/>
                        </a:lnSpc>
                      </a:pPr>
                      <a:endParaRPr sz="500">
                        <a:latin typeface="Times New Roman"/>
                        <a:cs typeface="Times New Roman"/>
                      </a:endParaRPr>
                    </a:p>
                  </a:txBody>
                  <a:tcPr marL="0" marR="0" marT="0" marB="0">
                    <a:lnL w="28575">
                      <a:solidFill>
                        <a:srgbClr val="FFFFFF"/>
                      </a:solidFill>
                      <a:prstDash val="solid"/>
                    </a:lnL>
                    <a:lnR w="28575">
                      <a:solidFill>
                        <a:srgbClr val="FFFFFF"/>
                      </a:solidFill>
                      <a:prstDash val="solid"/>
                    </a:lnR>
                    <a:lnB w="28575">
                      <a:solidFill>
                        <a:srgbClr val="FFFFFF"/>
                      </a:solidFill>
                      <a:prstDash val="solid"/>
                    </a:lnB>
                    <a:solidFill>
                      <a:srgbClr val="0071CA"/>
                    </a:solidFill>
                  </a:tcPr>
                </a:tc>
                <a:extLst>
                  <a:ext uri="{0D108BD9-81ED-4DB2-BD59-A6C34878D82A}">
                    <a16:rowId xmlns:a16="http://schemas.microsoft.com/office/drawing/2014/main" val="10000"/>
                  </a:ext>
                </a:extLst>
              </a:tr>
              <a:tr h="109622">
                <a:tc>
                  <a:txBody>
                    <a:bodyPr/>
                    <a:lstStyle/>
                    <a:p>
                      <a:pPr>
                        <a:lnSpc>
                          <a:spcPct val="100000"/>
                        </a:lnSpc>
                      </a:pPr>
                      <a:endParaRPr sz="500">
                        <a:latin typeface="Times New Roman"/>
                        <a:cs typeface="Times New Roman"/>
                      </a:endParaRPr>
                    </a:p>
                  </a:txBody>
                  <a:tcPr marL="0" marR="0" marT="0" marB="0">
                    <a:lnL w="28575">
                      <a:solidFill>
                        <a:srgbClr val="FFFFFF"/>
                      </a:solidFill>
                      <a:prstDash val="solid"/>
                    </a:lnL>
                    <a:lnR w="28575">
                      <a:solidFill>
                        <a:srgbClr val="FFFFFF"/>
                      </a:solidFill>
                      <a:prstDash val="solid"/>
                    </a:lnR>
                    <a:lnT w="28575">
                      <a:solidFill>
                        <a:srgbClr val="FFFFFF"/>
                      </a:solidFill>
                      <a:prstDash val="solid"/>
                    </a:lnT>
                    <a:solidFill>
                      <a:srgbClr val="00C5FF"/>
                    </a:solidFill>
                  </a:tcPr>
                </a:tc>
                <a:tc>
                  <a:txBody>
                    <a:bodyPr/>
                    <a:lstStyle/>
                    <a:p>
                      <a:pPr>
                        <a:lnSpc>
                          <a:spcPct val="100000"/>
                        </a:lnSpc>
                      </a:pPr>
                      <a:endParaRPr sz="500">
                        <a:latin typeface="Times New Roman"/>
                        <a:cs typeface="Times New Roman"/>
                      </a:endParaRPr>
                    </a:p>
                  </a:txBody>
                  <a:tcPr marL="0" marR="0" marT="0" marB="0">
                    <a:lnL w="28575">
                      <a:solidFill>
                        <a:srgbClr val="FFFFFF"/>
                      </a:solidFill>
                      <a:prstDash val="solid"/>
                    </a:lnL>
                    <a:lnR w="28575">
                      <a:solidFill>
                        <a:srgbClr val="FFFFFF"/>
                      </a:solidFill>
                      <a:prstDash val="solid"/>
                    </a:lnR>
                    <a:lnT w="28575">
                      <a:solidFill>
                        <a:srgbClr val="FFFFFF"/>
                      </a:solidFill>
                      <a:prstDash val="solid"/>
                    </a:lnT>
                    <a:solidFill>
                      <a:srgbClr val="0071CA"/>
                    </a:solidFill>
                  </a:tcPr>
                </a:tc>
                <a:tc>
                  <a:txBody>
                    <a:bodyPr/>
                    <a:lstStyle/>
                    <a:p>
                      <a:pPr>
                        <a:lnSpc>
                          <a:spcPct val="100000"/>
                        </a:lnSpc>
                      </a:pPr>
                      <a:endParaRPr sz="500">
                        <a:latin typeface="Times New Roman"/>
                        <a:cs typeface="Times New Roman"/>
                      </a:endParaRPr>
                    </a:p>
                  </a:txBody>
                  <a:tcPr marL="0" marR="0" marT="0" marB="0">
                    <a:lnL w="28575">
                      <a:solidFill>
                        <a:srgbClr val="FFFFFF"/>
                      </a:solidFill>
                      <a:prstDash val="solid"/>
                    </a:lnL>
                    <a:lnR w="28575">
                      <a:solidFill>
                        <a:srgbClr val="FFFFFF"/>
                      </a:solidFill>
                      <a:prstDash val="solid"/>
                    </a:lnR>
                    <a:lnT w="28575">
                      <a:solidFill>
                        <a:srgbClr val="FFFFFF"/>
                      </a:solidFill>
                      <a:prstDash val="solid"/>
                    </a:lnT>
                    <a:solidFill>
                      <a:srgbClr val="00C5FF"/>
                    </a:solidFill>
                  </a:tcPr>
                </a:tc>
                <a:extLst>
                  <a:ext uri="{0D108BD9-81ED-4DB2-BD59-A6C34878D82A}">
                    <a16:rowId xmlns:a16="http://schemas.microsoft.com/office/drawing/2014/main" val="10001"/>
                  </a:ext>
                </a:extLst>
              </a:tr>
            </a:tbl>
          </a:graphicData>
        </a:graphic>
      </p:graphicFrame>
      <p:grpSp>
        <p:nvGrpSpPr>
          <p:cNvPr id="5" name="object 5"/>
          <p:cNvGrpSpPr/>
          <p:nvPr/>
        </p:nvGrpSpPr>
        <p:grpSpPr>
          <a:xfrm>
            <a:off x="2417486" y="1519242"/>
            <a:ext cx="5868035" cy="4684395"/>
            <a:chOff x="2417486" y="1519242"/>
            <a:chExt cx="5868035" cy="4684395"/>
          </a:xfrm>
        </p:grpSpPr>
        <p:sp>
          <p:nvSpPr>
            <p:cNvPr id="6" name="object 6"/>
            <p:cNvSpPr/>
            <p:nvPr/>
          </p:nvSpPr>
          <p:spPr>
            <a:xfrm>
              <a:off x="2761488" y="1519249"/>
              <a:ext cx="5193665" cy="4100829"/>
            </a:xfrm>
            <a:custGeom>
              <a:avLst/>
              <a:gdLst/>
              <a:ahLst/>
              <a:cxnLst/>
              <a:rect l="l" t="t" r="r" b="b"/>
              <a:pathLst>
                <a:path w="5193665" h="4100829">
                  <a:moveTo>
                    <a:pt x="868337" y="3640696"/>
                  </a:moveTo>
                  <a:lnTo>
                    <a:pt x="865784" y="3593401"/>
                  </a:lnTo>
                  <a:lnTo>
                    <a:pt x="858329" y="3547567"/>
                  </a:lnTo>
                  <a:lnTo>
                    <a:pt x="846201" y="3503485"/>
                  </a:lnTo>
                  <a:lnTo>
                    <a:pt x="829691" y="3461397"/>
                  </a:lnTo>
                  <a:lnTo>
                    <a:pt x="809066" y="3421583"/>
                  </a:lnTo>
                  <a:lnTo>
                    <a:pt x="784567" y="3384308"/>
                  </a:lnTo>
                  <a:lnTo>
                    <a:pt x="756475" y="3349828"/>
                  </a:lnTo>
                  <a:lnTo>
                    <a:pt x="725068" y="3318421"/>
                  </a:lnTo>
                  <a:lnTo>
                    <a:pt x="690587" y="3290341"/>
                  </a:lnTo>
                  <a:lnTo>
                    <a:pt x="653300" y="3265843"/>
                  </a:lnTo>
                  <a:lnTo>
                    <a:pt x="613486" y="3245218"/>
                  </a:lnTo>
                  <a:lnTo>
                    <a:pt x="571398" y="3228708"/>
                  </a:lnTo>
                  <a:lnTo>
                    <a:pt x="527304" y="3216592"/>
                  </a:lnTo>
                  <a:lnTo>
                    <a:pt x="481469" y="3209125"/>
                  </a:lnTo>
                  <a:lnTo>
                    <a:pt x="434162" y="3206572"/>
                  </a:lnTo>
                  <a:lnTo>
                    <a:pt x="386854" y="3209125"/>
                  </a:lnTo>
                  <a:lnTo>
                    <a:pt x="341020" y="3216592"/>
                  </a:lnTo>
                  <a:lnTo>
                    <a:pt x="296938" y="3228708"/>
                  </a:lnTo>
                  <a:lnTo>
                    <a:pt x="254850" y="3245218"/>
                  </a:lnTo>
                  <a:lnTo>
                    <a:pt x="215036" y="3265843"/>
                  </a:lnTo>
                  <a:lnTo>
                    <a:pt x="177749" y="3290341"/>
                  </a:lnTo>
                  <a:lnTo>
                    <a:pt x="143268" y="3318421"/>
                  </a:lnTo>
                  <a:lnTo>
                    <a:pt x="111848" y="3349828"/>
                  </a:lnTo>
                  <a:lnTo>
                    <a:pt x="83769" y="3384308"/>
                  </a:lnTo>
                  <a:lnTo>
                    <a:pt x="59270" y="3421583"/>
                  </a:lnTo>
                  <a:lnTo>
                    <a:pt x="38633" y="3461397"/>
                  </a:lnTo>
                  <a:lnTo>
                    <a:pt x="22136" y="3503485"/>
                  </a:lnTo>
                  <a:lnTo>
                    <a:pt x="10007" y="3547567"/>
                  </a:lnTo>
                  <a:lnTo>
                    <a:pt x="2540" y="3593401"/>
                  </a:lnTo>
                  <a:lnTo>
                    <a:pt x="0" y="3640696"/>
                  </a:lnTo>
                  <a:lnTo>
                    <a:pt x="2540" y="3688003"/>
                  </a:lnTo>
                  <a:lnTo>
                    <a:pt x="10007" y="3733838"/>
                  </a:lnTo>
                  <a:lnTo>
                    <a:pt x="22136" y="3777919"/>
                  </a:lnTo>
                  <a:lnTo>
                    <a:pt x="38633" y="3820007"/>
                  </a:lnTo>
                  <a:lnTo>
                    <a:pt x="59270" y="3859809"/>
                  </a:lnTo>
                  <a:lnTo>
                    <a:pt x="83769" y="3897096"/>
                  </a:lnTo>
                  <a:lnTo>
                    <a:pt x="111848" y="3931564"/>
                  </a:lnTo>
                  <a:lnTo>
                    <a:pt x="143268" y="3962984"/>
                  </a:lnTo>
                  <a:lnTo>
                    <a:pt x="177749" y="3991064"/>
                  </a:lnTo>
                  <a:lnTo>
                    <a:pt x="215036" y="4015562"/>
                  </a:lnTo>
                  <a:lnTo>
                    <a:pt x="254850" y="4036187"/>
                  </a:lnTo>
                  <a:lnTo>
                    <a:pt x="296938" y="4052697"/>
                  </a:lnTo>
                  <a:lnTo>
                    <a:pt x="341020" y="4064812"/>
                  </a:lnTo>
                  <a:lnTo>
                    <a:pt x="386854" y="4072280"/>
                  </a:lnTo>
                  <a:lnTo>
                    <a:pt x="434162" y="4074833"/>
                  </a:lnTo>
                  <a:lnTo>
                    <a:pt x="481469" y="4072280"/>
                  </a:lnTo>
                  <a:lnTo>
                    <a:pt x="527304" y="4064812"/>
                  </a:lnTo>
                  <a:lnTo>
                    <a:pt x="571398" y="4052697"/>
                  </a:lnTo>
                  <a:lnTo>
                    <a:pt x="613486" y="4036187"/>
                  </a:lnTo>
                  <a:lnTo>
                    <a:pt x="653300" y="4015562"/>
                  </a:lnTo>
                  <a:lnTo>
                    <a:pt x="690587" y="3991064"/>
                  </a:lnTo>
                  <a:lnTo>
                    <a:pt x="725068" y="3962984"/>
                  </a:lnTo>
                  <a:lnTo>
                    <a:pt x="756475" y="3931564"/>
                  </a:lnTo>
                  <a:lnTo>
                    <a:pt x="784567" y="3897096"/>
                  </a:lnTo>
                  <a:lnTo>
                    <a:pt x="809066" y="3859809"/>
                  </a:lnTo>
                  <a:lnTo>
                    <a:pt x="829691" y="3820007"/>
                  </a:lnTo>
                  <a:lnTo>
                    <a:pt x="846201" y="3777919"/>
                  </a:lnTo>
                  <a:lnTo>
                    <a:pt x="858329" y="3733838"/>
                  </a:lnTo>
                  <a:lnTo>
                    <a:pt x="865784" y="3688003"/>
                  </a:lnTo>
                  <a:lnTo>
                    <a:pt x="868337" y="3640696"/>
                  </a:lnTo>
                  <a:close/>
                </a:path>
                <a:path w="5193665" h="4100829">
                  <a:moveTo>
                    <a:pt x="1769414" y="519709"/>
                  </a:moveTo>
                  <a:lnTo>
                    <a:pt x="1767281" y="472414"/>
                  </a:lnTo>
                  <a:lnTo>
                    <a:pt x="1761032" y="426300"/>
                  </a:lnTo>
                  <a:lnTo>
                    <a:pt x="1750834" y="381571"/>
                  </a:lnTo>
                  <a:lnTo>
                    <a:pt x="1736877" y="338378"/>
                  </a:lnTo>
                  <a:lnTo>
                    <a:pt x="1719351" y="296938"/>
                  </a:lnTo>
                  <a:lnTo>
                    <a:pt x="1698421" y="257416"/>
                  </a:lnTo>
                  <a:lnTo>
                    <a:pt x="1674279" y="220002"/>
                  </a:lnTo>
                  <a:lnTo>
                    <a:pt x="1647126" y="184886"/>
                  </a:lnTo>
                  <a:lnTo>
                    <a:pt x="1617116" y="152234"/>
                  </a:lnTo>
                  <a:lnTo>
                    <a:pt x="1584452" y="122237"/>
                  </a:lnTo>
                  <a:lnTo>
                    <a:pt x="1549323" y="95084"/>
                  </a:lnTo>
                  <a:lnTo>
                    <a:pt x="1511884" y="70967"/>
                  </a:lnTo>
                  <a:lnTo>
                    <a:pt x="1472349" y="50050"/>
                  </a:lnTo>
                  <a:lnTo>
                    <a:pt x="1430896" y="32512"/>
                  </a:lnTo>
                  <a:lnTo>
                    <a:pt x="1387690" y="18567"/>
                  </a:lnTo>
                  <a:lnTo>
                    <a:pt x="1342923" y="8369"/>
                  </a:lnTo>
                  <a:lnTo>
                    <a:pt x="1296797" y="2120"/>
                  </a:lnTo>
                  <a:lnTo>
                    <a:pt x="1249476" y="0"/>
                  </a:lnTo>
                  <a:lnTo>
                    <a:pt x="1202143" y="2120"/>
                  </a:lnTo>
                  <a:lnTo>
                    <a:pt x="1156017" y="8369"/>
                  </a:lnTo>
                  <a:lnTo>
                    <a:pt x="1111250" y="18567"/>
                  </a:lnTo>
                  <a:lnTo>
                    <a:pt x="1068057" y="32512"/>
                  </a:lnTo>
                  <a:lnTo>
                    <a:pt x="1026591" y="50050"/>
                  </a:lnTo>
                  <a:lnTo>
                    <a:pt x="987056" y="70967"/>
                  </a:lnTo>
                  <a:lnTo>
                    <a:pt x="949629" y="95084"/>
                  </a:lnTo>
                  <a:lnTo>
                    <a:pt x="914488" y="122237"/>
                  </a:lnTo>
                  <a:lnTo>
                    <a:pt x="881824" y="152234"/>
                  </a:lnTo>
                  <a:lnTo>
                    <a:pt x="851827" y="184886"/>
                  </a:lnTo>
                  <a:lnTo>
                    <a:pt x="824661" y="220002"/>
                  </a:lnTo>
                  <a:lnTo>
                    <a:pt x="800519" y="257416"/>
                  </a:lnTo>
                  <a:lnTo>
                    <a:pt x="779602" y="296938"/>
                  </a:lnTo>
                  <a:lnTo>
                    <a:pt x="762063" y="338378"/>
                  </a:lnTo>
                  <a:lnTo>
                    <a:pt x="748106" y="381571"/>
                  </a:lnTo>
                  <a:lnTo>
                    <a:pt x="737908" y="426300"/>
                  </a:lnTo>
                  <a:lnTo>
                    <a:pt x="731659" y="472414"/>
                  </a:lnTo>
                  <a:lnTo>
                    <a:pt x="729538" y="519709"/>
                  </a:lnTo>
                  <a:lnTo>
                    <a:pt x="731659" y="567042"/>
                  </a:lnTo>
                  <a:lnTo>
                    <a:pt x="737908" y="613181"/>
                  </a:lnTo>
                  <a:lnTo>
                    <a:pt x="748106" y="657948"/>
                  </a:lnTo>
                  <a:lnTo>
                    <a:pt x="762063" y="701154"/>
                  </a:lnTo>
                  <a:lnTo>
                    <a:pt x="779602" y="742619"/>
                  </a:lnTo>
                  <a:lnTo>
                    <a:pt x="800519" y="782167"/>
                  </a:lnTo>
                  <a:lnTo>
                    <a:pt x="824661" y="819594"/>
                  </a:lnTo>
                  <a:lnTo>
                    <a:pt x="851827" y="854735"/>
                  </a:lnTo>
                  <a:lnTo>
                    <a:pt x="881824" y="887399"/>
                  </a:lnTo>
                  <a:lnTo>
                    <a:pt x="914488" y="917397"/>
                  </a:lnTo>
                  <a:lnTo>
                    <a:pt x="949629" y="944562"/>
                  </a:lnTo>
                  <a:lnTo>
                    <a:pt x="987056" y="968692"/>
                  </a:lnTo>
                  <a:lnTo>
                    <a:pt x="1026591" y="989622"/>
                  </a:lnTo>
                  <a:lnTo>
                    <a:pt x="1068057" y="1007148"/>
                  </a:lnTo>
                  <a:lnTo>
                    <a:pt x="1111250" y="1021105"/>
                  </a:lnTo>
                  <a:lnTo>
                    <a:pt x="1156017" y="1031303"/>
                  </a:lnTo>
                  <a:lnTo>
                    <a:pt x="1202143" y="1037551"/>
                  </a:lnTo>
                  <a:lnTo>
                    <a:pt x="1249476" y="1039672"/>
                  </a:lnTo>
                  <a:lnTo>
                    <a:pt x="1296797" y="1037551"/>
                  </a:lnTo>
                  <a:lnTo>
                    <a:pt x="1342923" y="1031303"/>
                  </a:lnTo>
                  <a:lnTo>
                    <a:pt x="1387690" y="1021105"/>
                  </a:lnTo>
                  <a:lnTo>
                    <a:pt x="1430896" y="1007148"/>
                  </a:lnTo>
                  <a:lnTo>
                    <a:pt x="1472349" y="989622"/>
                  </a:lnTo>
                  <a:lnTo>
                    <a:pt x="1511884" y="968692"/>
                  </a:lnTo>
                  <a:lnTo>
                    <a:pt x="1549323" y="944562"/>
                  </a:lnTo>
                  <a:lnTo>
                    <a:pt x="1584452" y="917397"/>
                  </a:lnTo>
                  <a:lnTo>
                    <a:pt x="1617116" y="887399"/>
                  </a:lnTo>
                  <a:lnTo>
                    <a:pt x="1647126" y="854735"/>
                  </a:lnTo>
                  <a:lnTo>
                    <a:pt x="1674279" y="819594"/>
                  </a:lnTo>
                  <a:lnTo>
                    <a:pt x="1698421" y="782167"/>
                  </a:lnTo>
                  <a:lnTo>
                    <a:pt x="1719351" y="742619"/>
                  </a:lnTo>
                  <a:lnTo>
                    <a:pt x="1736877" y="701154"/>
                  </a:lnTo>
                  <a:lnTo>
                    <a:pt x="1750834" y="657948"/>
                  </a:lnTo>
                  <a:lnTo>
                    <a:pt x="1761032" y="613181"/>
                  </a:lnTo>
                  <a:lnTo>
                    <a:pt x="1767281" y="567042"/>
                  </a:lnTo>
                  <a:lnTo>
                    <a:pt x="1769414" y="519709"/>
                  </a:lnTo>
                  <a:close/>
                </a:path>
                <a:path w="5193665" h="4100829">
                  <a:moveTo>
                    <a:pt x="4481741" y="575665"/>
                  </a:moveTo>
                  <a:lnTo>
                    <a:pt x="4479188" y="528332"/>
                  </a:lnTo>
                  <a:lnTo>
                    <a:pt x="4471733" y="482485"/>
                  </a:lnTo>
                  <a:lnTo>
                    <a:pt x="4459617" y="438391"/>
                  </a:lnTo>
                  <a:lnTo>
                    <a:pt x="4443120" y="396303"/>
                  </a:lnTo>
                  <a:lnTo>
                    <a:pt x="4422508" y="356489"/>
                  </a:lnTo>
                  <a:lnTo>
                    <a:pt x="4398035" y="319214"/>
                  </a:lnTo>
                  <a:lnTo>
                    <a:pt x="4369955" y="284746"/>
                  </a:lnTo>
                  <a:lnTo>
                    <a:pt x="4338548" y="253352"/>
                  </a:lnTo>
                  <a:lnTo>
                    <a:pt x="4304081" y="225285"/>
                  </a:lnTo>
                  <a:lnTo>
                    <a:pt x="4266806" y="200799"/>
                  </a:lnTo>
                  <a:lnTo>
                    <a:pt x="4226992" y="180187"/>
                  </a:lnTo>
                  <a:lnTo>
                    <a:pt x="4184904" y="163690"/>
                  </a:lnTo>
                  <a:lnTo>
                    <a:pt x="4140797" y="151587"/>
                  </a:lnTo>
                  <a:lnTo>
                    <a:pt x="4094950" y="144132"/>
                  </a:lnTo>
                  <a:lnTo>
                    <a:pt x="4047604" y="141579"/>
                  </a:lnTo>
                  <a:lnTo>
                    <a:pt x="4000347" y="144132"/>
                  </a:lnTo>
                  <a:lnTo>
                    <a:pt x="3954551" y="151587"/>
                  </a:lnTo>
                  <a:lnTo>
                    <a:pt x="3910495" y="163690"/>
                  </a:lnTo>
                  <a:lnTo>
                    <a:pt x="3868432" y="180187"/>
                  </a:lnTo>
                  <a:lnTo>
                    <a:pt x="3828631" y="200799"/>
                  </a:lnTo>
                  <a:lnTo>
                    <a:pt x="3791356" y="225285"/>
                  </a:lnTo>
                  <a:lnTo>
                    <a:pt x="3756888" y="253352"/>
                  </a:lnTo>
                  <a:lnTo>
                    <a:pt x="3725468" y="284746"/>
                  </a:lnTo>
                  <a:lnTo>
                    <a:pt x="3697389" y="319214"/>
                  </a:lnTo>
                  <a:lnTo>
                    <a:pt x="3672890" y="356489"/>
                  </a:lnTo>
                  <a:lnTo>
                    <a:pt x="3652266" y="396303"/>
                  </a:lnTo>
                  <a:lnTo>
                    <a:pt x="3635743" y="438391"/>
                  </a:lnTo>
                  <a:lnTo>
                    <a:pt x="3623627" y="482485"/>
                  </a:lnTo>
                  <a:lnTo>
                    <a:pt x="3616160" y="528332"/>
                  </a:lnTo>
                  <a:lnTo>
                    <a:pt x="3613607" y="575665"/>
                  </a:lnTo>
                  <a:lnTo>
                    <a:pt x="3616160" y="622947"/>
                  </a:lnTo>
                  <a:lnTo>
                    <a:pt x="3623627" y="668756"/>
                  </a:lnTo>
                  <a:lnTo>
                    <a:pt x="3635743" y="712825"/>
                  </a:lnTo>
                  <a:lnTo>
                    <a:pt x="3652266" y="754888"/>
                  </a:lnTo>
                  <a:lnTo>
                    <a:pt x="3672890" y="794689"/>
                  </a:lnTo>
                  <a:lnTo>
                    <a:pt x="3697389" y="831951"/>
                  </a:lnTo>
                  <a:lnTo>
                    <a:pt x="3725468" y="866432"/>
                  </a:lnTo>
                  <a:lnTo>
                    <a:pt x="3756888" y="897839"/>
                  </a:lnTo>
                  <a:lnTo>
                    <a:pt x="3791356" y="925918"/>
                  </a:lnTo>
                  <a:lnTo>
                    <a:pt x="3828631" y="950404"/>
                  </a:lnTo>
                  <a:lnTo>
                    <a:pt x="3868432" y="971029"/>
                  </a:lnTo>
                  <a:lnTo>
                    <a:pt x="3910495" y="987539"/>
                  </a:lnTo>
                  <a:lnTo>
                    <a:pt x="3954551" y="999655"/>
                  </a:lnTo>
                  <a:lnTo>
                    <a:pt x="4000347" y="1007122"/>
                  </a:lnTo>
                  <a:lnTo>
                    <a:pt x="4047604" y="1009662"/>
                  </a:lnTo>
                  <a:lnTo>
                    <a:pt x="4094950" y="1007122"/>
                  </a:lnTo>
                  <a:lnTo>
                    <a:pt x="4140797" y="999655"/>
                  </a:lnTo>
                  <a:lnTo>
                    <a:pt x="4184904" y="987539"/>
                  </a:lnTo>
                  <a:lnTo>
                    <a:pt x="4226992" y="971029"/>
                  </a:lnTo>
                  <a:lnTo>
                    <a:pt x="4266806" y="950404"/>
                  </a:lnTo>
                  <a:lnTo>
                    <a:pt x="4304081" y="925918"/>
                  </a:lnTo>
                  <a:lnTo>
                    <a:pt x="4338548" y="897839"/>
                  </a:lnTo>
                  <a:lnTo>
                    <a:pt x="4369955" y="866432"/>
                  </a:lnTo>
                  <a:lnTo>
                    <a:pt x="4398035" y="831951"/>
                  </a:lnTo>
                  <a:lnTo>
                    <a:pt x="4422508" y="794689"/>
                  </a:lnTo>
                  <a:lnTo>
                    <a:pt x="4443120" y="754888"/>
                  </a:lnTo>
                  <a:lnTo>
                    <a:pt x="4459617" y="712825"/>
                  </a:lnTo>
                  <a:lnTo>
                    <a:pt x="4471733" y="668756"/>
                  </a:lnTo>
                  <a:lnTo>
                    <a:pt x="4479188" y="622947"/>
                  </a:lnTo>
                  <a:lnTo>
                    <a:pt x="4481741" y="575665"/>
                  </a:lnTo>
                  <a:close/>
                </a:path>
                <a:path w="5193665" h="4100829">
                  <a:moveTo>
                    <a:pt x="5193131" y="3704920"/>
                  </a:moveTo>
                  <a:lnTo>
                    <a:pt x="5190464" y="3658755"/>
                  </a:lnTo>
                  <a:lnTo>
                    <a:pt x="5182679" y="3614153"/>
                  </a:lnTo>
                  <a:lnTo>
                    <a:pt x="5170055" y="3571405"/>
                  </a:lnTo>
                  <a:lnTo>
                    <a:pt x="5152898" y="3530816"/>
                  </a:lnTo>
                  <a:lnTo>
                    <a:pt x="5131498" y="3492690"/>
                  </a:lnTo>
                  <a:lnTo>
                    <a:pt x="5106162" y="3457308"/>
                  </a:lnTo>
                  <a:lnTo>
                    <a:pt x="5077180" y="3424986"/>
                  </a:lnTo>
                  <a:lnTo>
                    <a:pt x="5044846" y="3396005"/>
                  </a:lnTo>
                  <a:lnTo>
                    <a:pt x="5009464" y="3370669"/>
                  </a:lnTo>
                  <a:lnTo>
                    <a:pt x="4971326" y="3349269"/>
                  </a:lnTo>
                  <a:lnTo>
                    <a:pt x="4930724" y="3332111"/>
                  </a:lnTo>
                  <a:lnTo>
                    <a:pt x="4887976" y="3319488"/>
                  </a:lnTo>
                  <a:lnTo>
                    <a:pt x="4843348" y="3311702"/>
                  </a:lnTo>
                  <a:lnTo>
                    <a:pt x="4797158" y="3309035"/>
                  </a:lnTo>
                  <a:lnTo>
                    <a:pt x="4751044" y="3311702"/>
                  </a:lnTo>
                  <a:lnTo>
                    <a:pt x="4706493" y="3319488"/>
                  </a:lnTo>
                  <a:lnTo>
                    <a:pt x="4663808" y="3332111"/>
                  </a:lnTo>
                  <a:lnTo>
                    <a:pt x="4623257" y="3349269"/>
                  </a:lnTo>
                  <a:lnTo>
                    <a:pt x="4585157" y="3370669"/>
                  </a:lnTo>
                  <a:lnTo>
                    <a:pt x="4549813" y="3396005"/>
                  </a:lnTo>
                  <a:lnTo>
                    <a:pt x="4517504" y="3424986"/>
                  </a:lnTo>
                  <a:lnTo>
                    <a:pt x="4488548" y="3457308"/>
                  </a:lnTo>
                  <a:lnTo>
                    <a:pt x="4463224" y="3492690"/>
                  </a:lnTo>
                  <a:lnTo>
                    <a:pt x="4441837" y="3530816"/>
                  </a:lnTo>
                  <a:lnTo>
                    <a:pt x="4424680" y="3571405"/>
                  </a:lnTo>
                  <a:lnTo>
                    <a:pt x="4412056" y="3614153"/>
                  </a:lnTo>
                  <a:lnTo>
                    <a:pt x="4404271" y="3658755"/>
                  </a:lnTo>
                  <a:lnTo>
                    <a:pt x="4401604" y="3704920"/>
                  </a:lnTo>
                  <a:lnTo>
                    <a:pt x="4404271" y="3751084"/>
                  </a:lnTo>
                  <a:lnTo>
                    <a:pt x="4412056" y="3795687"/>
                  </a:lnTo>
                  <a:lnTo>
                    <a:pt x="4424680" y="3838422"/>
                  </a:lnTo>
                  <a:lnTo>
                    <a:pt x="4441837" y="3878999"/>
                  </a:lnTo>
                  <a:lnTo>
                    <a:pt x="4463224" y="3917124"/>
                  </a:lnTo>
                  <a:lnTo>
                    <a:pt x="4488548" y="3952506"/>
                  </a:lnTo>
                  <a:lnTo>
                    <a:pt x="4517504" y="3984828"/>
                  </a:lnTo>
                  <a:lnTo>
                    <a:pt x="4549813" y="4013809"/>
                  </a:lnTo>
                  <a:lnTo>
                    <a:pt x="4585157" y="4039133"/>
                  </a:lnTo>
                  <a:lnTo>
                    <a:pt x="4623257" y="4060533"/>
                  </a:lnTo>
                  <a:lnTo>
                    <a:pt x="4663808" y="4077690"/>
                  </a:lnTo>
                  <a:lnTo>
                    <a:pt x="4706493" y="4090314"/>
                  </a:lnTo>
                  <a:lnTo>
                    <a:pt x="4751044" y="4098112"/>
                  </a:lnTo>
                  <a:lnTo>
                    <a:pt x="4797158" y="4100766"/>
                  </a:lnTo>
                  <a:lnTo>
                    <a:pt x="4843348" y="4098112"/>
                  </a:lnTo>
                  <a:lnTo>
                    <a:pt x="4887976" y="4090314"/>
                  </a:lnTo>
                  <a:lnTo>
                    <a:pt x="4930724" y="4077690"/>
                  </a:lnTo>
                  <a:lnTo>
                    <a:pt x="4971326" y="4060533"/>
                  </a:lnTo>
                  <a:lnTo>
                    <a:pt x="5009464" y="4039133"/>
                  </a:lnTo>
                  <a:lnTo>
                    <a:pt x="5044846" y="4013809"/>
                  </a:lnTo>
                  <a:lnTo>
                    <a:pt x="5077180" y="3984828"/>
                  </a:lnTo>
                  <a:lnTo>
                    <a:pt x="5106162" y="3952506"/>
                  </a:lnTo>
                  <a:lnTo>
                    <a:pt x="5131498" y="3917124"/>
                  </a:lnTo>
                  <a:lnTo>
                    <a:pt x="5152898" y="3878999"/>
                  </a:lnTo>
                  <a:lnTo>
                    <a:pt x="5170055" y="3838422"/>
                  </a:lnTo>
                  <a:lnTo>
                    <a:pt x="5182679" y="3795687"/>
                  </a:lnTo>
                  <a:lnTo>
                    <a:pt x="5190464" y="3751084"/>
                  </a:lnTo>
                  <a:lnTo>
                    <a:pt x="5193131" y="3704920"/>
                  </a:lnTo>
                  <a:close/>
                </a:path>
              </a:pathLst>
            </a:custGeom>
            <a:solidFill>
              <a:srgbClr val="F4F3F3"/>
            </a:solidFill>
          </p:spPr>
          <p:txBody>
            <a:bodyPr wrap="square" lIns="0" tIns="0" rIns="0" bIns="0" rtlCol="0"/>
            <a:lstStyle/>
            <a:p>
              <a:endParaRPr/>
            </a:p>
          </p:txBody>
        </p:sp>
        <p:sp>
          <p:nvSpPr>
            <p:cNvPr id="7" name="object 7"/>
            <p:cNvSpPr/>
            <p:nvPr/>
          </p:nvSpPr>
          <p:spPr>
            <a:xfrm>
              <a:off x="3386949" y="2037089"/>
              <a:ext cx="3871543" cy="3769401"/>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3496272" y="2145385"/>
              <a:ext cx="3776979" cy="3558540"/>
            </a:xfrm>
            <a:custGeom>
              <a:avLst/>
              <a:gdLst/>
              <a:ahLst/>
              <a:cxnLst/>
              <a:rect l="l" t="t" r="r" b="b"/>
              <a:pathLst>
                <a:path w="3776979" h="3558540">
                  <a:moveTo>
                    <a:pt x="3776459" y="1060996"/>
                  </a:moveTo>
                  <a:lnTo>
                    <a:pt x="3405873" y="1060996"/>
                  </a:lnTo>
                  <a:lnTo>
                    <a:pt x="3347593" y="808875"/>
                  </a:lnTo>
                  <a:lnTo>
                    <a:pt x="3333026" y="761606"/>
                  </a:lnTo>
                  <a:lnTo>
                    <a:pt x="3311995" y="719645"/>
                  </a:lnTo>
                  <a:lnTo>
                    <a:pt x="3284131" y="683158"/>
                  </a:lnTo>
                  <a:lnTo>
                    <a:pt x="3249053" y="652284"/>
                  </a:lnTo>
                  <a:lnTo>
                    <a:pt x="3206407" y="627189"/>
                  </a:lnTo>
                  <a:lnTo>
                    <a:pt x="1951799" y="28168"/>
                  </a:lnTo>
                  <a:lnTo>
                    <a:pt x="1903603" y="9626"/>
                  </a:lnTo>
                  <a:lnTo>
                    <a:pt x="1855978" y="177"/>
                  </a:lnTo>
                  <a:lnTo>
                    <a:pt x="1808568" y="0"/>
                  </a:lnTo>
                  <a:lnTo>
                    <a:pt x="1761032" y="9258"/>
                  </a:lnTo>
                  <a:lnTo>
                    <a:pt x="1712988" y="28168"/>
                  </a:lnTo>
                  <a:lnTo>
                    <a:pt x="1667738" y="50292"/>
                  </a:lnTo>
                  <a:lnTo>
                    <a:pt x="445630" y="634403"/>
                  </a:lnTo>
                  <a:lnTo>
                    <a:pt x="401789" y="661898"/>
                  </a:lnTo>
                  <a:lnTo>
                    <a:pt x="365734" y="698106"/>
                  </a:lnTo>
                  <a:lnTo>
                    <a:pt x="338683" y="741438"/>
                  </a:lnTo>
                  <a:lnTo>
                    <a:pt x="321868" y="790359"/>
                  </a:lnTo>
                  <a:lnTo>
                    <a:pt x="310159" y="837603"/>
                  </a:lnTo>
                  <a:lnTo>
                    <a:pt x="7264" y="2149576"/>
                  </a:lnTo>
                  <a:lnTo>
                    <a:pt x="0" y="2195195"/>
                  </a:lnTo>
                  <a:lnTo>
                    <a:pt x="977" y="2240838"/>
                  </a:lnTo>
                  <a:lnTo>
                    <a:pt x="9982" y="2285428"/>
                  </a:lnTo>
                  <a:lnTo>
                    <a:pt x="26771" y="2327884"/>
                  </a:lnTo>
                  <a:lnTo>
                    <a:pt x="51142" y="2367127"/>
                  </a:lnTo>
                  <a:lnTo>
                    <a:pt x="101409" y="2430094"/>
                  </a:lnTo>
                  <a:lnTo>
                    <a:pt x="894930" y="3417366"/>
                  </a:lnTo>
                  <a:lnTo>
                    <a:pt x="928027" y="3455416"/>
                  </a:lnTo>
                  <a:lnTo>
                    <a:pt x="962901" y="3487686"/>
                  </a:lnTo>
                  <a:lnTo>
                    <a:pt x="1000086" y="3514052"/>
                  </a:lnTo>
                  <a:lnTo>
                    <a:pt x="1040079" y="3534397"/>
                  </a:lnTo>
                  <a:lnTo>
                    <a:pt x="1083360" y="3548596"/>
                  </a:lnTo>
                  <a:lnTo>
                    <a:pt x="1130465" y="3556533"/>
                  </a:lnTo>
                  <a:lnTo>
                    <a:pt x="1181862" y="3558057"/>
                  </a:lnTo>
                  <a:lnTo>
                    <a:pt x="1231861" y="3556685"/>
                  </a:lnTo>
                  <a:lnTo>
                    <a:pt x="1381899" y="3554603"/>
                  </a:lnTo>
                  <a:lnTo>
                    <a:pt x="1832254" y="3556114"/>
                  </a:lnTo>
                  <a:lnTo>
                    <a:pt x="2536050" y="3556114"/>
                  </a:lnTo>
                  <a:lnTo>
                    <a:pt x="2590939" y="3550882"/>
                  </a:lnTo>
                  <a:lnTo>
                    <a:pt x="2642463" y="3533356"/>
                  </a:lnTo>
                  <a:lnTo>
                    <a:pt x="2688602" y="3504501"/>
                  </a:lnTo>
                  <a:lnTo>
                    <a:pt x="2727337" y="3465271"/>
                  </a:lnTo>
                  <a:lnTo>
                    <a:pt x="3606622" y="2374341"/>
                  </a:lnTo>
                  <a:lnTo>
                    <a:pt x="3634054" y="2334603"/>
                  </a:lnTo>
                  <a:lnTo>
                    <a:pt x="3653104" y="2290978"/>
                  </a:lnTo>
                  <a:lnTo>
                    <a:pt x="3663518" y="2244725"/>
                  </a:lnTo>
                  <a:lnTo>
                    <a:pt x="3665067" y="2197138"/>
                  </a:lnTo>
                  <a:lnTo>
                    <a:pt x="3657498" y="2149500"/>
                  </a:lnTo>
                  <a:lnTo>
                    <a:pt x="3472637" y="1349832"/>
                  </a:lnTo>
                  <a:lnTo>
                    <a:pt x="3776459" y="1349832"/>
                  </a:lnTo>
                  <a:lnTo>
                    <a:pt x="3776459" y="1060996"/>
                  </a:lnTo>
                  <a:close/>
                </a:path>
              </a:pathLst>
            </a:custGeom>
            <a:solidFill>
              <a:srgbClr val="FFFFFF"/>
            </a:solidFill>
          </p:spPr>
          <p:txBody>
            <a:bodyPr wrap="square" lIns="0" tIns="0" rIns="0" bIns="0" rtlCol="0"/>
            <a:lstStyle/>
            <a:p>
              <a:endParaRPr/>
            </a:p>
          </p:txBody>
        </p:sp>
        <p:sp>
          <p:nvSpPr>
            <p:cNvPr id="9" name="object 9"/>
            <p:cNvSpPr/>
            <p:nvPr/>
          </p:nvSpPr>
          <p:spPr>
            <a:xfrm>
              <a:off x="2417486" y="3196397"/>
              <a:ext cx="868680" cy="868680"/>
            </a:xfrm>
            <a:custGeom>
              <a:avLst/>
              <a:gdLst/>
              <a:ahLst/>
              <a:cxnLst/>
              <a:rect l="l" t="t" r="r" b="b"/>
              <a:pathLst>
                <a:path w="868679" h="868679">
                  <a:moveTo>
                    <a:pt x="434179" y="0"/>
                  </a:moveTo>
                  <a:lnTo>
                    <a:pt x="386869" y="2547"/>
                  </a:lnTo>
                  <a:lnTo>
                    <a:pt x="341035" y="10012"/>
                  </a:lnTo>
                  <a:lnTo>
                    <a:pt x="296942" y="22131"/>
                  </a:lnTo>
                  <a:lnTo>
                    <a:pt x="254855" y="38639"/>
                  </a:lnTo>
                  <a:lnTo>
                    <a:pt x="215038" y="59270"/>
                  </a:lnTo>
                  <a:lnTo>
                    <a:pt x="177756" y="83760"/>
                  </a:lnTo>
                  <a:lnTo>
                    <a:pt x="143274" y="111844"/>
                  </a:lnTo>
                  <a:lnTo>
                    <a:pt x="111857" y="143257"/>
                  </a:lnTo>
                  <a:lnTo>
                    <a:pt x="83769" y="177735"/>
                  </a:lnTo>
                  <a:lnTo>
                    <a:pt x="59276" y="215013"/>
                  </a:lnTo>
                  <a:lnTo>
                    <a:pt x="38643" y="254825"/>
                  </a:lnTo>
                  <a:lnTo>
                    <a:pt x="22134" y="296907"/>
                  </a:lnTo>
                  <a:lnTo>
                    <a:pt x="10013" y="340994"/>
                  </a:lnTo>
                  <a:lnTo>
                    <a:pt x="2547" y="386822"/>
                  </a:lnTo>
                  <a:lnTo>
                    <a:pt x="0" y="434125"/>
                  </a:lnTo>
                  <a:lnTo>
                    <a:pt x="2547" y="481428"/>
                  </a:lnTo>
                  <a:lnTo>
                    <a:pt x="10013" y="527256"/>
                  </a:lnTo>
                  <a:lnTo>
                    <a:pt x="22134" y="571343"/>
                  </a:lnTo>
                  <a:lnTo>
                    <a:pt x="38643" y="613425"/>
                  </a:lnTo>
                  <a:lnTo>
                    <a:pt x="59276" y="653237"/>
                  </a:lnTo>
                  <a:lnTo>
                    <a:pt x="83769" y="690515"/>
                  </a:lnTo>
                  <a:lnTo>
                    <a:pt x="111857" y="724993"/>
                  </a:lnTo>
                  <a:lnTo>
                    <a:pt x="143274" y="756406"/>
                  </a:lnTo>
                  <a:lnTo>
                    <a:pt x="177756" y="784490"/>
                  </a:lnTo>
                  <a:lnTo>
                    <a:pt x="215038" y="808980"/>
                  </a:lnTo>
                  <a:lnTo>
                    <a:pt x="254855" y="829611"/>
                  </a:lnTo>
                  <a:lnTo>
                    <a:pt x="296942" y="846119"/>
                  </a:lnTo>
                  <a:lnTo>
                    <a:pt x="341035" y="858238"/>
                  </a:lnTo>
                  <a:lnTo>
                    <a:pt x="386869" y="865703"/>
                  </a:lnTo>
                  <a:lnTo>
                    <a:pt x="434179" y="868251"/>
                  </a:lnTo>
                  <a:lnTo>
                    <a:pt x="481479" y="865703"/>
                  </a:lnTo>
                  <a:lnTo>
                    <a:pt x="527304" y="858238"/>
                  </a:lnTo>
                  <a:lnTo>
                    <a:pt x="571390" y="846119"/>
                  </a:lnTo>
                  <a:lnTo>
                    <a:pt x="613472" y="829611"/>
                  </a:lnTo>
                  <a:lnTo>
                    <a:pt x="653284" y="808980"/>
                  </a:lnTo>
                  <a:lnTo>
                    <a:pt x="690562" y="784490"/>
                  </a:lnTo>
                  <a:lnTo>
                    <a:pt x="725041" y="756406"/>
                  </a:lnTo>
                  <a:lnTo>
                    <a:pt x="756455" y="724993"/>
                  </a:lnTo>
                  <a:lnTo>
                    <a:pt x="784541" y="690515"/>
                  </a:lnTo>
                  <a:lnTo>
                    <a:pt x="809032" y="653237"/>
                  </a:lnTo>
                  <a:lnTo>
                    <a:pt x="829665" y="613425"/>
                  </a:lnTo>
                  <a:lnTo>
                    <a:pt x="846173" y="571343"/>
                  </a:lnTo>
                  <a:lnTo>
                    <a:pt x="858293" y="527256"/>
                  </a:lnTo>
                  <a:lnTo>
                    <a:pt x="865760" y="481428"/>
                  </a:lnTo>
                  <a:lnTo>
                    <a:pt x="868307" y="434125"/>
                  </a:lnTo>
                  <a:lnTo>
                    <a:pt x="865760" y="386822"/>
                  </a:lnTo>
                  <a:lnTo>
                    <a:pt x="858293" y="340994"/>
                  </a:lnTo>
                  <a:lnTo>
                    <a:pt x="846173" y="296907"/>
                  </a:lnTo>
                  <a:lnTo>
                    <a:pt x="829665" y="254825"/>
                  </a:lnTo>
                  <a:lnTo>
                    <a:pt x="809032" y="215013"/>
                  </a:lnTo>
                  <a:lnTo>
                    <a:pt x="784541" y="177735"/>
                  </a:lnTo>
                  <a:lnTo>
                    <a:pt x="756455" y="143257"/>
                  </a:lnTo>
                  <a:lnTo>
                    <a:pt x="725041" y="111844"/>
                  </a:lnTo>
                  <a:lnTo>
                    <a:pt x="690562" y="83760"/>
                  </a:lnTo>
                  <a:lnTo>
                    <a:pt x="653284" y="59270"/>
                  </a:lnTo>
                  <a:lnTo>
                    <a:pt x="613472" y="38639"/>
                  </a:lnTo>
                  <a:lnTo>
                    <a:pt x="571390" y="22131"/>
                  </a:lnTo>
                  <a:lnTo>
                    <a:pt x="527304" y="10012"/>
                  </a:lnTo>
                  <a:lnTo>
                    <a:pt x="481479" y="2547"/>
                  </a:lnTo>
                  <a:lnTo>
                    <a:pt x="434179" y="0"/>
                  </a:lnTo>
                  <a:close/>
                </a:path>
              </a:pathLst>
            </a:custGeom>
            <a:solidFill>
              <a:srgbClr val="F4F3F3"/>
            </a:solidFill>
          </p:spPr>
          <p:txBody>
            <a:bodyPr wrap="square" lIns="0" tIns="0" rIns="0" bIns="0" rtlCol="0"/>
            <a:lstStyle/>
            <a:p>
              <a:endParaRPr/>
            </a:p>
          </p:txBody>
        </p:sp>
        <p:sp>
          <p:nvSpPr>
            <p:cNvPr id="10" name="object 10"/>
            <p:cNvSpPr/>
            <p:nvPr/>
          </p:nvSpPr>
          <p:spPr>
            <a:xfrm>
              <a:off x="3279689" y="3206359"/>
              <a:ext cx="1310005" cy="288925"/>
            </a:xfrm>
            <a:custGeom>
              <a:avLst/>
              <a:gdLst/>
              <a:ahLst/>
              <a:cxnLst/>
              <a:rect l="l" t="t" r="r" b="b"/>
              <a:pathLst>
                <a:path w="1310004" h="288925">
                  <a:moveTo>
                    <a:pt x="1309422" y="0"/>
                  </a:moveTo>
                  <a:lnTo>
                    <a:pt x="0" y="0"/>
                  </a:lnTo>
                  <a:lnTo>
                    <a:pt x="0" y="288851"/>
                  </a:lnTo>
                  <a:lnTo>
                    <a:pt x="1309422" y="288851"/>
                  </a:lnTo>
                  <a:lnTo>
                    <a:pt x="1309422" y="0"/>
                  </a:lnTo>
                  <a:close/>
                </a:path>
              </a:pathLst>
            </a:custGeom>
            <a:solidFill>
              <a:srgbClr val="FFFFFF"/>
            </a:solidFill>
          </p:spPr>
          <p:txBody>
            <a:bodyPr wrap="square" lIns="0" tIns="0" rIns="0" bIns="0" rtlCol="0"/>
            <a:lstStyle/>
            <a:p>
              <a:endParaRPr/>
            </a:p>
          </p:txBody>
        </p:sp>
        <p:sp>
          <p:nvSpPr>
            <p:cNvPr id="11" name="object 11"/>
            <p:cNvSpPr/>
            <p:nvPr/>
          </p:nvSpPr>
          <p:spPr>
            <a:xfrm>
              <a:off x="3732895" y="5709848"/>
              <a:ext cx="3169476" cy="493430"/>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4762525" y="3373305"/>
              <a:ext cx="1133475" cy="1101090"/>
            </a:xfrm>
            <a:custGeom>
              <a:avLst/>
              <a:gdLst/>
              <a:ahLst/>
              <a:cxnLst/>
              <a:rect l="l" t="t" r="r" b="b"/>
              <a:pathLst>
                <a:path w="1133475" h="1101089">
                  <a:moveTo>
                    <a:pt x="566613" y="0"/>
                  </a:moveTo>
                  <a:lnTo>
                    <a:pt x="137853" y="196980"/>
                  </a:lnTo>
                  <a:lnTo>
                    <a:pt x="104800" y="229939"/>
                  </a:lnTo>
                  <a:lnTo>
                    <a:pt x="2399" y="665272"/>
                  </a:lnTo>
                  <a:lnTo>
                    <a:pt x="0" y="682913"/>
                  </a:lnTo>
                  <a:lnTo>
                    <a:pt x="1546" y="700435"/>
                  </a:lnTo>
                  <a:lnTo>
                    <a:pt x="20671" y="739191"/>
                  </a:lnTo>
                  <a:lnTo>
                    <a:pt x="276316" y="1057388"/>
                  </a:lnTo>
                  <a:lnTo>
                    <a:pt x="314911" y="1090639"/>
                  </a:lnTo>
                  <a:lnTo>
                    <a:pt x="365049" y="1100839"/>
                  </a:lnTo>
                  <a:lnTo>
                    <a:pt x="415289" y="1099828"/>
                  </a:lnTo>
                  <a:lnTo>
                    <a:pt x="566088" y="1100203"/>
                  </a:lnTo>
                  <a:lnTo>
                    <a:pt x="784255" y="1099610"/>
                  </a:lnTo>
                  <a:lnTo>
                    <a:pt x="831383" y="1083675"/>
                  </a:lnTo>
                  <a:lnTo>
                    <a:pt x="1115235" y="734285"/>
                  </a:lnTo>
                  <a:lnTo>
                    <a:pt x="1133335" y="683179"/>
                  </a:lnTo>
                  <a:lnTo>
                    <a:pt x="1130794" y="664764"/>
                  </a:lnTo>
                  <a:lnTo>
                    <a:pt x="1035065" y="250307"/>
                  </a:lnTo>
                  <a:lnTo>
                    <a:pt x="1007194" y="203899"/>
                  </a:lnTo>
                  <a:lnTo>
                    <a:pt x="603523" y="9061"/>
                  </a:lnTo>
                  <a:lnTo>
                    <a:pt x="585491" y="2265"/>
                  </a:lnTo>
                  <a:lnTo>
                    <a:pt x="566613" y="0"/>
                  </a:lnTo>
                  <a:close/>
                </a:path>
              </a:pathLst>
            </a:custGeom>
            <a:solidFill>
              <a:srgbClr val="316CE4"/>
            </a:solidFill>
          </p:spPr>
          <p:txBody>
            <a:bodyPr wrap="square" lIns="0" tIns="0" rIns="0" bIns="0" rtlCol="0"/>
            <a:lstStyle/>
            <a:p>
              <a:endParaRPr/>
            </a:p>
          </p:txBody>
        </p:sp>
        <p:sp>
          <p:nvSpPr>
            <p:cNvPr id="13" name="object 13"/>
            <p:cNvSpPr/>
            <p:nvPr/>
          </p:nvSpPr>
          <p:spPr>
            <a:xfrm>
              <a:off x="4913803" y="3517805"/>
              <a:ext cx="829944" cy="812165"/>
            </a:xfrm>
            <a:custGeom>
              <a:avLst/>
              <a:gdLst/>
              <a:ahLst/>
              <a:cxnLst/>
              <a:rect l="l" t="t" r="r" b="b"/>
              <a:pathLst>
                <a:path w="829945" h="812164">
                  <a:moveTo>
                    <a:pt x="414598" y="0"/>
                  </a:moveTo>
                  <a:lnTo>
                    <a:pt x="405439" y="2444"/>
                  </a:lnTo>
                  <a:lnTo>
                    <a:pt x="397994" y="7852"/>
                  </a:lnTo>
                  <a:lnTo>
                    <a:pt x="392926" y="15534"/>
                  </a:lnTo>
                  <a:lnTo>
                    <a:pt x="390899" y="24798"/>
                  </a:lnTo>
                  <a:lnTo>
                    <a:pt x="391238" y="38872"/>
                  </a:lnTo>
                  <a:lnTo>
                    <a:pt x="394276" y="54665"/>
                  </a:lnTo>
                  <a:lnTo>
                    <a:pt x="397215" y="81687"/>
                  </a:lnTo>
                  <a:lnTo>
                    <a:pt x="381827" y="120709"/>
                  </a:lnTo>
                  <a:lnTo>
                    <a:pt x="325184" y="134149"/>
                  </a:lnTo>
                  <a:lnTo>
                    <a:pt x="282096" y="150906"/>
                  </a:lnTo>
                  <a:lnTo>
                    <a:pt x="242005" y="173918"/>
                  </a:lnTo>
                  <a:lnTo>
                    <a:pt x="205631" y="202840"/>
                  </a:lnTo>
                  <a:lnTo>
                    <a:pt x="195496" y="210162"/>
                  </a:lnTo>
                  <a:lnTo>
                    <a:pt x="184783" y="212468"/>
                  </a:lnTo>
                  <a:lnTo>
                    <a:pt x="173991" y="210585"/>
                  </a:lnTo>
                  <a:lnTo>
                    <a:pt x="164423" y="204493"/>
                  </a:lnTo>
                  <a:lnTo>
                    <a:pt x="152401" y="194125"/>
                  </a:lnTo>
                  <a:lnTo>
                    <a:pt x="130392" y="171355"/>
                  </a:lnTo>
                  <a:lnTo>
                    <a:pt x="115583" y="157439"/>
                  </a:lnTo>
                  <a:lnTo>
                    <a:pt x="104697" y="152929"/>
                  </a:lnTo>
                  <a:lnTo>
                    <a:pt x="95456" y="153290"/>
                  </a:lnTo>
                  <a:lnTo>
                    <a:pt x="87026" y="157093"/>
                  </a:lnTo>
                  <a:lnTo>
                    <a:pt x="80480" y="164095"/>
                  </a:lnTo>
                  <a:lnTo>
                    <a:pt x="77156" y="173066"/>
                  </a:lnTo>
                  <a:lnTo>
                    <a:pt x="77517" y="182291"/>
                  </a:lnTo>
                  <a:lnTo>
                    <a:pt x="81320" y="190706"/>
                  </a:lnTo>
                  <a:lnTo>
                    <a:pt x="91503" y="199830"/>
                  </a:lnTo>
                  <a:lnTo>
                    <a:pt x="121137" y="217635"/>
                  </a:lnTo>
                  <a:lnTo>
                    <a:pt x="142631" y="232980"/>
                  </a:lnTo>
                  <a:lnTo>
                    <a:pt x="150092" y="241326"/>
                  </a:lnTo>
                  <a:lnTo>
                    <a:pt x="154682" y="250631"/>
                  </a:lnTo>
                  <a:lnTo>
                    <a:pt x="156046" y="259704"/>
                  </a:lnTo>
                  <a:lnTo>
                    <a:pt x="153824" y="267359"/>
                  </a:lnTo>
                  <a:lnTo>
                    <a:pt x="130930" y="312442"/>
                  </a:lnTo>
                  <a:lnTo>
                    <a:pt x="116018" y="360386"/>
                  </a:lnTo>
                  <a:lnTo>
                    <a:pt x="109325" y="410142"/>
                  </a:lnTo>
                  <a:lnTo>
                    <a:pt x="111089" y="460662"/>
                  </a:lnTo>
                  <a:lnTo>
                    <a:pt x="111725" y="465240"/>
                  </a:lnTo>
                  <a:lnTo>
                    <a:pt x="106511" y="470836"/>
                  </a:lnTo>
                  <a:lnTo>
                    <a:pt x="93430" y="479887"/>
                  </a:lnTo>
                  <a:lnTo>
                    <a:pt x="79287" y="485037"/>
                  </a:lnTo>
                  <a:lnTo>
                    <a:pt x="64438" y="487610"/>
                  </a:lnTo>
                  <a:lnTo>
                    <a:pt x="31969" y="490229"/>
                  </a:lnTo>
                  <a:lnTo>
                    <a:pt x="15149" y="494447"/>
                  </a:lnTo>
                  <a:lnTo>
                    <a:pt x="7794" y="498590"/>
                  </a:lnTo>
                  <a:lnTo>
                    <a:pt x="2605" y="504918"/>
                  </a:lnTo>
                  <a:lnTo>
                    <a:pt x="0" y="512677"/>
                  </a:lnTo>
                  <a:lnTo>
                    <a:pt x="395" y="521111"/>
                  </a:lnTo>
                  <a:lnTo>
                    <a:pt x="3447" y="528995"/>
                  </a:lnTo>
                  <a:lnTo>
                    <a:pt x="9012" y="534994"/>
                  </a:lnTo>
                  <a:lnTo>
                    <a:pt x="16373" y="538578"/>
                  </a:lnTo>
                  <a:lnTo>
                    <a:pt x="31852" y="539000"/>
                  </a:lnTo>
                  <a:lnTo>
                    <a:pt x="38763" y="537389"/>
                  </a:lnTo>
                  <a:lnTo>
                    <a:pt x="45164" y="534507"/>
                  </a:lnTo>
                  <a:lnTo>
                    <a:pt x="87687" y="519373"/>
                  </a:lnTo>
                  <a:lnTo>
                    <a:pt x="99960" y="517470"/>
                  </a:lnTo>
                  <a:lnTo>
                    <a:pt x="111852" y="518960"/>
                  </a:lnTo>
                  <a:lnTo>
                    <a:pt x="121455" y="523200"/>
                  </a:lnTo>
                  <a:lnTo>
                    <a:pt x="126860" y="529547"/>
                  </a:lnTo>
                  <a:lnTo>
                    <a:pt x="147936" y="575631"/>
                  </a:lnTo>
                  <a:lnTo>
                    <a:pt x="176134" y="617323"/>
                  </a:lnTo>
                  <a:lnTo>
                    <a:pt x="210803" y="653809"/>
                  </a:lnTo>
                  <a:lnTo>
                    <a:pt x="254174" y="686097"/>
                  </a:lnTo>
                  <a:lnTo>
                    <a:pt x="258752" y="687029"/>
                  </a:lnTo>
                  <a:lnTo>
                    <a:pt x="257735" y="691523"/>
                  </a:lnTo>
                  <a:lnTo>
                    <a:pt x="255816" y="710885"/>
                  </a:lnTo>
                  <a:lnTo>
                    <a:pt x="254122" y="720292"/>
                  </a:lnTo>
                  <a:lnTo>
                    <a:pt x="249892" y="728657"/>
                  </a:lnTo>
                  <a:lnTo>
                    <a:pt x="244299" y="736632"/>
                  </a:lnTo>
                  <a:lnTo>
                    <a:pt x="234164" y="753408"/>
                  </a:lnTo>
                  <a:lnTo>
                    <a:pt x="223225" y="767615"/>
                  </a:lnTo>
                  <a:lnTo>
                    <a:pt x="219706" y="775118"/>
                  </a:lnTo>
                  <a:lnTo>
                    <a:pt x="217537" y="791585"/>
                  </a:lnTo>
                  <a:lnTo>
                    <a:pt x="219796" y="799445"/>
                  </a:lnTo>
                  <a:lnTo>
                    <a:pt x="224735" y="805962"/>
                  </a:lnTo>
                  <a:lnTo>
                    <a:pt x="231958" y="810345"/>
                  </a:lnTo>
                  <a:lnTo>
                    <a:pt x="240250" y="811986"/>
                  </a:lnTo>
                  <a:lnTo>
                    <a:pt x="248339" y="810662"/>
                  </a:lnTo>
                  <a:lnTo>
                    <a:pt x="285080" y="736966"/>
                  </a:lnTo>
                  <a:lnTo>
                    <a:pt x="291368" y="727152"/>
                  </a:lnTo>
                  <a:lnTo>
                    <a:pt x="299807" y="720004"/>
                  </a:lnTo>
                  <a:lnTo>
                    <a:pt x="308969" y="716251"/>
                  </a:lnTo>
                  <a:lnTo>
                    <a:pt x="317427" y="716618"/>
                  </a:lnTo>
                  <a:lnTo>
                    <a:pt x="365482" y="728850"/>
                  </a:lnTo>
                  <a:lnTo>
                    <a:pt x="414550" y="733050"/>
                  </a:lnTo>
                  <a:lnTo>
                    <a:pt x="463642" y="729214"/>
                  </a:lnTo>
                  <a:lnTo>
                    <a:pt x="511768" y="717339"/>
                  </a:lnTo>
                  <a:lnTo>
                    <a:pt x="517533" y="715304"/>
                  </a:lnTo>
                  <a:lnTo>
                    <a:pt x="523935" y="716321"/>
                  </a:lnTo>
                  <a:lnTo>
                    <a:pt x="537208" y="726674"/>
                  </a:lnTo>
                  <a:lnTo>
                    <a:pt x="543061" y="734539"/>
                  </a:lnTo>
                  <a:lnTo>
                    <a:pt x="551153" y="752439"/>
                  </a:lnTo>
                  <a:lnTo>
                    <a:pt x="562951" y="787812"/>
                  </a:lnTo>
                  <a:lnTo>
                    <a:pt x="568450" y="798941"/>
                  </a:lnTo>
                  <a:lnTo>
                    <a:pt x="573736" y="806024"/>
                  </a:lnTo>
                  <a:lnTo>
                    <a:pt x="581010" y="810519"/>
                  </a:lnTo>
                  <a:lnTo>
                    <a:pt x="589412" y="812098"/>
                  </a:lnTo>
                  <a:lnTo>
                    <a:pt x="598085" y="810429"/>
                  </a:lnTo>
                  <a:lnTo>
                    <a:pt x="605269" y="805992"/>
                  </a:lnTo>
                  <a:lnTo>
                    <a:pt x="610157" y="799439"/>
                  </a:lnTo>
                  <a:lnTo>
                    <a:pt x="612357" y="791568"/>
                  </a:lnTo>
                  <a:lnTo>
                    <a:pt x="611482" y="783172"/>
                  </a:lnTo>
                  <a:lnTo>
                    <a:pt x="607104" y="770370"/>
                  </a:lnTo>
                  <a:lnTo>
                    <a:pt x="576081" y="720391"/>
                  </a:lnTo>
                  <a:lnTo>
                    <a:pt x="572437" y="709522"/>
                  </a:lnTo>
                  <a:lnTo>
                    <a:pt x="573124" y="698459"/>
                  </a:lnTo>
                  <a:lnTo>
                    <a:pt x="577834" y="688421"/>
                  </a:lnTo>
                  <a:lnTo>
                    <a:pt x="586256" y="680628"/>
                  </a:lnTo>
                  <a:lnTo>
                    <a:pt x="624176" y="650545"/>
                  </a:lnTo>
                  <a:lnTo>
                    <a:pt x="656675" y="615076"/>
                  </a:lnTo>
                  <a:lnTo>
                    <a:pt x="683196" y="574942"/>
                  </a:lnTo>
                  <a:lnTo>
                    <a:pt x="705430" y="525054"/>
                  </a:lnTo>
                  <a:lnTo>
                    <a:pt x="714757" y="520687"/>
                  </a:lnTo>
                  <a:lnTo>
                    <a:pt x="729164" y="517581"/>
                  </a:lnTo>
                  <a:lnTo>
                    <a:pt x="742605" y="519108"/>
                  </a:lnTo>
                  <a:lnTo>
                    <a:pt x="776072" y="530890"/>
                  </a:lnTo>
                  <a:lnTo>
                    <a:pt x="799717" y="538068"/>
                  </a:lnTo>
                  <a:lnTo>
                    <a:pt x="829626" y="510103"/>
                  </a:lnTo>
                  <a:lnTo>
                    <a:pt x="825848" y="501712"/>
                  </a:lnTo>
                  <a:lnTo>
                    <a:pt x="819201" y="495347"/>
                  </a:lnTo>
                  <a:lnTo>
                    <a:pt x="810316" y="491904"/>
                  </a:lnTo>
                  <a:lnTo>
                    <a:pt x="803672" y="490535"/>
                  </a:lnTo>
                  <a:lnTo>
                    <a:pt x="762435" y="486488"/>
                  </a:lnTo>
                  <a:lnTo>
                    <a:pt x="741847" y="481730"/>
                  </a:lnTo>
                  <a:lnTo>
                    <a:pt x="732341" y="477870"/>
                  </a:lnTo>
                  <a:lnTo>
                    <a:pt x="725159" y="471010"/>
                  </a:lnTo>
                  <a:lnTo>
                    <a:pt x="720927" y="462028"/>
                  </a:lnTo>
                  <a:lnTo>
                    <a:pt x="720268" y="451802"/>
                  </a:lnTo>
                  <a:lnTo>
                    <a:pt x="720347" y="402670"/>
                  </a:lnTo>
                  <a:lnTo>
                    <a:pt x="712600" y="354457"/>
                  </a:lnTo>
                  <a:lnTo>
                    <a:pt x="697261" y="308095"/>
                  </a:lnTo>
                  <a:lnTo>
                    <a:pt x="672955" y="261848"/>
                  </a:lnTo>
                  <a:lnTo>
                    <a:pt x="668673" y="258796"/>
                  </a:lnTo>
                  <a:lnTo>
                    <a:pt x="671429" y="255447"/>
                  </a:lnTo>
                  <a:lnTo>
                    <a:pt x="681413" y="238740"/>
                  </a:lnTo>
                  <a:lnTo>
                    <a:pt x="687013" y="230929"/>
                  </a:lnTo>
                  <a:lnTo>
                    <a:pt x="694831" y="224926"/>
                  </a:lnTo>
                  <a:lnTo>
                    <a:pt x="704003" y="219830"/>
                  </a:lnTo>
                  <a:lnTo>
                    <a:pt x="739577" y="197118"/>
                  </a:lnTo>
                  <a:lnTo>
                    <a:pt x="746654" y="190351"/>
                  </a:lnTo>
                  <a:lnTo>
                    <a:pt x="751179" y="181922"/>
                  </a:lnTo>
                  <a:lnTo>
                    <a:pt x="752234" y="171216"/>
                  </a:lnTo>
                  <a:lnTo>
                    <a:pt x="752065" y="162823"/>
                  </a:lnTo>
                  <a:lnTo>
                    <a:pt x="746384" y="155489"/>
                  </a:lnTo>
                  <a:lnTo>
                    <a:pt x="738286" y="153200"/>
                  </a:lnTo>
                  <a:lnTo>
                    <a:pt x="727542" y="152005"/>
                  </a:lnTo>
                  <a:lnTo>
                    <a:pt x="718313" y="154477"/>
                  </a:lnTo>
                  <a:lnTo>
                    <a:pt x="710092" y="159692"/>
                  </a:lnTo>
                  <a:lnTo>
                    <a:pt x="702377" y="166723"/>
                  </a:lnTo>
                  <a:lnTo>
                    <a:pt x="683872" y="186652"/>
                  </a:lnTo>
                  <a:lnTo>
                    <a:pt x="663077" y="204197"/>
                  </a:lnTo>
                  <a:lnTo>
                    <a:pt x="655206" y="208890"/>
                  </a:lnTo>
                  <a:lnTo>
                    <a:pt x="646760" y="212336"/>
                  </a:lnTo>
                  <a:lnTo>
                    <a:pt x="638258" y="212697"/>
                  </a:lnTo>
                  <a:lnTo>
                    <a:pt x="630220" y="208139"/>
                  </a:lnTo>
                  <a:lnTo>
                    <a:pt x="591575" y="175915"/>
                  </a:lnTo>
                  <a:lnTo>
                    <a:pt x="548530" y="150482"/>
                  </a:lnTo>
                  <a:lnTo>
                    <a:pt x="501963" y="132259"/>
                  </a:lnTo>
                  <a:lnTo>
                    <a:pt x="452753" y="121661"/>
                  </a:lnTo>
                  <a:lnTo>
                    <a:pt x="446267" y="120771"/>
                  </a:lnTo>
                  <a:lnTo>
                    <a:pt x="440247" y="112420"/>
                  </a:lnTo>
                  <a:lnTo>
                    <a:pt x="434062" y="99533"/>
                  </a:lnTo>
                  <a:lnTo>
                    <a:pt x="432361" y="86519"/>
                  </a:lnTo>
                  <a:lnTo>
                    <a:pt x="433236" y="73410"/>
                  </a:lnTo>
                  <a:lnTo>
                    <a:pt x="437851" y="42390"/>
                  </a:lnTo>
                  <a:lnTo>
                    <a:pt x="439017" y="24290"/>
                  </a:lnTo>
                  <a:lnTo>
                    <a:pt x="436650" y="15111"/>
                  </a:lnTo>
                  <a:lnTo>
                    <a:pt x="431370" y="7582"/>
                  </a:lnTo>
                  <a:lnTo>
                    <a:pt x="423809" y="2334"/>
                  </a:lnTo>
                  <a:lnTo>
                    <a:pt x="414598" y="0"/>
                  </a:lnTo>
                  <a:close/>
                </a:path>
              </a:pathLst>
            </a:custGeom>
            <a:solidFill>
              <a:srgbClr val="FDFDFD"/>
            </a:solidFill>
          </p:spPr>
          <p:txBody>
            <a:bodyPr wrap="square" lIns="0" tIns="0" rIns="0" bIns="0" rtlCol="0"/>
            <a:lstStyle/>
            <a:p>
              <a:endParaRPr/>
            </a:p>
          </p:txBody>
        </p:sp>
        <p:sp>
          <p:nvSpPr>
            <p:cNvPr id="14" name="object 14"/>
            <p:cNvSpPr/>
            <p:nvPr/>
          </p:nvSpPr>
          <p:spPr>
            <a:xfrm>
              <a:off x="5084115" y="3699801"/>
              <a:ext cx="489584" cy="487680"/>
            </a:xfrm>
            <a:custGeom>
              <a:avLst/>
              <a:gdLst/>
              <a:ahLst/>
              <a:cxnLst/>
              <a:rect l="l" t="t" r="r" b="b"/>
              <a:pathLst>
                <a:path w="489585" h="487679">
                  <a:moveTo>
                    <a:pt x="136182" y="210273"/>
                  </a:moveTo>
                  <a:lnTo>
                    <a:pt x="133438" y="202971"/>
                  </a:lnTo>
                  <a:lnTo>
                    <a:pt x="127901" y="197065"/>
                  </a:lnTo>
                  <a:lnTo>
                    <a:pt x="37058" y="115595"/>
                  </a:lnTo>
                  <a:lnTo>
                    <a:pt x="34302" y="117627"/>
                  </a:lnTo>
                  <a:lnTo>
                    <a:pt x="17767" y="151777"/>
                  </a:lnTo>
                  <a:lnTo>
                    <a:pt x="8382" y="180314"/>
                  </a:lnTo>
                  <a:lnTo>
                    <a:pt x="2425" y="209753"/>
                  </a:lnTo>
                  <a:lnTo>
                    <a:pt x="0" y="239801"/>
                  </a:lnTo>
                  <a:lnTo>
                    <a:pt x="215" y="266458"/>
                  </a:lnTo>
                  <a:lnTo>
                    <a:pt x="3263" y="267690"/>
                  </a:lnTo>
                  <a:lnTo>
                    <a:pt x="119634" y="233692"/>
                  </a:lnTo>
                  <a:lnTo>
                    <a:pt x="124891" y="232765"/>
                  </a:lnTo>
                  <a:lnTo>
                    <a:pt x="129603" y="229793"/>
                  </a:lnTo>
                  <a:lnTo>
                    <a:pt x="132702" y="225475"/>
                  </a:lnTo>
                  <a:lnTo>
                    <a:pt x="135991" y="218071"/>
                  </a:lnTo>
                  <a:lnTo>
                    <a:pt x="136182" y="210273"/>
                  </a:lnTo>
                  <a:close/>
                </a:path>
                <a:path w="489585" h="487679">
                  <a:moveTo>
                    <a:pt x="161734" y="324624"/>
                  </a:moveTo>
                  <a:lnTo>
                    <a:pt x="160553" y="320255"/>
                  </a:lnTo>
                  <a:lnTo>
                    <a:pt x="157048" y="313232"/>
                  </a:lnTo>
                  <a:lnTo>
                    <a:pt x="151320" y="308279"/>
                  </a:lnTo>
                  <a:lnTo>
                    <a:pt x="144157" y="305841"/>
                  </a:lnTo>
                  <a:lnTo>
                    <a:pt x="136347" y="306349"/>
                  </a:lnTo>
                  <a:lnTo>
                    <a:pt x="15049" y="326694"/>
                  </a:lnTo>
                  <a:lnTo>
                    <a:pt x="30810" y="361276"/>
                  </a:lnTo>
                  <a:lnTo>
                    <a:pt x="51612" y="392811"/>
                  </a:lnTo>
                  <a:lnTo>
                    <a:pt x="77025" y="420763"/>
                  </a:lnTo>
                  <a:lnTo>
                    <a:pt x="111620" y="448068"/>
                  </a:lnTo>
                  <a:lnTo>
                    <a:pt x="113157" y="446836"/>
                  </a:lnTo>
                  <a:lnTo>
                    <a:pt x="161391" y="329285"/>
                  </a:lnTo>
                  <a:lnTo>
                    <a:pt x="161734" y="324624"/>
                  </a:lnTo>
                  <a:close/>
                </a:path>
                <a:path w="489585" h="487679">
                  <a:moveTo>
                    <a:pt x="214185" y="2870"/>
                  </a:moveTo>
                  <a:lnTo>
                    <a:pt x="171462" y="9398"/>
                  </a:lnTo>
                  <a:lnTo>
                    <a:pt x="108623" y="39281"/>
                  </a:lnTo>
                  <a:lnTo>
                    <a:pt x="72961" y="68580"/>
                  </a:lnTo>
                  <a:lnTo>
                    <a:pt x="172466" y="138061"/>
                  </a:lnTo>
                  <a:lnTo>
                    <a:pt x="185356" y="143522"/>
                  </a:lnTo>
                  <a:lnTo>
                    <a:pt x="196443" y="141897"/>
                  </a:lnTo>
                  <a:lnTo>
                    <a:pt x="204419" y="133934"/>
                  </a:lnTo>
                  <a:lnTo>
                    <a:pt x="207987" y="120383"/>
                  </a:lnTo>
                  <a:lnTo>
                    <a:pt x="212140" y="46494"/>
                  </a:lnTo>
                  <a:lnTo>
                    <a:pt x="211632" y="46494"/>
                  </a:lnTo>
                  <a:lnTo>
                    <a:pt x="214185" y="2870"/>
                  </a:lnTo>
                  <a:close/>
                </a:path>
                <a:path w="489585" h="487679">
                  <a:moveTo>
                    <a:pt x="286207" y="236740"/>
                  </a:moveTo>
                  <a:lnTo>
                    <a:pt x="282155" y="225958"/>
                  </a:lnTo>
                  <a:lnTo>
                    <a:pt x="271945" y="215684"/>
                  </a:lnTo>
                  <a:lnTo>
                    <a:pt x="258356" y="208013"/>
                  </a:lnTo>
                  <a:lnTo>
                    <a:pt x="244106" y="204990"/>
                  </a:lnTo>
                  <a:lnTo>
                    <a:pt x="229882" y="208140"/>
                  </a:lnTo>
                  <a:lnTo>
                    <a:pt x="216382" y="216090"/>
                  </a:lnTo>
                  <a:lnTo>
                    <a:pt x="206425" y="226631"/>
                  </a:lnTo>
                  <a:lnTo>
                    <a:pt x="202780" y="237553"/>
                  </a:lnTo>
                  <a:lnTo>
                    <a:pt x="206832" y="254812"/>
                  </a:lnTo>
                  <a:lnTo>
                    <a:pt x="216573" y="270319"/>
                  </a:lnTo>
                  <a:lnTo>
                    <a:pt x="229743" y="281635"/>
                  </a:lnTo>
                  <a:lnTo>
                    <a:pt x="244106" y="286296"/>
                  </a:lnTo>
                  <a:lnTo>
                    <a:pt x="258660" y="282054"/>
                  </a:lnTo>
                  <a:lnTo>
                    <a:pt x="272249" y="270294"/>
                  </a:lnTo>
                  <a:lnTo>
                    <a:pt x="282295" y="254165"/>
                  </a:lnTo>
                  <a:lnTo>
                    <a:pt x="286207" y="236740"/>
                  </a:lnTo>
                  <a:close/>
                </a:path>
                <a:path w="489585" h="487679">
                  <a:moveTo>
                    <a:pt x="322453" y="474522"/>
                  </a:moveTo>
                  <a:lnTo>
                    <a:pt x="259753" y="362051"/>
                  </a:lnTo>
                  <a:lnTo>
                    <a:pt x="257175" y="359473"/>
                  </a:lnTo>
                  <a:lnTo>
                    <a:pt x="254076" y="357733"/>
                  </a:lnTo>
                  <a:lnTo>
                    <a:pt x="246722" y="355358"/>
                  </a:lnTo>
                  <a:lnTo>
                    <a:pt x="239306" y="355955"/>
                  </a:lnTo>
                  <a:lnTo>
                    <a:pt x="232651" y="359295"/>
                  </a:lnTo>
                  <a:lnTo>
                    <a:pt x="227622" y="365150"/>
                  </a:lnTo>
                  <a:lnTo>
                    <a:pt x="166865" y="473798"/>
                  </a:lnTo>
                  <a:lnTo>
                    <a:pt x="170345" y="476046"/>
                  </a:lnTo>
                  <a:lnTo>
                    <a:pt x="194830" y="482206"/>
                  </a:lnTo>
                  <a:lnTo>
                    <a:pt x="211505" y="485089"/>
                  </a:lnTo>
                  <a:lnTo>
                    <a:pt x="228346" y="486841"/>
                  </a:lnTo>
                  <a:lnTo>
                    <a:pt x="245300" y="487451"/>
                  </a:lnTo>
                  <a:lnTo>
                    <a:pt x="262636" y="486854"/>
                  </a:lnTo>
                  <a:lnTo>
                    <a:pt x="279869" y="485089"/>
                  </a:lnTo>
                  <a:lnTo>
                    <a:pt x="296951" y="482155"/>
                  </a:lnTo>
                  <a:lnTo>
                    <a:pt x="320078" y="476250"/>
                  </a:lnTo>
                  <a:lnTo>
                    <a:pt x="322453" y="474522"/>
                  </a:lnTo>
                  <a:close/>
                </a:path>
                <a:path w="489585" h="487679">
                  <a:moveTo>
                    <a:pt x="415848" y="68491"/>
                  </a:moveTo>
                  <a:lnTo>
                    <a:pt x="377799" y="38963"/>
                  </a:lnTo>
                  <a:lnTo>
                    <a:pt x="311861" y="8686"/>
                  </a:lnTo>
                  <a:lnTo>
                    <a:pt x="276034" y="1219"/>
                  </a:lnTo>
                  <a:lnTo>
                    <a:pt x="275043" y="15570"/>
                  </a:lnTo>
                  <a:lnTo>
                    <a:pt x="281457" y="124434"/>
                  </a:lnTo>
                  <a:lnTo>
                    <a:pt x="299339" y="143268"/>
                  </a:lnTo>
                  <a:lnTo>
                    <a:pt x="306349" y="143090"/>
                  </a:lnTo>
                  <a:lnTo>
                    <a:pt x="313029" y="140893"/>
                  </a:lnTo>
                  <a:lnTo>
                    <a:pt x="415848" y="68491"/>
                  </a:lnTo>
                  <a:close/>
                </a:path>
                <a:path w="489585" h="487679">
                  <a:moveTo>
                    <a:pt x="474357" y="328815"/>
                  </a:moveTo>
                  <a:lnTo>
                    <a:pt x="473557" y="326275"/>
                  </a:lnTo>
                  <a:lnTo>
                    <a:pt x="354888" y="305930"/>
                  </a:lnTo>
                  <a:lnTo>
                    <a:pt x="340931" y="307517"/>
                  </a:lnTo>
                  <a:lnTo>
                    <a:pt x="331800" y="313702"/>
                  </a:lnTo>
                  <a:lnTo>
                    <a:pt x="328028" y="323456"/>
                  </a:lnTo>
                  <a:lnTo>
                    <a:pt x="330174" y="335724"/>
                  </a:lnTo>
                  <a:lnTo>
                    <a:pt x="376174" y="447052"/>
                  </a:lnTo>
                  <a:lnTo>
                    <a:pt x="378079" y="448792"/>
                  </a:lnTo>
                  <a:lnTo>
                    <a:pt x="384911" y="443992"/>
                  </a:lnTo>
                  <a:lnTo>
                    <a:pt x="412153" y="421767"/>
                  </a:lnTo>
                  <a:lnTo>
                    <a:pt x="435876" y="396036"/>
                  </a:lnTo>
                  <a:lnTo>
                    <a:pt x="455726" y="367220"/>
                  </a:lnTo>
                  <a:lnTo>
                    <a:pt x="474357" y="328815"/>
                  </a:lnTo>
                  <a:close/>
                </a:path>
                <a:path w="489585" h="487679">
                  <a:moveTo>
                    <a:pt x="489496" y="233819"/>
                  </a:moveTo>
                  <a:lnTo>
                    <a:pt x="479615" y="177698"/>
                  </a:lnTo>
                  <a:lnTo>
                    <a:pt x="454012" y="116992"/>
                  </a:lnTo>
                  <a:lnTo>
                    <a:pt x="450443" y="116484"/>
                  </a:lnTo>
                  <a:lnTo>
                    <a:pt x="362432" y="195834"/>
                  </a:lnTo>
                  <a:lnTo>
                    <a:pt x="354647" y="206717"/>
                  </a:lnTo>
                  <a:lnTo>
                    <a:pt x="353656" y="217830"/>
                  </a:lnTo>
                  <a:lnTo>
                    <a:pt x="359105" y="227469"/>
                  </a:lnTo>
                  <a:lnTo>
                    <a:pt x="370662" y="233908"/>
                  </a:lnTo>
                  <a:lnTo>
                    <a:pt x="478980" y="264350"/>
                  </a:lnTo>
                  <a:lnTo>
                    <a:pt x="486384" y="262636"/>
                  </a:lnTo>
                  <a:lnTo>
                    <a:pt x="489102" y="253276"/>
                  </a:lnTo>
                  <a:lnTo>
                    <a:pt x="489496" y="233819"/>
                  </a:lnTo>
                  <a:close/>
                </a:path>
              </a:pathLst>
            </a:custGeom>
            <a:solidFill>
              <a:srgbClr val="316CE4"/>
            </a:solidFill>
          </p:spPr>
          <p:txBody>
            <a:bodyPr wrap="square" lIns="0" tIns="0" rIns="0" bIns="0" rtlCol="0"/>
            <a:lstStyle/>
            <a:p>
              <a:endParaRPr/>
            </a:p>
          </p:txBody>
        </p:sp>
        <p:sp>
          <p:nvSpPr>
            <p:cNvPr id="15" name="object 15"/>
            <p:cNvSpPr/>
            <p:nvPr/>
          </p:nvSpPr>
          <p:spPr>
            <a:xfrm>
              <a:off x="4750383" y="2324068"/>
              <a:ext cx="1188720" cy="478790"/>
            </a:xfrm>
            <a:custGeom>
              <a:avLst/>
              <a:gdLst/>
              <a:ahLst/>
              <a:cxnLst/>
              <a:rect l="l" t="t" r="r" b="b"/>
              <a:pathLst>
                <a:path w="1188720" h="478789">
                  <a:moveTo>
                    <a:pt x="466734" y="0"/>
                  </a:moveTo>
                  <a:lnTo>
                    <a:pt x="420137" y="1746"/>
                  </a:lnTo>
                  <a:lnTo>
                    <a:pt x="375061" y="10481"/>
                  </a:lnTo>
                  <a:lnTo>
                    <a:pt x="332836" y="26364"/>
                  </a:lnTo>
                  <a:lnTo>
                    <a:pt x="294191" y="48796"/>
                  </a:lnTo>
                  <a:lnTo>
                    <a:pt x="259854" y="77176"/>
                  </a:lnTo>
                  <a:lnTo>
                    <a:pt x="230553" y="110903"/>
                  </a:lnTo>
                  <a:lnTo>
                    <a:pt x="207017" y="149377"/>
                  </a:lnTo>
                  <a:lnTo>
                    <a:pt x="189973" y="191997"/>
                  </a:lnTo>
                  <a:lnTo>
                    <a:pt x="181722" y="233778"/>
                  </a:lnTo>
                  <a:lnTo>
                    <a:pt x="180297" y="255025"/>
                  </a:lnTo>
                  <a:lnTo>
                    <a:pt x="180519" y="281357"/>
                  </a:lnTo>
                  <a:lnTo>
                    <a:pt x="176958" y="281357"/>
                  </a:lnTo>
                  <a:lnTo>
                    <a:pt x="132983" y="291626"/>
                  </a:lnTo>
                  <a:lnTo>
                    <a:pt x="92379" y="311369"/>
                  </a:lnTo>
                  <a:lnTo>
                    <a:pt x="56130" y="339759"/>
                  </a:lnTo>
                  <a:lnTo>
                    <a:pt x="28304" y="372778"/>
                  </a:lnTo>
                  <a:lnTo>
                    <a:pt x="9420" y="410701"/>
                  </a:lnTo>
                  <a:lnTo>
                    <a:pt x="0" y="453803"/>
                  </a:lnTo>
                  <a:lnTo>
                    <a:pt x="805" y="462112"/>
                  </a:lnTo>
                  <a:lnTo>
                    <a:pt x="4493" y="478390"/>
                  </a:lnTo>
                  <a:lnTo>
                    <a:pt x="16777" y="444116"/>
                  </a:lnTo>
                  <a:lnTo>
                    <a:pt x="35733" y="413494"/>
                  </a:lnTo>
                  <a:lnTo>
                    <a:pt x="92379" y="362620"/>
                  </a:lnTo>
                  <a:lnTo>
                    <a:pt x="132951" y="342622"/>
                  </a:lnTo>
                  <a:lnTo>
                    <a:pt x="180688" y="331717"/>
                  </a:lnTo>
                  <a:lnTo>
                    <a:pt x="180297" y="305886"/>
                  </a:lnTo>
                  <a:lnTo>
                    <a:pt x="184951" y="263546"/>
                  </a:lnTo>
                  <a:lnTo>
                    <a:pt x="207046" y="200193"/>
                  </a:lnTo>
                  <a:lnTo>
                    <a:pt x="230597" y="161741"/>
                  </a:lnTo>
                  <a:lnTo>
                    <a:pt x="259903" y="128029"/>
                  </a:lnTo>
                  <a:lnTo>
                    <a:pt x="294235" y="99659"/>
                  </a:lnTo>
                  <a:lnTo>
                    <a:pt x="332869" y="77231"/>
                  </a:lnTo>
                  <a:lnTo>
                    <a:pt x="375079" y="61349"/>
                  </a:lnTo>
                  <a:lnTo>
                    <a:pt x="420137" y="52615"/>
                  </a:lnTo>
                  <a:lnTo>
                    <a:pt x="466730" y="50864"/>
                  </a:lnTo>
                  <a:lnTo>
                    <a:pt x="512481" y="56867"/>
                  </a:lnTo>
                  <a:lnTo>
                    <a:pt x="556454" y="70342"/>
                  </a:lnTo>
                  <a:lnTo>
                    <a:pt x="597718" y="91006"/>
                  </a:lnTo>
                  <a:lnTo>
                    <a:pt x="635336" y="118575"/>
                  </a:lnTo>
                  <a:lnTo>
                    <a:pt x="666064" y="150033"/>
                  </a:lnTo>
                  <a:lnTo>
                    <a:pt x="675993" y="163807"/>
                  </a:lnTo>
                  <a:lnTo>
                    <a:pt x="678410" y="164824"/>
                  </a:lnTo>
                  <a:lnTo>
                    <a:pt x="696013" y="161412"/>
                  </a:lnTo>
                  <a:lnTo>
                    <a:pt x="711531" y="159764"/>
                  </a:lnTo>
                  <a:lnTo>
                    <a:pt x="727129" y="159077"/>
                  </a:lnTo>
                  <a:lnTo>
                    <a:pt x="742766" y="159355"/>
                  </a:lnTo>
                  <a:lnTo>
                    <a:pt x="792098" y="165745"/>
                  </a:lnTo>
                  <a:lnTo>
                    <a:pt x="838823" y="181415"/>
                  </a:lnTo>
                  <a:lnTo>
                    <a:pt x="881653" y="205787"/>
                  </a:lnTo>
                  <a:lnTo>
                    <a:pt x="919300" y="238287"/>
                  </a:lnTo>
                  <a:lnTo>
                    <a:pt x="950328" y="279375"/>
                  </a:lnTo>
                  <a:lnTo>
                    <a:pt x="971616" y="329258"/>
                  </a:lnTo>
                  <a:lnTo>
                    <a:pt x="972634" y="329852"/>
                  </a:lnTo>
                  <a:lnTo>
                    <a:pt x="1021970" y="333386"/>
                  </a:lnTo>
                  <a:lnTo>
                    <a:pt x="1066020" y="346676"/>
                  </a:lnTo>
                  <a:lnTo>
                    <a:pt x="1106207" y="369083"/>
                  </a:lnTo>
                  <a:lnTo>
                    <a:pt x="1141028" y="399966"/>
                  </a:lnTo>
                  <a:lnTo>
                    <a:pt x="1167122" y="436015"/>
                  </a:lnTo>
                  <a:lnTo>
                    <a:pt x="1183550" y="477372"/>
                  </a:lnTo>
                  <a:lnTo>
                    <a:pt x="1188214" y="452277"/>
                  </a:lnTo>
                  <a:lnTo>
                    <a:pt x="1172835" y="396792"/>
                  </a:lnTo>
                  <a:lnTo>
                    <a:pt x="1140604" y="349097"/>
                  </a:lnTo>
                  <a:lnTo>
                    <a:pt x="1105784" y="318214"/>
                  </a:lnTo>
                  <a:lnTo>
                    <a:pt x="1065601" y="295807"/>
                  </a:lnTo>
                  <a:lnTo>
                    <a:pt x="1021564" y="282516"/>
                  </a:lnTo>
                  <a:lnTo>
                    <a:pt x="971192" y="278474"/>
                  </a:lnTo>
                  <a:lnTo>
                    <a:pt x="961539" y="251478"/>
                  </a:lnTo>
                  <a:lnTo>
                    <a:pt x="935641" y="207076"/>
                  </a:lnTo>
                  <a:lnTo>
                    <a:pt x="878749" y="153663"/>
                  </a:lnTo>
                  <a:lnTo>
                    <a:pt x="833378" y="128907"/>
                  </a:lnTo>
                  <a:lnTo>
                    <a:pt x="784244" y="113614"/>
                  </a:lnTo>
                  <a:lnTo>
                    <a:pt x="732829" y="108250"/>
                  </a:lnTo>
                  <a:lnTo>
                    <a:pt x="680614" y="113277"/>
                  </a:lnTo>
                  <a:lnTo>
                    <a:pt x="678410" y="113955"/>
                  </a:lnTo>
                  <a:lnTo>
                    <a:pt x="676036" y="112980"/>
                  </a:lnTo>
                  <a:lnTo>
                    <a:pt x="646199" y="77675"/>
                  </a:lnTo>
                  <a:lnTo>
                    <a:pt x="597734" y="40196"/>
                  </a:lnTo>
                  <a:lnTo>
                    <a:pt x="556473" y="19510"/>
                  </a:lnTo>
                  <a:lnTo>
                    <a:pt x="512493" y="6016"/>
                  </a:lnTo>
                  <a:lnTo>
                    <a:pt x="466734" y="0"/>
                  </a:lnTo>
                  <a:close/>
                </a:path>
              </a:pathLst>
            </a:custGeom>
            <a:solidFill>
              <a:srgbClr val="43D6F8"/>
            </a:solidFill>
          </p:spPr>
          <p:txBody>
            <a:bodyPr wrap="square" lIns="0" tIns="0" rIns="0" bIns="0" rtlCol="0"/>
            <a:lstStyle/>
            <a:p>
              <a:endParaRPr/>
            </a:p>
          </p:txBody>
        </p:sp>
        <p:sp>
          <p:nvSpPr>
            <p:cNvPr id="16" name="object 16"/>
            <p:cNvSpPr/>
            <p:nvPr/>
          </p:nvSpPr>
          <p:spPr>
            <a:xfrm>
              <a:off x="4755768" y="2374932"/>
              <a:ext cx="1178560" cy="574040"/>
            </a:xfrm>
            <a:custGeom>
              <a:avLst/>
              <a:gdLst/>
              <a:ahLst/>
              <a:cxnLst/>
              <a:rect l="l" t="t" r="r" b="b"/>
              <a:pathLst>
                <a:path w="1178560" h="574039">
                  <a:moveTo>
                    <a:pt x="462240" y="0"/>
                  </a:moveTo>
                  <a:lnTo>
                    <a:pt x="415644" y="1751"/>
                  </a:lnTo>
                  <a:lnTo>
                    <a:pt x="370585" y="10485"/>
                  </a:lnTo>
                  <a:lnTo>
                    <a:pt x="328376" y="26367"/>
                  </a:lnTo>
                  <a:lnTo>
                    <a:pt x="289742" y="48794"/>
                  </a:lnTo>
                  <a:lnTo>
                    <a:pt x="255409" y="77165"/>
                  </a:lnTo>
                  <a:lnTo>
                    <a:pt x="226104" y="110877"/>
                  </a:lnTo>
                  <a:lnTo>
                    <a:pt x="202552" y="149328"/>
                  </a:lnTo>
                  <a:lnTo>
                    <a:pt x="185479" y="191916"/>
                  </a:lnTo>
                  <a:lnTo>
                    <a:pt x="177233" y="233756"/>
                  </a:lnTo>
                  <a:lnTo>
                    <a:pt x="175821" y="255022"/>
                  </a:lnTo>
                  <a:lnTo>
                    <a:pt x="176025" y="281234"/>
                  </a:lnTo>
                  <a:lnTo>
                    <a:pt x="172464" y="281234"/>
                  </a:lnTo>
                  <a:lnTo>
                    <a:pt x="128479" y="291758"/>
                  </a:lnTo>
                  <a:lnTo>
                    <a:pt x="87927" y="311756"/>
                  </a:lnTo>
                  <a:lnTo>
                    <a:pt x="56571" y="335514"/>
                  </a:lnTo>
                  <a:lnTo>
                    <a:pt x="12301" y="393252"/>
                  </a:lnTo>
                  <a:lnTo>
                    <a:pt x="0" y="427525"/>
                  </a:lnTo>
                  <a:lnTo>
                    <a:pt x="4430" y="441748"/>
                  </a:lnTo>
                  <a:lnTo>
                    <a:pt x="24843" y="481277"/>
                  </a:lnTo>
                  <a:lnTo>
                    <a:pt x="58450" y="520637"/>
                  </a:lnTo>
                  <a:lnTo>
                    <a:pt x="100153" y="549950"/>
                  </a:lnTo>
                  <a:lnTo>
                    <a:pt x="147794" y="568072"/>
                  </a:lnTo>
                  <a:lnTo>
                    <a:pt x="199215" y="573859"/>
                  </a:lnTo>
                  <a:lnTo>
                    <a:pt x="975474" y="573859"/>
                  </a:lnTo>
                  <a:lnTo>
                    <a:pt x="1022139" y="568731"/>
                  </a:lnTo>
                  <a:lnTo>
                    <a:pt x="1066152" y="553977"/>
                  </a:lnTo>
                  <a:lnTo>
                    <a:pt x="1106056" y="530258"/>
                  </a:lnTo>
                  <a:lnTo>
                    <a:pt x="1140392" y="498233"/>
                  </a:lnTo>
                  <a:lnTo>
                    <a:pt x="1163238" y="464469"/>
                  </a:lnTo>
                  <a:lnTo>
                    <a:pt x="1178166" y="426508"/>
                  </a:lnTo>
                  <a:lnTo>
                    <a:pt x="1171351" y="405316"/>
                  </a:lnTo>
                  <a:lnTo>
                    <a:pt x="1150217" y="366383"/>
                  </a:lnTo>
                  <a:lnTo>
                    <a:pt x="1101331" y="318218"/>
                  </a:lnTo>
                  <a:lnTo>
                    <a:pt x="1061145" y="295811"/>
                  </a:lnTo>
                  <a:lnTo>
                    <a:pt x="1017094" y="282521"/>
                  </a:lnTo>
                  <a:lnTo>
                    <a:pt x="967758" y="278987"/>
                  </a:lnTo>
                  <a:lnTo>
                    <a:pt x="966741" y="278394"/>
                  </a:lnTo>
                  <a:lnTo>
                    <a:pt x="945453" y="228510"/>
                  </a:lnTo>
                  <a:lnTo>
                    <a:pt x="914425" y="187423"/>
                  </a:lnTo>
                  <a:lnTo>
                    <a:pt x="876874" y="154971"/>
                  </a:lnTo>
                  <a:lnTo>
                    <a:pt x="834144" y="130614"/>
                  </a:lnTo>
                  <a:lnTo>
                    <a:pt x="787527" y="114929"/>
                  </a:lnTo>
                  <a:lnTo>
                    <a:pt x="738315" y="108491"/>
                  </a:lnTo>
                  <a:lnTo>
                    <a:pt x="722677" y="108212"/>
                  </a:lnTo>
                  <a:lnTo>
                    <a:pt x="707074" y="108899"/>
                  </a:lnTo>
                  <a:lnTo>
                    <a:pt x="691544" y="110548"/>
                  </a:lnTo>
                  <a:lnTo>
                    <a:pt x="673958" y="113960"/>
                  </a:lnTo>
                  <a:lnTo>
                    <a:pt x="671499" y="112942"/>
                  </a:lnTo>
                  <a:lnTo>
                    <a:pt x="641729" y="77577"/>
                  </a:lnTo>
                  <a:lnTo>
                    <a:pt x="593240" y="40141"/>
                  </a:lnTo>
                  <a:lnTo>
                    <a:pt x="551979" y="19478"/>
                  </a:lnTo>
                  <a:lnTo>
                    <a:pt x="507999" y="6003"/>
                  </a:lnTo>
                  <a:lnTo>
                    <a:pt x="462240" y="0"/>
                  </a:lnTo>
                  <a:close/>
                </a:path>
              </a:pathLst>
            </a:custGeom>
            <a:solidFill>
              <a:srgbClr val="00C5FF"/>
            </a:solidFill>
          </p:spPr>
          <p:txBody>
            <a:bodyPr wrap="square" lIns="0" tIns="0" rIns="0" bIns="0" rtlCol="0"/>
            <a:lstStyle/>
            <a:p>
              <a:endParaRPr/>
            </a:p>
          </p:txBody>
        </p:sp>
        <p:sp>
          <p:nvSpPr>
            <p:cNvPr id="17" name="object 17"/>
            <p:cNvSpPr/>
            <p:nvPr/>
          </p:nvSpPr>
          <p:spPr>
            <a:xfrm>
              <a:off x="4750330" y="2776430"/>
              <a:ext cx="1189990" cy="214629"/>
            </a:xfrm>
            <a:custGeom>
              <a:avLst/>
              <a:gdLst/>
              <a:ahLst/>
              <a:cxnLst/>
              <a:rect l="l" t="t" r="r" b="b"/>
              <a:pathLst>
                <a:path w="1189989" h="214630">
                  <a:moveTo>
                    <a:pt x="1188267" y="0"/>
                  </a:moveTo>
                  <a:lnTo>
                    <a:pt x="1177171" y="44535"/>
                  </a:lnTo>
                  <a:lnTo>
                    <a:pt x="1158200" y="80565"/>
                  </a:lnTo>
                  <a:lnTo>
                    <a:pt x="1111494" y="128869"/>
                  </a:lnTo>
                  <a:lnTo>
                    <a:pt x="1071590" y="152586"/>
                  </a:lnTo>
                  <a:lnTo>
                    <a:pt x="1027576" y="167336"/>
                  </a:lnTo>
                  <a:lnTo>
                    <a:pt x="980911" y="172446"/>
                  </a:lnTo>
                  <a:lnTo>
                    <a:pt x="204652" y="172446"/>
                  </a:lnTo>
                  <a:lnTo>
                    <a:pt x="153232" y="166683"/>
                  </a:lnTo>
                  <a:lnTo>
                    <a:pt x="105590" y="148569"/>
                  </a:lnTo>
                  <a:lnTo>
                    <a:pt x="63887" y="119248"/>
                  </a:lnTo>
                  <a:lnTo>
                    <a:pt x="30280" y="79864"/>
                  </a:lnTo>
                  <a:lnTo>
                    <a:pt x="9867" y="40353"/>
                  </a:lnTo>
                  <a:lnTo>
                    <a:pt x="985" y="1526"/>
                  </a:lnTo>
                  <a:lnTo>
                    <a:pt x="0" y="15541"/>
                  </a:lnTo>
                  <a:lnTo>
                    <a:pt x="5312" y="67512"/>
                  </a:lnTo>
                  <a:lnTo>
                    <a:pt x="19785" y="104693"/>
                  </a:lnTo>
                  <a:lnTo>
                    <a:pt x="63863" y="161172"/>
                  </a:lnTo>
                  <a:lnTo>
                    <a:pt x="105559" y="190494"/>
                  </a:lnTo>
                  <a:lnTo>
                    <a:pt x="153208" y="208608"/>
                  </a:lnTo>
                  <a:lnTo>
                    <a:pt x="204652" y="214370"/>
                  </a:lnTo>
                  <a:lnTo>
                    <a:pt x="980911" y="214370"/>
                  </a:lnTo>
                  <a:lnTo>
                    <a:pt x="1027576" y="209243"/>
                  </a:lnTo>
                  <a:lnTo>
                    <a:pt x="1071590" y="194494"/>
                  </a:lnTo>
                  <a:lnTo>
                    <a:pt x="1111494" y="170788"/>
                  </a:lnTo>
                  <a:lnTo>
                    <a:pt x="1145829" y="138787"/>
                  </a:lnTo>
                  <a:lnTo>
                    <a:pt x="1173365" y="95512"/>
                  </a:lnTo>
                  <a:lnTo>
                    <a:pt x="1187673" y="46290"/>
                  </a:lnTo>
                  <a:lnTo>
                    <a:pt x="1189390" y="18773"/>
                  </a:lnTo>
                  <a:lnTo>
                    <a:pt x="1188267" y="0"/>
                  </a:lnTo>
                  <a:close/>
                </a:path>
              </a:pathLst>
            </a:custGeom>
            <a:solidFill>
              <a:srgbClr val="00ADED"/>
            </a:solidFill>
          </p:spPr>
          <p:txBody>
            <a:bodyPr wrap="square" lIns="0" tIns="0" rIns="0" bIns="0" rtlCol="0"/>
            <a:lstStyle/>
            <a:p>
              <a:endParaRPr/>
            </a:p>
          </p:txBody>
        </p:sp>
        <p:sp>
          <p:nvSpPr>
            <p:cNvPr id="18" name="object 18"/>
            <p:cNvSpPr/>
            <p:nvPr/>
          </p:nvSpPr>
          <p:spPr>
            <a:xfrm>
              <a:off x="5234114" y="3114413"/>
              <a:ext cx="188913" cy="198686"/>
            </a:xfrm>
            <a:prstGeom prst="rect">
              <a:avLst/>
            </a:prstGeom>
            <a:blipFill>
              <a:blip r:embed="rId4" cstate="print"/>
              <a:stretch>
                <a:fillRect/>
              </a:stretch>
            </a:blipFill>
          </p:spPr>
          <p:txBody>
            <a:bodyPr wrap="square" lIns="0" tIns="0" rIns="0" bIns="0" rtlCol="0"/>
            <a:lstStyle/>
            <a:p>
              <a:endParaRPr/>
            </a:p>
          </p:txBody>
        </p:sp>
        <p:sp>
          <p:nvSpPr>
            <p:cNvPr id="19" name="object 19"/>
            <p:cNvSpPr/>
            <p:nvPr/>
          </p:nvSpPr>
          <p:spPr>
            <a:xfrm>
              <a:off x="4494994" y="3981816"/>
              <a:ext cx="188023" cy="179186"/>
            </a:xfrm>
            <a:prstGeom prst="rect">
              <a:avLst/>
            </a:prstGeom>
            <a:blipFill>
              <a:blip r:embed="rId5" cstate="print"/>
              <a:stretch>
                <a:fillRect/>
              </a:stretch>
            </a:blipFill>
          </p:spPr>
          <p:txBody>
            <a:bodyPr wrap="square" lIns="0" tIns="0" rIns="0" bIns="0" rtlCol="0"/>
            <a:lstStyle/>
            <a:p>
              <a:endParaRPr/>
            </a:p>
          </p:txBody>
        </p:sp>
        <p:sp>
          <p:nvSpPr>
            <p:cNvPr id="20" name="object 20"/>
            <p:cNvSpPr/>
            <p:nvPr/>
          </p:nvSpPr>
          <p:spPr>
            <a:xfrm>
              <a:off x="5970267" y="3981943"/>
              <a:ext cx="188023" cy="179059"/>
            </a:xfrm>
            <a:prstGeom prst="rect">
              <a:avLst/>
            </a:prstGeom>
            <a:blipFill>
              <a:blip r:embed="rId6" cstate="print"/>
              <a:stretch>
                <a:fillRect/>
              </a:stretch>
            </a:blipFill>
          </p:spPr>
          <p:txBody>
            <a:bodyPr wrap="square" lIns="0" tIns="0" rIns="0" bIns="0" rtlCol="0"/>
            <a:lstStyle/>
            <a:p>
              <a:endParaRPr/>
            </a:p>
          </p:txBody>
        </p:sp>
        <p:sp>
          <p:nvSpPr>
            <p:cNvPr id="21" name="object 21"/>
            <p:cNvSpPr/>
            <p:nvPr/>
          </p:nvSpPr>
          <p:spPr>
            <a:xfrm>
              <a:off x="3830065" y="5811875"/>
              <a:ext cx="2980308" cy="298720"/>
            </a:xfrm>
            <a:prstGeom prst="rect">
              <a:avLst/>
            </a:prstGeom>
            <a:blipFill>
              <a:blip r:embed="rId7" cstate="print"/>
              <a:stretch>
                <a:fillRect/>
              </a:stretch>
            </a:blipFill>
          </p:spPr>
          <p:txBody>
            <a:bodyPr wrap="square" lIns="0" tIns="0" rIns="0" bIns="0" rtlCol="0"/>
            <a:lstStyle/>
            <a:p>
              <a:endParaRPr/>
            </a:p>
          </p:txBody>
        </p:sp>
        <p:sp>
          <p:nvSpPr>
            <p:cNvPr id="22" name="object 22"/>
            <p:cNvSpPr/>
            <p:nvPr/>
          </p:nvSpPr>
          <p:spPr>
            <a:xfrm>
              <a:off x="6317612" y="3688810"/>
              <a:ext cx="377190" cy="781685"/>
            </a:xfrm>
            <a:custGeom>
              <a:avLst/>
              <a:gdLst/>
              <a:ahLst/>
              <a:cxnLst/>
              <a:rect l="l" t="t" r="r" b="b"/>
              <a:pathLst>
                <a:path w="377190" h="781685">
                  <a:moveTo>
                    <a:pt x="315124" y="0"/>
                  </a:moveTo>
                  <a:lnTo>
                    <a:pt x="61558" y="0"/>
                  </a:lnTo>
                  <a:lnTo>
                    <a:pt x="37595" y="4836"/>
                  </a:lnTo>
                  <a:lnTo>
                    <a:pt x="18028" y="18026"/>
                  </a:lnTo>
                  <a:lnTo>
                    <a:pt x="4837" y="37591"/>
                  </a:lnTo>
                  <a:lnTo>
                    <a:pt x="0" y="61551"/>
                  </a:lnTo>
                  <a:lnTo>
                    <a:pt x="0" y="719925"/>
                  </a:lnTo>
                  <a:lnTo>
                    <a:pt x="4837" y="743885"/>
                  </a:lnTo>
                  <a:lnTo>
                    <a:pt x="18028" y="763450"/>
                  </a:lnTo>
                  <a:lnTo>
                    <a:pt x="37595" y="776640"/>
                  </a:lnTo>
                  <a:lnTo>
                    <a:pt x="61558" y="781476"/>
                  </a:lnTo>
                  <a:lnTo>
                    <a:pt x="315124" y="781476"/>
                  </a:lnTo>
                  <a:lnTo>
                    <a:pt x="339283" y="776640"/>
                  </a:lnTo>
                  <a:lnTo>
                    <a:pt x="358950" y="763450"/>
                  </a:lnTo>
                  <a:lnTo>
                    <a:pt x="372179" y="743885"/>
                  </a:lnTo>
                  <a:lnTo>
                    <a:pt x="377021" y="719925"/>
                  </a:lnTo>
                  <a:lnTo>
                    <a:pt x="377021" y="61551"/>
                  </a:lnTo>
                  <a:lnTo>
                    <a:pt x="372179" y="37591"/>
                  </a:lnTo>
                  <a:lnTo>
                    <a:pt x="358950" y="18026"/>
                  </a:lnTo>
                  <a:lnTo>
                    <a:pt x="339283" y="4836"/>
                  </a:lnTo>
                  <a:lnTo>
                    <a:pt x="315124" y="0"/>
                  </a:lnTo>
                  <a:close/>
                </a:path>
              </a:pathLst>
            </a:custGeom>
            <a:solidFill>
              <a:srgbClr val="6C6D70"/>
            </a:solidFill>
          </p:spPr>
          <p:txBody>
            <a:bodyPr wrap="square" lIns="0" tIns="0" rIns="0" bIns="0" rtlCol="0"/>
            <a:lstStyle/>
            <a:p>
              <a:endParaRPr/>
            </a:p>
          </p:txBody>
        </p:sp>
        <p:sp>
          <p:nvSpPr>
            <p:cNvPr id="23" name="object 23"/>
            <p:cNvSpPr/>
            <p:nvPr/>
          </p:nvSpPr>
          <p:spPr>
            <a:xfrm>
              <a:off x="6336563" y="3716364"/>
              <a:ext cx="339090" cy="727075"/>
            </a:xfrm>
            <a:custGeom>
              <a:avLst/>
              <a:gdLst/>
              <a:ahLst/>
              <a:cxnLst/>
              <a:rect l="l" t="t" r="r" b="b"/>
              <a:pathLst>
                <a:path w="339090" h="727075">
                  <a:moveTo>
                    <a:pt x="289814" y="42"/>
                  </a:moveTo>
                  <a:lnTo>
                    <a:pt x="266497" y="0"/>
                  </a:lnTo>
                  <a:lnTo>
                    <a:pt x="263529" y="2119"/>
                  </a:lnTo>
                  <a:lnTo>
                    <a:pt x="263105" y="24798"/>
                  </a:lnTo>
                  <a:lnTo>
                    <a:pt x="257170" y="30648"/>
                  </a:lnTo>
                  <a:lnTo>
                    <a:pt x="81780" y="30648"/>
                  </a:lnTo>
                  <a:lnTo>
                    <a:pt x="75887" y="24756"/>
                  </a:lnTo>
                  <a:lnTo>
                    <a:pt x="75887" y="4493"/>
                  </a:lnTo>
                  <a:lnTo>
                    <a:pt x="75336" y="2119"/>
                  </a:lnTo>
                  <a:lnTo>
                    <a:pt x="72496" y="0"/>
                  </a:lnTo>
                  <a:lnTo>
                    <a:pt x="49221" y="42"/>
                  </a:lnTo>
                  <a:lnTo>
                    <a:pt x="30065" y="3911"/>
                  </a:lnTo>
                  <a:lnTo>
                    <a:pt x="14419" y="14460"/>
                  </a:lnTo>
                  <a:lnTo>
                    <a:pt x="3869" y="30104"/>
                  </a:lnTo>
                  <a:lnTo>
                    <a:pt x="0" y="49258"/>
                  </a:lnTo>
                  <a:lnTo>
                    <a:pt x="0" y="677195"/>
                  </a:lnTo>
                  <a:lnTo>
                    <a:pt x="3869" y="696373"/>
                  </a:lnTo>
                  <a:lnTo>
                    <a:pt x="14419" y="712029"/>
                  </a:lnTo>
                  <a:lnTo>
                    <a:pt x="30065" y="722583"/>
                  </a:lnTo>
                  <a:lnTo>
                    <a:pt x="49221" y="726453"/>
                  </a:lnTo>
                  <a:lnTo>
                    <a:pt x="289814" y="726453"/>
                  </a:lnTo>
                  <a:lnTo>
                    <a:pt x="308945" y="722591"/>
                  </a:lnTo>
                  <a:lnTo>
                    <a:pt x="324578" y="712056"/>
                  </a:lnTo>
                  <a:lnTo>
                    <a:pt x="335124" y="696426"/>
                  </a:lnTo>
                  <a:lnTo>
                    <a:pt x="338993" y="677279"/>
                  </a:lnTo>
                  <a:lnTo>
                    <a:pt x="338993" y="49258"/>
                  </a:lnTo>
                  <a:lnTo>
                    <a:pt x="335124" y="30104"/>
                  </a:lnTo>
                  <a:lnTo>
                    <a:pt x="324578" y="14460"/>
                  </a:lnTo>
                  <a:lnTo>
                    <a:pt x="308945" y="3911"/>
                  </a:lnTo>
                  <a:lnTo>
                    <a:pt x="289814" y="42"/>
                  </a:lnTo>
                  <a:close/>
                </a:path>
              </a:pathLst>
            </a:custGeom>
            <a:solidFill>
              <a:srgbClr val="FFFFFF"/>
            </a:solidFill>
          </p:spPr>
          <p:txBody>
            <a:bodyPr wrap="square" lIns="0" tIns="0" rIns="0" bIns="0" rtlCol="0"/>
            <a:lstStyle/>
            <a:p>
              <a:endParaRPr/>
            </a:p>
          </p:txBody>
        </p:sp>
        <p:sp>
          <p:nvSpPr>
            <p:cNvPr id="24" name="object 24"/>
            <p:cNvSpPr/>
            <p:nvPr/>
          </p:nvSpPr>
          <p:spPr>
            <a:xfrm>
              <a:off x="6313157" y="3796448"/>
              <a:ext cx="386080" cy="110489"/>
            </a:xfrm>
            <a:custGeom>
              <a:avLst/>
              <a:gdLst/>
              <a:ahLst/>
              <a:cxnLst/>
              <a:rect l="l" t="t" r="r" b="b"/>
              <a:pathLst>
                <a:path w="386079" h="110489">
                  <a:moveTo>
                    <a:pt x="4445" y="62179"/>
                  </a:moveTo>
                  <a:lnTo>
                    <a:pt x="0" y="62179"/>
                  </a:lnTo>
                  <a:lnTo>
                    <a:pt x="0" y="89649"/>
                  </a:lnTo>
                  <a:lnTo>
                    <a:pt x="4445" y="89649"/>
                  </a:lnTo>
                  <a:lnTo>
                    <a:pt x="4445" y="62179"/>
                  </a:lnTo>
                  <a:close/>
                </a:path>
                <a:path w="386079" h="110489">
                  <a:moveTo>
                    <a:pt x="4445" y="0"/>
                  </a:moveTo>
                  <a:lnTo>
                    <a:pt x="1993" y="0"/>
                  </a:lnTo>
                  <a:lnTo>
                    <a:pt x="0" y="2032"/>
                  </a:lnTo>
                  <a:lnTo>
                    <a:pt x="0" y="26492"/>
                  </a:lnTo>
                  <a:lnTo>
                    <a:pt x="1993" y="28486"/>
                  </a:lnTo>
                  <a:lnTo>
                    <a:pt x="4445" y="28486"/>
                  </a:lnTo>
                  <a:lnTo>
                    <a:pt x="4445" y="0"/>
                  </a:lnTo>
                  <a:close/>
                </a:path>
                <a:path w="386079" h="110489">
                  <a:moveTo>
                    <a:pt x="385711" y="50660"/>
                  </a:moveTo>
                  <a:lnTo>
                    <a:pt x="383590" y="48666"/>
                  </a:lnTo>
                  <a:lnTo>
                    <a:pt x="381050" y="48666"/>
                  </a:lnTo>
                  <a:lnTo>
                    <a:pt x="381050" y="110388"/>
                  </a:lnTo>
                  <a:lnTo>
                    <a:pt x="383590" y="110388"/>
                  </a:lnTo>
                  <a:lnTo>
                    <a:pt x="385711" y="108394"/>
                  </a:lnTo>
                  <a:lnTo>
                    <a:pt x="385711" y="50660"/>
                  </a:lnTo>
                  <a:close/>
                </a:path>
              </a:pathLst>
            </a:custGeom>
            <a:solidFill>
              <a:srgbClr val="A4A4A4"/>
            </a:solidFill>
          </p:spPr>
          <p:txBody>
            <a:bodyPr wrap="square" lIns="0" tIns="0" rIns="0" bIns="0" rtlCol="0"/>
            <a:lstStyle/>
            <a:p>
              <a:endParaRPr/>
            </a:p>
          </p:txBody>
        </p:sp>
        <p:sp>
          <p:nvSpPr>
            <p:cNvPr id="25" name="object 25"/>
            <p:cNvSpPr/>
            <p:nvPr/>
          </p:nvSpPr>
          <p:spPr>
            <a:xfrm>
              <a:off x="6258216" y="3886097"/>
              <a:ext cx="105410" cy="105410"/>
            </a:xfrm>
            <a:custGeom>
              <a:avLst/>
              <a:gdLst/>
              <a:ahLst/>
              <a:cxnLst/>
              <a:rect l="l" t="t" r="r" b="b"/>
              <a:pathLst>
                <a:path w="105410" h="105410">
                  <a:moveTo>
                    <a:pt x="99120" y="0"/>
                  </a:moveTo>
                  <a:lnTo>
                    <a:pt x="5638" y="0"/>
                  </a:lnTo>
                  <a:lnTo>
                    <a:pt x="0" y="5637"/>
                  </a:lnTo>
                  <a:lnTo>
                    <a:pt x="0" y="99152"/>
                  </a:lnTo>
                  <a:lnTo>
                    <a:pt x="5638" y="104790"/>
                  </a:lnTo>
                  <a:lnTo>
                    <a:pt x="99120" y="104790"/>
                  </a:lnTo>
                  <a:lnTo>
                    <a:pt x="104801" y="99152"/>
                  </a:lnTo>
                  <a:lnTo>
                    <a:pt x="104801" y="5637"/>
                  </a:lnTo>
                  <a:close/>
                </a:path>
              </a:pathLst>
            </a:custGeom>
            <a:solidFill>
              <a:srgbClr val="0071CA"/>
            </a:solidFill>
          </p:spPr>
          <p:txBody>
            <a:bodyPr wrap="square" lIns="0" tIns="0" rIns="0" bIns="0" rtlCol="0"/>
            <a:lstStyle/>
            <a:p>
              <a:endParaRPr/>
            </a:p>
          </p:txBody>
        </p:sp>
        <p:sp>
          <p:nvSpPr>
            <p:cNvPr id="26" name="object 26"/>
            <p:cNvSpPr/>
            <p:nvPr/>
          </p:nvSpPr>
          <p:spPr>
            <a:xfrm>
              <a:off x="6419870" y="3904791"/>
              <a:ext cx="67945" cy="67945"/>
            </a:xfrm>
            <a:custGeom>
              <a:avLst/>
              <a:gdLst/>
              <a:ahLst/>
              <a:cxnLst/>
              <a:rect l="l" t="t" r="r" b="b"/>
              <a:pathLst>
                <a:path w="67945" h="67945">
                  <a:moveTo>
                    <a:pt x="63720" y="0"/>
                  </a:moveTo>
                  <a:lnTo>
                    <a:pt x="3646" y="0"/>
                  </a:lnTo>
                  <a:lnTo>
                    <a:pt x="0" y="3645"/>
                  </a:lnTo>
                  <a:lnTo>
                    <a:pt x="0" y="63713"/>
                  </a:lnTo>
                  <a:lnTo>
                    <a:pt x="3646" y="67359"/>
                  </a:lnTo>
                  <a:lnTo>
                    <a:pt x="63720" y="67359"/>
                  </a:lnTo>
                  <a:lnTo>
                    <a:pt x="67366" y="63713"/>
                  </a:lnTo>
                  <a:lnTo>
                    <a:pt x="67366" y="3645"/>
                  </a:lnTo>
                  <a:close/>
                </a:path>
              </a:pathLst>
            </a:custGeom>
            <a:solidFill>
              <a:srgbClr val="09C6FD"/>
            </a:solidFill>
          </p:spPr>
          <p:txBody>
            <a:bodyPr wrap="square" lIns="0" tIns="0" rIns="0" bIns="0" rtlCol="0"/>
            <a:lstStyle/>
            <a:p>
              <a:endParaRPr/>
            </a:p>
          </p:txBody>
        </p:sp>
        <p:sp>
          <p:nvSpPr>
            <p:cNvPr id="27" name="object 27"/>
            <p:cNvSpPr/>
            <p:nvPr/>
          </p:nvSpPr>
          <p:spPr>
            <a:xfrm>
              <a:off x="6401173" y="4021494"/>
              <a:ext cx="105410" cy="105410"/>
            </a:xfrm>
            <a:custGeom>
              <a:avLst/>
              <a:gdLst/>
              <a:ahLst/>
              <a:cxnLst/>
              <a:rect l="l" t="t" r="r" b="b"/>
              <a:pathLst>
                <a:path w="105409" h="105410">
                  <a:moveTo>
                    <a:pt x="99120" y="0"/>
                  </a:moveTo>
                  <a:lnTo>
                    <a:pt x="5638" y="0"/>
                  </a:lnTo>
                  <a:lnTo>
                    <a:pt x="0" y="5637"/>
                  </a:lnTo>
                  <a:lnTo>
                    <a:pt x="0" y="99152"/>
                  </a:lnTo>
                  <a:lnTo>
                    <a:pt x="5638" y="104790"/>
                  </a:lnTo>
                  <a:lnTo>
                    <a:pt x="99120" y="104790"/>
                  </a:lnTo>
                  <a:lnTo>
                    <a:pt x="104801" y="99152"/>
                  </a:lnTo>
                  <a:lnTo>
                    <a:pt x="104801" y="5637"/>
                  </a:lnTo>
                  <a:close/>
                </a:path>
              </a:pathLst>
            </a:custGeom>
            <a:solidFill>
              <a:srgbClr val="0071CA"/>
            </a:solidFill>
          </p:spPr>
          <p:txBody>
            <a:bodyPr wrap="square" lIns="0" tIns="0" rIns="0" bIns="0" rtlCol="0"/>
            <a:lstStyle/>
            <a:p>
              <a:endParaRPr/>
            </a:p>
          </p:txBody>
        </p:sp>
        <p:sp>
          <p:nvSpPr>
            <p:cNvPr id="28" name="object 28"/>
            <p:cNvSpPr/>
            <p:nvPr/>
          </p:nvSpPr>
          <p:spPr>
            <a:xfrm>
              <a:off x="6292302" y="4036034"/>
              <a:ext cx="76200" cy="76200"/>
            </a:xfrm>
            <a:custGeom>
              <a:avLst/>
              <a:gdLst/>
              <a:ahLst/>
              <a:cxnLst/>
              <a:rect l="l" t="t" r="r" b="b"/>
              <a:pathLst>
                <a:path w="76200" h="76200">
                  <a:moveTo>
                    <a:pt x="71690" y="0"/>
                  </a:moveTo>
                  <a:lnTo>
                    <a:pt x="4069" y="0"/>
                  </a:lnTo>
                  <a:lnTo>
                    <a:pt x="0" y="4111"/>
                  </a:lnTo>
                  <a:lnTo>
                    <a:pt x="0" y="71725"/>
                  </a:lnTo>
                  <a:lnTo>
                    <a:pt x="4069" y="75794"/>
                  </a:lnTo>
                  <a:lnTo>
                    <a:pt x="71690" y="75794"/>
                  </a:lnTo>
                  <a:lnTo>
                    <a:pt x="75802" y="71725"/>
                  </a:lnTo>
                  <a:lnTo>
                    <a:pt x="75802" y="4111"/>
                  </a:lnTo>
                  <a:close/>
                </a:path>
              </a:pathLst>
            </a:custGeom>
            <a:solidFill>
              <a:srgbClr val="09C6FD"/>
            </a:solidFill>
          </p:spPr>
          <p:txBody>
            <a:bodyPr wrap="square" lIns="0" tIns="0" rIns="0" bIns="0" rtlCol="0"/>
            <a:lstStyle/>
            <a:p>
              <a:endParaRPr/>
            </a:p>
          </p:txBody>
        </p:sp>
        <p:sp>
          <p:nvSpPr>
            <p:cNvPr id="29" name="object 29"/>
            <p:cNvSpPr/>
            <p:nvPr/>
          </p:nvSpPr>
          <p:spPr>
            <a:xfrm>
              <a:off x="6258204" y="4156938"/>
              <a:ext cx="343535" cy="250190"/>
            </a:xfrm>
            <a:custGeom>
              <a:avLst/>
              <a:gdLst/>
              <a:ahLst/>
              <a:cxnLst/>
              <a:rect l="l" t="t" r="r" b="b"/>
              <a:pathLst>
                <a:path w="343534" h="250189">
                  <a:moveTo>
                    <a:pt x="104813" y="5638"/>
                  </a:moveTo>
                  <a:lnTo>
                    <a:pt x="99123" y="0"/>
                  </a:lnTo>
                  <a:lnTo>
                    <a:pt x="5638" y="0"/>
                  </a:lnTo>
                  <a:lnTo>
                    <a:pt x="0" y="5638"/>
                  </a:lnTo>
                  <a:lnTo>
                    <a:pt x="0" y="99110"/>
                  </a:lnTo>
                  <a:lnTo>
                    <a:pt x="5638" y="104787"/>
                  </a:lnTo>
                  <a:lnTo>
                    <a:pt x="99123" y="104787"/>
                  </a:lnTo>
                  <a:lnTo>
                    <a:pt x="104813" y="99110"/>
                  </a:lnTo>
                  <a:lnTo>
                    <a:pt x="104813" y="5638"/>
                  </a:lnTo>
                  <a:close/>
                </a:path>
                <a:path w="343534" h="250189">
                  <a:moveTo>
                    <a:pt x="343154" y="238785"/>
                  </a:moveTo>
                  <a:lnTo>
                    <a:pt x="340182" y="235610"/>
                  </a:lnTo>
                  <a:lnTo>
                    <a:pt x="157543" y="235610"/>
                  </a:lnTo>
                  <a:lnTo>
                    <a:pt x="154330" y="238785"/>
                  </a:lnTo>
                  <a:lnTo>
                    <a:pt x="154330" y="246761"/>
                  </a:lnTo>
                  <a:lnTo>
                    <a:pt x="157543" y="249936"/>
                  </a:lnTo>
                  <a:lnTo>
                    <a:pt x="340182" y="249936"/>
                  </a:lnTo>
                  <a:lnTo>
                    <a:pt x="343154" y="246761"/>
                  </a:lnTo>
                  <a:lnTo>
                    <a:pt x="343154" y="238785"/>
                  </a:lnTo>
                  <a:close/>
                </a:path>
              </a:pathLst>
            </a:custGeom>
            <a:solidFill>
              <a:srgbClr val="0071CA"/>
            </a:solidFill>
          </p:spPr>
          <p:txBody>
            <a:bodyPr wrap="square" lIns="0" tIns="0" rIns="0" bIns="0" rtlCol="0"/>
            <a:lstStyle/>
            <a:p>
              <a:endParaRPr/>
            </a:p>
          </p:txBody>
        </p:sp>
        <p:sp>
          <p:nvSpPr>
            <p:cNvPr id="30" name="object 30"/>
            <p:cNvSpPr/>
            <p:nvPr/>
          </p:nvSpPr>
          <p:spPr>
            <a:xfrm>
              <a:off x="6428638" y="3717086"/>
              <a:ext cx="154940" cy="16510"/>
            </a:xfrm>
            <a:custGeom>
              <a:avLst/>
              <a:gdLst/>
              <a:ahLst/>
              <a:cxnLst/>
              <a:rect l="l" t="t" r="r" b="b"/>
              <a:pathLst>
                <a:path w="154940" h="16510">
                  <a:moveTo>
                    <a:pt x="8737" y="5727"/>
                  </a:moveTo>
                  <a:lnTo>
                    <a:pt x="6781" y="3771"/>
                  </a:lnTo>
                  <a:lnTo>
                    <a:pt x="1955" y="3771"/>
                  </a:lnTo>
                  <a:lnTo>
                    <a:pt x="0" y="5727"/>
                  </a:lnTo>
                  <a:lnTo>
                    <a:pt x="0" y="10553"/>
                  </a:lnTo>
                  <a:lnTo>
                    <a:pt x="1955" y="12547"/>
                  </a:lnTo>
                  <a:lnTo>
                    <a:pt x="6781" y="12547"/>
                  </a:lnTo>
                  <a:lnTo>
                    <a:pt x="8737" y="10553"/>
                  </a:lnTo>
                  <a:lnTo>
                    <a:pt x="8737" y="5727"/>
                  </a:lnTo>
                  <a:close/>
                </a:path>
                <a:path w="154940" h="16510">
                  <a:moveTo>
                    <a:pt x="22974" y="5727"/>
                  </a:moveTo>
                  <a:lnTo>
                    <a:pt x="21031" y="3771"/>
                  </a:lnTo>
                  <a:lnTo>
                    <a:pt x="16192" y="3771"/>
                  </a:lnTo>
                  <a:lnTo>
                    <a:pt x="14249" y="5727"/>
                  </a:lnTo>
                  <a:lnTo>
                    <a:pt x="14249" y="10553"/>
                  </a:lnTo>
                  <a:lnTo>
                    <a:pt x="16192" y="12547"/>
                  </a:lnTo>
                  <a:lnTo>
                    <a:pt x="21031" y="12547"/>
                  </a:lnTo>
                  <a:lnTo>
                    <a:pt x="22974" y="10553"/>
                  </a:lnTo>
                  <a:lnTo>
                    <a:pt x="22974" y="5727"/>
                  </a:lnTo>
                  <a:close/>
                </a:path>
                <a:path w="154940" h="16510">
                  <a:moveTo>
                    <a:pt x="112522" y="6705"/>
                  </a:moveTo>
                  <a:lnTo>
                    <a:pt x="111252" y="5600"/>
                  </a:lnTo>
                  <a:lnTo>
                    <a:pt x="33235" y="5600"/>
                  </a:lnTo>
                  <a:lnTo>
                    <a:pt x="32131" y="6705"/>
                  </a:lnTo>
                  <a:lnTo>
                    <a:pt x="32131" y="9410"/>
                  </a:lnTo>
                  <a:lnTo>
                    <a:pt x="33235" y="10515"/>
                  </a:lnTo>
                  <a:lnTo>
                    <a:pt x="111252" y="10515"/>
                  </a:lnTo>
                  <a:lnTo>
                    <a:pt x="112522" y="9410"/>
                  </a:lnTo>
                  <a:lnTo>
                    <a:pt x="112522" y="6705"/>
                  </a:lnTo>
                  <a:close/>
                </a:path>
                <a:path w="154940" h="16510">
                  <a:moveTo>
                    <a:pt x="130327" y="4965"/>
                  </a:moveTo>
                  <a:lnTo>
                    <a:pt x="127774" y="2374"/>
                  </a:lnTo>
                  <a:lnTo>
                    <a:pt x="121424" y="2374"/>
                  </a:lnTo>
                  <a:lnTo>
                    <a:pt x="118872" y="4965"/>
                  </a:lnTo>
                  <a:lnTo>
                    <a:pt x="118872" y="11366"/>
                  </a:lnTo>
                  <a:lnTo>
                    <a:pt x="121424" y="13957"/>
                  </a:lnTo>
                  <a:lnTo>
                    <a:pt x="127774" y="13957"/>
                  </a:lnTo>
                  <a:lnTo>
                    <a:pt x="130327" y="11366"/>
                  </a:lnTo>
                  <a:lnTo>
                    <a:pt x="130327" y="4965"/>
                  </a:lnTo>
                  <a:close/>
                </a:path>
                <a:path w="154940" h="16510">
                  <a:moveTo>
                    <a:pt x="154914" y="3644"/>
                  </a:moveTo>
                  <a:lnTo>
                    <a:pt x="151104" y="0"/>
                  </a:lnTo>
                  <a:lnTo>
                    <a:pt x="142189" y="0"/>
                  </a:lnTo>
                  <a:lnTo>
                    <a:pt x="138379" y="3644"/>
                  </a:lnTo>
                  <a:lnTo>
                    <a:pt x="138379" y="12636"/>
                  </a:lnTo>
                  <a:lnTo>
                    <a:pt x="142189" y="16281"/>
                  </a:lnTo>
                  <a:lnTo>
                    <a:pt x="151104" y="16281"/>
                  </a:lnTo>
                  <a:lnTo>
                    <a:pt x="154914" y="12636"/>
                  </a:lnTo>
                  <a:lnTo>
                    <a:pt x="154914" y="3644"/>
                  </a:lnTo>
                  <a:close/>
                </a:path>
              </a:pathLst>
            </a:custGeom>
            <a:solidFill>
              <a:srgbClr val="FFFFFF"/>
            </a:solidFill>
          </p:spPr>
          <p:txBody>
            <a:bodyPr wrap="square" lIns="0" tIns="0" rIns="0" bIns="0" rtlCol="0"/>
            <a:lstStyle/>
            <a:p>
              <a:endParaRPr/>
            </a:p>
          </p:txBody>
        </p:sp>
        <p:sp>
          <p:nvSpPr>
            <p:cNvPr id="31" name="object 31"/>
            <p:cNvSpPr/>
            <p:nvPr/>
          </p:nvSpPr>
          <p:spPr>
            <a:xfrm>
              <a:off x="6542434" y="4084868"/>
              <a:ext cx="122946" cy="244002"/>
            </a:xfrm>
            <a:prstGeom prst="rect">
              <a:avLst/>
            </a:prstGeom>
            <a:blipFill>
              <a:blip r:embed="rId8" cstate="print"/>
              <a:stretch>
                <a:fillRect/>
              </a:stretch>
            </a:blipFill>
          </p:spPr>
          <p:txBody>
            <a:bodyPr wrap="square" lIns="0" tIns="0" rIns="0" bIns="0" rtlCol="0"/>
            <a:lstStyle/>
            <a:p>
              <a:endParaRPr/>
            </a:p>
          </p:txBody>
        </p:sp>
        <p:sp>
          <p:nvSpPr>
            <p:cNvPr id="32" name="object 32"/>
            <p:cNvSpPr/>
            <p:nvPr/>
          </p:nvSpPr>
          <p:spPr>
            <a:xfrm>
              <a:off x="6700993" y="3728615"/>
              <a:ext cx="240665" cy="478155"/>
            </a:xfrm>
            <a:custGeom>
              <a:avLst/>
              <a:gdLst/>
              <a:ahLst/>
              <a:cxnLst/>
              <a:rect l="l" t="t" r="r" b="b"/>
              <a:pathLst>
                <a:path w="240665" h="478154">
                  <a:moveTo>
                    <a:pt x="0" y="34675"/>
                  </a:moveTo>
                  <a:lnTo>
                    <a:pt x="0" y="103349"/>
                  </a:lnTo>
                  <a:lnTo>
                    <a:pt x="48224" y="112225"/>
                  </a:lnTo>
                  <a:lnTo>
                    <a:pt x="88818" y="136875"/>
                  </a:lnTo>
                  <a:lnTo>
                    <a:pt x="118283" y="174138"/>
                  </a:lnTo>
                  <a:lnTo>
                    <a:pt x="133121" y="220856"/>
                  </a:lnTo>
                  <a:lnTo>
                    <a:pt x="131456" y="263736"/>
                  </a:lnTo>
                  <a:lnTo>
                    <a:pt x="117051" y="302581"/>
                  </a:lnTo>
                  <a:lnTo>
                    <a:pt x="91821" y="334933"/>
                  </a:lnTo>
                  <a:lnTo>
                    <a:pt x="57678" y="358334"/>
                  </a:lnTo>
                  <a:lnTo>
                    <a:pt x="16534" y="370327"/>
                  </a:lnTo>
                  <a:lnTo>
                    <a:pt x="5511" y="371429"/>
                  </a:lnTo>
                  <a:lnTo>
                    <a:pt x="0" y="371429"/>
                  </a:lnTo>
                  <a:lnTo>
                    <a:pt x="0" y="440017"/>
                  </a:lnTo>
                  <a:lnTo>
                    <a:pt x="11870" y="440017"/>
                  </a:lnTo>
                  <a:lnTo>
                    <a:pt x="12718" y="442561"/>
                  </a:lnTo>
                  <a:lnTo>
                    <a:pt x="13990" y="445698"/>
                  </a:lnTo>
                  <a:lnTo>
                    <a:pt x="14838" y="448962"/>
                  </a:lnTo>
                  <a:lnTo>
                    <a:pt x="17057" y="455602"/>
                  </a:lnTo>
                  <a:lnTo>
                    <a:pt x="19245" y="462273"/>
                  </a:lnTo>
                  <a:lnTo>
                    <a:pt x="21336" y="468914"/>
                  </a:lnTo>
                  <a:lnTo>
                    <a:pt x="23317" y="475626"/>
                  </a:lnTo>
                  <a:lnTo>
                    <a:pt x="23741" y="477533"/>
                  </a:lnTo>
                  <a:lnTo>
                    <a:pt x="25861" y="477533"/>
                  </a:lnTo>
                  <a:lnTo>
                    <a:pt x="39752" y="477121"/>
                  </a:lnTo>
                  <a:lnTo>
                    <a:pt x="53365" y="474900"/>
                  </a:lnTo>
                  <a:lnTo>
                    <a:pt x="66580" y="470922"/>
                  </a:lnTo>
                  <a:lnTo>
                    <a:pt x="79279" y="465240"/>
                  </a:lnTo>
                  <a:lnTo>
                    <a:pt x="80551" y="464774"/>
                  </a:lnTo>
                  <a:lnTo>
                    <a:pt x="80975" y="463460"/>
                  </a:lnTo>
                  <a:lnTo>
                    <a:pt x="80548" y="462246"/>
                  </a:lnTo>
                  <a:lnTo>
                    <a:pt x="76735" y="427300"/>
                  </a:lnTo>
                  <a:lnTo>
                    <a:pt x="76311" y="425265"/>
                  </a:lnTo>
                  <a:lnTo>
                    <a:pt x="76735" y="424418"/>
                  </a:lnTo>
                  <a:lnTo>
                    <a:pt x="78855" y="423612"/>
                  </a:lnTo>
                  <a:lnTo>
                    <a:pt x="86724" y="420148"/>
                  </a:lnTo>
                  <a:lnTo>
                    <a:pt x="94435" y="416310"/>
                  </a:lnTo>
                  <a:lnTo>
                    <a:pt x="101987" y="412107"/>
                  </a:lnTo>
                  <a:lnTo>
                    <a:pt x="109379" y="407546"/>
                  </a:lnTo>
                  <a:lnTo>
                    <a:pt x="111075" y="406317"/>
                  </a:lnTo>
                  <a:lnTo>
                    <a:pt x="174070" y="406317"/>
                  </a:lnTo>
                  <a:lnTo>
                    <a:pt x="179332" y="399492"/>
                  </a:lnTo>
                  <a:lnTo>
                    <a:pt x="183571" y="393515"/>
                  </a:lnTo>
                  <a:lnTo>
                    <a:pt x="159830" y="361764"/>
                  </a:lnTo>
                  <a:lnTo>
                    <a:pt x="164069" y="355447"/>
                  </a:lnTo>
                  <a:lnTo>
                    <a:pt x="168309" y="349470"/>
                  </a:lnTo>
                  <a:lnTo>
                    <a:pt x="172125" y="343239"/>
                  </a:lnTo>
                  <a:lnTo>
                    <a:pt x="175092" y="338957"/>
                  </a:lnTo>
                  <a:lnTo>
                    <a:pt x="177636" y="334549"/>
                  </a:lnTo>
                  <a:lnTo>
                    <a:pt x="179756" y="330013"/>
                  </a:lnTo>
                  <a:lnTo>
                    <a:pt x="180180" y="328444"/>
                  </a:lnTo>
                  <a:lnTo>
                    <a:pt x="181876" y="327681"/>
                  </a:lnTo>
                  <a:lnTo>
                    <a:pt x="224875" y="327681"/>
                  </a:lnTo>
                  <a:lnTo>
                    <a:pt x="227808" y="322183"/>
                  </a:lnTo>
                  <a:lnTo>
                    <a:pt x="232644" y="309294"/>
                  </a:lnTo>
                  <a:lnTo>
                    <a:pt x="235731" y="295882"/>
                  </a:lnTo>
                  <a:lnTo>
                    <a:pt x="236989" y="282111"/>
                  </a:lnTo>
                  <a:lnTo>
                    <a:pt x="236989" y="280373"/>
                  </a:lnTo>
                  <a:lnTo>
                    <a:pt x="236142" y="279780"/>
                  </a:lnTo>
                  <a:lnTo>
                    <a:pt x="235294" y="279780"/>
                  </a:lnTo>
                  <a:lnTo>
                    <a:pt x="202649" y="265706"/>
                  </a:lnTo>
                  <a:lnTo>
                    <a:pt x="201377" y="265028"/>
                  </a:lnTo>
                  <a:lnTo>
                    <a:pt x="202649" y="224841"/>
                  </a:lnTo>
                  <a:lnTo>
                    <a:pt x="220031" y="219415"/>
                  </a:lnTo>
                  <a:lnTo>
                    <a:pt x="225967" y="217380"/>
                  </a:lnTo>
                  <a:lnTo>
                    <a:pt x="238261" y="213650"/>
                  </a:lnTo>
                  <a:lnTo>
                    <a:pt x="239533" y="213438"/>
                  </a:lnTo>
                  <a:lnTo>
                    <a:pt x="240381" y="212251"/>
                  </a:lnTo>
                  <a:lnTo>
                    <a:pt x="240381" y="210979"/>
                  </a:lnTo>
                  <a:lnTo>
                    <a:pt x="240070" y="197201"/>
                  </a:lnTo>
                  <a:lnTo>
                    <a:pt x="237890" y="183642"/>
                  </a:lnTo>
                  <a:lnTo>
                    <a:pt x="233883" y="170473"/>
                  </a:lnTo>
                  <a:lnTo>
                    <a:pt x="229451" y="160831"/>
                  </a:lnTo>
                  <a:lnTo>
                    <a:pt x="188235" y="160831"/>
                  </a:lnTo>
                  <a:lnTo>
                    <a:pt x="187387" y="160237"/>
                  </a:lnTo>
                  <a:lnTo>
                    <a:pt x="186539" y="158372"/>
                  </a:lnTo>
                  <a:lnTo>
                    <a:pt x="183128" y="150473"/>
                  </a:lnTo>
                  <a:lnTo>
                    <a:pt x="179279" y="142746"/>
                  </a:lnTo>
                  <a:lnTo>
                    <a:pt x="175033" y="135201"/>
                  </a:lnTo>
                  <a:lnTo>
                    <a:pt x="169157" y="125816"/>
                  </a:lnTo>
                  <a:lnTo>
                    <a:pt x="183571" y="109877"/>
                  </a:lnTo>
                  <a:lnTo>
                    <a:pt x="187387" y="105977"/>
                  </a:lnTo>
                  <a:lnTo>
                    <a:pt x="190779" y="102034"/>
                  </a:lnTo>
                  <a:lnTo>
                    <a:pt x="194594" y="98177"/>
                  </a:lnTo>
                  <a:lnTo>
                    <a:pt x="195866" y="97202"/>
                  </a:lnTo>
                  <a:lnTo>
                    <a:pt x="196290" y="95379"/>
                  </a:lnTo>
                  <a:lnTo>
                    <a:pt x="195018" y="94107"/>
                  </a:lnTo>
                  <a:lnTo>
                    <a:pt x="188606" y="83520"/>
                  </a:lnTo>
                  <a:lnTo>
                    <a:pt x="183525" y="77109"/>
                  </a:lnTo>
                  <a:lnTo>
                    <a:pt x="124642" y="77109"/>
                  </a:lnTo>
                  <a:lnTo>
                    <a:pt x="118283" y="72912"/>
                  </a:lnTo>
                  <a:lnTo>
                    <a:pt x="112347" y="68673"/>
                  </a:lnTo>
                  <a:lnTo>
                    <a:pt x="101748" y="61848"/>
                  </a:lnTo>
                  <a:lnTo>
                    <a:pt x="97085" y="59516"/>
                  </a:lnTo>
                  <a:lnTo>
                    <a:pt x="92421" y="57058"/>
                  </a:lnTo>
                  <a:lnTo>
                    <a:pt x="91149" y="56591"/>
                  </a:lnTo>
                  <a:lnTo>
                    <a:pt x="90726" y="55235"/>
                  </a:lnTo>
                  <a:lnTo>
                    <a:pt x="91149" y="54006"/>
                  </a:lnTo>
                  <a:lnTo>
                    <a:pt x="95117" y="36286"/>
                  </a:lnTo>
                  <a:lnTo>
                    <a:pt x="25437" y="36286"/>
                  </a:lnTo>
                  <a:lnTo>
                    <a:pt x="19077" y="35540"/>
                  </a:lnTo>
                  <a:lnTo>
                    <a:pt x="12718" y="35020"/>
                  </a:lnTo>
                  <a:lnTo>
                    <a:pt x="6359" y="34730"/>
                  </a:lnTo>
                  <a:lnTo>
                    <a:pt x="0" y="34675"/>
                  </a:lnTo>
                  <a:close/>
                </a:path>
                <a:path w="240665" h="478154">
                  <a:moveTo>
                    <a:pt x="174070" y="406317"/>
                  </a:moveTo>
                  <a:lnTo>
                    <a:pt x="111075" y="406317"/>
                  </a:lnTo>
                  <a:lnTo>
                    <a:pt x="117011" y="410683"/>
                  </a:lnTo>
                  <a:lnTo>
                    <a:pt x="123370" y="417296"/>
                  </a:lnTo>
                  <a:lnTo>
                    <a:pt x="131001" y="424418"/>
                  </a:lnTo>
                  <a:lnTo>
                    <a:pt x="135241" y="427894"/>
                  </a:lnTo>
                  <a:lnTo>
                    <a:pt x="139056" y="431539"/>
                  </a:lnTo>
                  <a:lnTo>
                    <a:pt x="139904" y="432811"/>
                  </a:lnTo>
                  <a:lnTo>
                    <a:pt x="141600" y="433108"/>
                  </a:lnTo>
                  <a:lnTo>
                    <a:pt x="142872" y="432175"/>
                  </a:lnTo>
                  <a:lnTo>
                    <a:pt x="153517" y="425703"/>
                  </a:lnTo>
                  <a:lnTo>
                    <a:pt x="163169" y="418043"/>
                  </a:lnTo>
                  <a:lnTo>
                    <a:pt x="171787" y="409278"/>
                  </a:lnTo>
                  <a:lnTo>
                    <a:pt x="174070" y="406317"/>
                  </a:lnTo>
                  <a:close/>
                </a:path>
                <a:path w="240665" h="478154">
                  <a:moveTo>
                    <a:pt x="224875" y="327681"/>
                  </a:moveTo>
                  <a:lnTo>
                    <a:pt x="181876" y="327681"/>
                  </a:lnTo>
                  <a:lnTo>
                    <a:pt x="183571" y="328275"/>
                  </a:lnTo>
                  <a:lnTo>
                    <a:pt x="217488" y="335905"/>
                  </a:lnTo>
                  <a:lnTo>
                    <a:pt x="219183" y="336499"/>
                  </a:lnTo>
                  <a:lnTo>
                    <a:pt x="220879" y="335820"/>
                  </a:lnTo>
                  <a:lnTo>
                    <a:pt x="221303" y="334379"/>
                  </a:lnTo>
                  <a:lnTo>
                    <a:pt x="224875" y="327681"/>
                  </a:lnTo>
                  <a:close/>
                </a:path>
                <a:path w="240665" h="478154">
                  <a:moveTo>
                    <a:pt x="227663" y="156464"/>
                  </a:moveTo>
                  <a:lnTo>
                    <a:pt x="225119" y="156464"/>
                  </a:lnTo>
                  <a:lnTo>
                    <a:pt x="190355" y="160534"/>
                  </a:lnTo>
                  <a:lnTo>
                    <a:pt x="188235" y="160831"/>
                  </a:lnTo>
                  <a:lnTo>
                    <a:pt x="229451" y="160831"/>
                  </a:lnTo>
                  <a:lnTo>
                    <a:pt x="228086" y="157863"/>
                  </a:lnTo>
                  <a:lnTo>
                    <a:pt x="227663" y="156464"/>
                  </a:lnTo>
                  <a:close/>
                </a:path>
                <a:path w="240665" h="478154">
                  <a:moveTo>
                    <a:pt x="156438" y="53582"/>
                  </a:moveTo>
                  <a:lnTo>
                    <a:pt x="124642" y="77109"/>
                  </a:lnTo>
                  <a:lnTo>
                    <a:pt x="183525" y="77109"/>
                  </a:lnTo>
                  <a:lnTo>
                    <a:pt x="180922" y="73823"/>
                  </a:lnTo>
                  <a:lnTo>
                    <a:pt x="172125" y="65112"/>
                  </a:lnTo>
                  <a:lnTo>
                    <a:pt x="162374" y="57482"/>
                  </a:lnTo>
                  <a:lnTo>
                    <a:pt x="156438" y="53582"/>
                  </a:lnTo>
                  <a:close/>
                </a:path>
                <a:path w="240665" h="478154">
                  <a:moveTo>
                    <a:pt x="43667" y="0"/>
                  </a:moveTo>
                  <a:lnTo>
                    <a:pt x="43243" y="593"/>
                  </a:lnTo>
                  <a:lnTo>
                    <a:pt x="42819" y="2034"/>
                  </a:lnTo>
                  <a:lnTo>
                    <a:pt x="35757" y="18312"/>
                  </a:lnTo>
                  <a:lnTo>
                    <a:pt x="28672" y="34730"/>
                  </a:lnTo>
                  <a:lnTo>
                    <a:pt x="27980" y="36286"/>
                  </a:lnTo>
                  <a:lnTo>
                    <a:pt x="95117" y="36286"/>
                  </a:lnTo>
                  <a:lnTo>
                    <a:pt x="98781" y="19923"/>
                  </a:lnTo>
                  <a:lnTo>
                    <a:pt x="99629" y="18312"/>
                  </a:lnTo>
                  <a:lnTo>
                    <a:pt x="98781" y="16405"/>
                  </a:lnTo>
                  <a:lnTo>
                    <a:pt x="97085" y="15642"/>
                  </a:lnTo>
                  <a:lnTo>
                    <a:pt x="84949" y="9300"/>
                  </a:lnTo>
                  <a:lnTo>
                    <a:pt x="72178" y="4557"/>
                  </a:lnTo>
                  <a:lnTo>
                    <a:pt x="58929" y="1466"/>
                  </a:lnTo>
                  <a:lnTo>
                    <a:pt x="45363" y="84"/>
                  </a:lnTo>
                  <a:lnTo>
                    <a:pt x="43667" y="0"/>
                  </a:lnTo>
                  <a:close/>
                </a:path>
              </a:pathLst>
            </a:custGeom>
            <a:solidFill>
              <a:srgbClr val="0071CA"/>
            </a:solidFill>
          </p:spPr>
          <p:txBody>
            <a:bodyPr wrap="square" lIns="0" tIns="0" rIns="0" bIns="0" rtlCol="0"/>
            <a:lstStyle/>
            <a:p>
              <a:endParaRPr/>
            </a:p>
          </p:txBody>
        </p:sp>
        <p:sp>
          <p:nvSpPr>
            <p:cNvPr id="33" name="object 33"/>
            <p:cNvSpPr/>
            <p:nvPr/>
          </p:nvSpPr>
          <p:spPr>
            <a:xfrm>
              <a:off x="3661755" y="3794024"/>
              <a:ext cx="711200" cy="483870"/>
            </a:xfrm>
            <a:custGeom>
              <a:avLst/>
              <a:gdLst/>
              <a:ahLst/>
              <a:cxnLst/>
              <a:rect l="l" t="t" r="r" b="b"/>
              <a:pathLst>
                <a:path w="711200" h="483870">
                  <a:moveTo>
                    <a:pt x="704907" y="0"/>
                  </a:moveTo>
                  <a:lnTo>
                    <a:pt x="6020" y="0"/>
                  </a:lnTo>
                  <a:lnTo>
                    <a:pt x="0" y="6019"/>
                  </a:lnTo>
                  <a:lnTo>
                    <a:pt x="0" y="477745"/>
                  </a:lnTo>
                  <a:lnTo>
                    <a:pt x="6020" y="483765"/>
                  </a:lnTo>
                  <a:lnTo>
                    <a:pt x="704907" y="483765"/>
                  </a:lnTo>
                  <a:lnTo>
                    <a:pt x="710927" y="477745"/>
                  </a:lnTo>
                  <a:lnTo>
                    <a:pt x="710927" y="6019"/>
                  </a:lnTo>
                  <a:close/>
                </a:path>
              </a:pathLst>
            </a:custGeom>
            <a:solidFill>
              <a:srgbClr val="A4A4A4"/>
            </a:solidFill>
          </p:spPr>
          <p:txBody>
            <a:bodyPr wrap="square" lIns="0" tIns="0" rIns="0" bIns="0" rtlCol="0"/>
            <a:lstStyle/>
            <a:p>
              <a:endParaRPr/>
            </a:p>
          </p:txBody>
        </p:sp>
        <p:sp>
          <p:nvSpPr>
            <p:cNvPr id="34" name="object 34"/>
            <p:cNvSpPr/>
            <p:nvPr/>
          </p:nvSpPr>
          <p:spPr>
            <a:xfrm>
              <a:off x="3703388" y="3826996"/>
              <a:ext cx="628015" cy="418465"/>
            </a:xfrm>
            <a:custGeom>
              <a:avLst/>
              <a:gdLst/>
              <a:ahLst/>
              <a:cxnLst/>
              <a:rect l="l" t="t" r="r" b="b"/>
              <a:pathLst>
                <a:path w="628014" h="418464">
                  <a:moveTo>
                    <a:pt x="627578" y="0"/>
                  </a:moveTo>
                  <a:lnTo>
                    <a:pt x="0" y="0"/>
                  </a:lnTo>
                  <a:lnTo>
                    <a:pt x="0" y="417940"/>
                  </a:lnTo>
                  <a:lnTo>
                    <a:pt x="627578" y="417940"/>
                  </a:lnTo>
                  <a:lnTo>
                    <a:pt x="627578" y="0"/>
                  </a:lnTo>
                  <a:close/>
                </a:path>
              </a:pathLst>
            </a:custGeom>
            <a:solidFill>
              <a:srgbClr val="FFFFFF"/>
            </a:solidFill>
          </p:spPr>
          <p:txBody>
            <a:bodyPr wrap="square" lIns="0" tIns="0" rIns="0" bIns="0" rtlCol="0"/>
            <a:lstStyle/>
            <a:p>
              <a:endParaRPr/>
            </a:p>
          </p:txBody>
        </p:sp>
        <p:sp>
          <p:nvSpPr>
            <p:cNvPr id="35" name="object 35"/>
            <p:cNvSpPr/>
            <p:nvPr/>
          </p:nvSpPr>
          <p:spPr>
            <a:xfrm>
              <a:off x="3990828" y="4277772"/>
              <a:ext cx="53340" cy="41910"/>
            </a:xfrm>
            <a:custGeom>
              <a:avLst/>
              <a:gdLst/>
              <a:ahLst/>
              <a:cxnLst/>
              <a:rect l="l" t="t" r="r" b="b"/>
              <a:pathLst>
                <a:path w="53339" h="41910">
                  <a:moveTo>
                    <a:pt x="52807" y="0"/>
                  </a:moveTo>
                  <a:lnTo>
                    <a:pt x="0" y="0"/>
                  </a:lnTo>
                  <a:lnTo>
                    <a:pt x="0" y="41305"/>
                  </a:lnTo>
                  <a:lnTo>
                    <a:pt x="52807" y="41305"/>
                  </a:lnTo>
                  <a:lnTo>
                    <a:pt x="52807" y="0"/>
                  </a:lnTo>
                  <a:close/>
                </a:path>
              </a:pathLst>
            </a:custGeom>
            <a:solidFill>
              <a:srgbClr val="A4A4A4"/>
            </a:solidFill>
          </p:spPr>
          <p:txBody>
            <a:bodyPr wrap="square" lIns="0" tIns="0" rIns="0" bIns="0" rtlCol="0"/>
            <a:lstStyle/>
            <a:p>
              <a:endParaRPr/>
            </a:p>
          </p:txBody>
        </p:sp>
        <p:sp>
          <p:nvSpPr>
            <p:cNvPr id="36" name="object 36"/>
            <p:cNvSpPr/>
            <p:nvPr/>
          </p:nvSpPr>
          <p:spPr>
            <a:xfrm>
              <a:off x="3929481" y="4277778"/>
              <a:ext cx="175895" cy="60325"/>
            </a:xfrm>
            <a:custGeom>
              <a:avLst/>
              <a:gdLst/>
              <a:ahLst/>
              <a:cxnLst/>
              <a:rect l="l" t="t" r="r" b="b"/>
              <a:pathLst>
                <a:path w="175895" h="60325">
                  <a:moveTo>
                    <a:pt x="69176" y="0"/>
                  </a:moveTo>
                  <a:lnTo>
                    <a:pt x="61341" y="0"/>
                  </a:lnTo>
                  <a:lnTo>
                    <a:pt x="61341" y="41300"/>
                  </a:lnTo>
                  <a:lnTo>
                    <a:pt x="69176" y="41300"/>
                  </a:lnTo>
                  <a:lnTo>
                    <a:pt x="69176" y="0"/>
                  </a:lnTo>
                  <a:close/>
                </a:path>
                <a:path w="175895" h="60325">
                  <a:moveTo>
                    <a:pt x="175514" y="41402"/>
                  </a:moveTo>
                  <a:lnTo>
                    <a:pt x="0" y="41402"/>
                  </a:lnTo>
                  <a:lnTo>
                    <a:pt x="0" y="59918"/>
                  </a:lnTo>
                  <a:lnTo>
                    <a:pt x="175514" y="59918"/>
                  </a:lnTo>
                  <a:lnTo>
                    <a:pt x="175514" y="41402"/>
                  </a:lnTo>
                  <a:close/>
                </a:path>
              </a:pathLst>
            </a:custGeom>
            <a:solidFill>
              <a:srgbClr val="929292"/>
            </a:solidFill>
          </p:spPr>
          <p:txBody>
            <a:bodyPr wrap="square" lIns="0" tIns="0" rIns="0" bIns="0" rtlCol="0"/>
            <a:lstStyle/>
            <a:p>
              <a:endParaRPr/>
            </a:p>
          </p:txBody>
        </p:sp>
        <p:sp>
          <p:nvSpPr>
            <p:cNvPr id="37" name="object 37"/>
            <p:cNvSpPr/>
            <p:nvPr/>
          </p:nvSpPr>
          <p:spPr>
            <a:xfrm>
              <a:off x="4099968" y="3843961"/>
              <a:ext cx="218999" cy="160619"/>
            </a:xfrm>
            <a:prstGeom prst="rect">
              <a:avLst/>
            </a:prstGeom>
            <a:blipFill>
              <a:blip r:embed="rId9" cstate="print"/>
              <a:stretch>
                <a:fillRect/>
              </a:stretch>
            </a:blipFill>
          </p:spPr>
          <p:txBody>
            <a:bodyPr wrap="square" lIns="0" tIns="0" rIns="0" bIns="0" rtlCol="0"/>
            <a:lstStyle/>
            <a:p>
              <a:endParaRPr/>
            </a:p>
          </p:txBody>
        </p:sp>
        <p:sp>
          <p:nvSpPr>
            <p:cNvPr id="38" name="object 38"/>
            <p:cNvSpPr/>
            <p:nvPr/>
          </p:nvSpPr>
          <p:spPr>
            <a:xfrm>
              <a:off x="3731072" y="3848149"/>
              <a:ext cx="160457" cy="103866"/>
            </a:xfrm>
            <a:prstGeom prst="rect">
              <a:avLst/>
            </a:prstGeom>
            <a:blipFill>
              <a:blip r:embed="rId10" cstate="print"/>
              <a:stretch>
                <a:fillRect/>
              </a:stretch>
            </a:blipFill>
          </p:spPr>
          <p:txBody>
            <a:bodyPr wrap="square" lIns="0" tIns="0" rIns="0" bIns="0" rtlCol="0"/>
            <a:lstStyle/>
            <a:p>
              <a:endParaRPr/>
            </a:p>
          </p:txBody>
        </p:sp>
        <p:sp>
          <p:nvSpPr>
            <p:cNvPr id="39" name="object 39"/>
            <p:cNvSpPr/>
            <p:nvPr/>
          </p:nvSpPr>
          <p:spPr>
            <a:xfrm>
              <a:off x="3838791" y="3893591"/>
              <a:ext cx="2014855" cy="1465580"/>
            </a:xfrm>
            <a:custGeom>
              <a:avLst/>
              <a:gdLst/>
              <a:ahLst/>
              <a:cxnLst/>
              <a:rect l="l" t="t" r="r" b="b"/>
              <a:pathLst>
                <a:path w="2014854" h="1465579">
                  <a:moveTo>
                    <a:pt x="355739" y="290817"/>
                  </a:moveTo>
                  <a:lnTo>
                    <a:pt x="333946" y="212559"/>
                  </a:lnTo>
                  <a:lnTo>
                    <a:pt x="265353" y="182448"/>
                  </a:lnTo>
                  <a:lnTo>
                    <a:pt x="246189" y="175742"/>
                  </a:lnTo>
                  <a:lnTo>
                    <a:pt x="227914" y="166268"/>
                  </a:lnTo>
                  <a:lnTo>
                    <a:pt x="227914" y="214299"/>
                  </a:lnTo>
                  <a:lnTo>
                    <a:pt x="226110" y="223291"/>
                  </a:lnTo>
                  <a:lnTo>
                    <a:pt x="220662" y="240766"/>
                  </a:lnTo>
                  <a:lnTo>
                    <a:pt x="200787" y="288442"/>
                  </a:lnTo>
                  <a:lnTo>
                    <a:pt x="197929" y="273011"/>
                  </a:lnTo>
                  <a:lnTo>
                    <a:pt x="196202" y="257657"/>
                  </a:lnTo>
                  <a:lnTo>
                    <a:pt x="192963" y="242887"/>
                  </a:lnTo>
                  <a:lnTo>
                    <a:pt x="185610" y="229133"/>
                  </a:lnTo>
                  <a:lnTo>
                    <a:pt x="197231" y="217347"/>
                  </a:lnTo>
                  <a:lnTo>
                    <a:pt x="182346" y="200266"/>
                  </a:lnTo>
                  <a:lnTo>
                    <a:pt x="217919" y="167805"/>
                  </a:lnTo>
                  <a:lnTo>
                    <a:pt x="220459" y="161315"/>
                  </a:lnTo>
                  <a:lnTo>
                    <a:pt x="219697" y="154787"/>
                  </a:lnTo>
                  <a:lnTo>
                    <a:pt x="219760" y="144310"/>
                  </a:lnTo>
                  <a:lnTo>
                    <a:pt x="222110" y="109347"/>
                  </a:lnTo>
                  <a:lnTo>
                    <a:pt x="228739" y="101968"/>
                  </a:lnTo>
                  <a:lnTo>
                    <a:pt x="232714" y="94437"/>
                  </a:lnTo>
                  <a:lnTo>
                    <a:pt x="234327" y="86525"/>
                  </a:lnTo>
                  <a:lnTo>
                    <a:pt x="232714" y="79502"/>
                  </a:lnTo>
                  <a:lnTo>
                    <a:pt x="229400" y="72212"/>
                  </a:lnTo>
                  <a:lnTo>
                    <a:pt x="228384" y="64071"/>
                  </a:lnTo>
                  <a:lnTo>
                    <a:pt x="229870" y="56184"/>
                  </a:lnTo>
                  <a:lnTo>
                    <a:pt x="228904" y="40906"/>
                  </a:lnTo>
                  <a:lnTo>
                    <a:pt x="223520" y="26924"/>
                  </a:lnTo>
                  <a:lnTo>
                    <a:pt x="214236" y="15163"/>
                  </a:lnTo>
                  <a:lnTo>
                    <a:pt x="201587" y="6540"/>
                  </a:lnTo>
                  <a:lnTo>
                    <a:pt x="194348" y="3200"/>
                  </a:lnTo>
                  <a:lnTo>
                    <a:pt x="174104" y="0"/>
                  </a:lnTo>
                  <a:lnTo>
                    <a:pt x="154876" y="4660"/>
                  </a:lnTo>
                  <a:lnTo>
                    <a:pt x="138811" y="16179"/>
                  </a:lnTo>
                  <a:lnTo>
                    <a:pt x="128041" y="33591"/>
                  </a:lnTo>
                  <a:lnTo>
                    <a:pt x="126504" y="42049"/>
                  </a:lnTo>
                  <a:lnTo>
                    <a:pt x="124256" y="70891"/>
                  </a:lnTo>
                  <a:lnTo>
                    <a:pt x="121589" y="76746"/>
                  </a:lnTo>
                  <a:lnTo>
                    <a:pt x="120611" y="83286"/>
                  </a:lnTo>
                  <a:lnTo>
                    <a:pt x="121475" y="92773"/>
                  </a:lnTo>
                  <a:lnTo>
                    <a:pt x="123837" y="101600"/>
                  </a:lnTo>
                  <a:lnTo>
                    <a:pt x="127317" y="106159"/>
                  </a:lnTo>
                  <a:lnTo>
                    <a:pt x="131686" y="107429"/>
                  </a:lnTo>
                  <a:lnTo>
                    <a:pt x="134442" y="111798"/>
                  </a:lnTo>
                  <a:lnTo>
                    <a:pt x="133629" y="116332"/>
                  </a:lnTo>
                  <a:lnTo>
                    <a:pt x="134340" y="125984"/>
                  </a:lnTo>
                  <a:lnTo>
                    <a:pt x="134645" y="154990"/>
                  </a:lnTo>
                  <a:lnTo>
                    <a:pt x="133718" y="161531"/>
                  </a:lnTo>
                  <a:lnTo>
                    <a:pt x="136258" y="168059"/>
                  </a:lnTo>
                  <a:lnTo>
                    <a:pt x="171869" y="200571"/>
                  </a:lnTo>
                  <a:lnTo>
                    <a:pt x="156819" y="217436"/>
                  </a:lnTo>
                  <a:lnTo>
                    <a:pt x="168224" y="229438"/>
                  </a:lnTo>
                  <a:lnTo>
                    <a:pt x="160883" y="243154"/>
                  </a:lnTo>
                  <a:lnTo>
                    <a:pt x="157886" y="258076"/>
                  </a:lnTo>
                  <a:lnTo>
                    <a:pt x="156603" y="273596"/>
                  </a:lnTo>
                  <a:lnTo>
                    <a:pt x="154368" y="289077"/>
                  </a:lnTo>
                  <a:lnTo>
                    <a:pt x="140284" y="259727"/>
                  </a:lnTo>
                  <a:lnTo>
                    <a:pt x="130022" y="229717"/>
                  </a:lnTo>
                  <a:lnTo>
                    <a:pt x="125145" y="198399"/>
                  </a:lnTo>
                  <a:lnTo>
                    <a:pt x="127190" y="165176"/>
                  </a:lnTo>
                  <a:lnTo>
                    <a:pt x="122021" y="169075"/>
                  </a:lnTo>
                  <a:lnTo>
                    <a:pt x="110617" y="175348"/>
                  </a:lnTo>
                  <a:lnTo>
                    <a:pt x="33299" y="198628"/>
                  </a:lnTo>
                  <a:lnTo>
                    <a:pt x="27139" y="202526"/>
                  </a:lnTo>
                  <a:lnTo>
                    <a:pt x="22250" y="207937"/>
                  </a:lnTo>
                  <a:lnTo>
                    <a:pt x="18948" y="214604"/>
                  </a:lnTo>
                  <a:lnTo>
                    <a:pt x="0" y="288785"/>
                  </a:lnTo>
                  <a:lnTo>
                    <a:pt x="1739" y="290817"/>
                  </a:lnTo>
                  <a:lnTo>
                    <a:pt x="38963" y="303860"/>
                  </a:lnTo>
                  <a:lnTo>
                    <a:pt x="106756" y="319697"/>
                  </a:lnTo>
                  <a:lnTo>
                    <a:pt x="176987" y="325666"/>
                  </a:lnTo>
                  <a:lnTo>
                    <a:pt x="212572" y="324243"/>
                  </a:lnTo>
                  <a:lnTo>
                    <a:pt x="247904" y="319798"/>
                  </a:lnTo>
                  <a:lnTo>
                    <a:pt x="282778" y="312356"/>
                  </a:lnTo>
                  <a:lnTo>
                    <a:pt x="300647" y="307644"/>
                  </a:lnTo>
                  <a:lnTo>
                    <a:pt x="355739" y="290817"/>
                  </a:lnTo>
                  <a:close/>
                </a:path>
                <a:path w="2014854" h="1465579">
                  <a:moveTo>
                    <a:pt x="2014842" y="1080693"/>
                  </a:moveTo>
                  <a:lnTo>
                    <a:pt x="1980577" y="1061021"/>
                  </a:lnTo>
                  <a:lnTo>
                    <a:pt x="1926742" y="1053998"/>
                  </a:lnTo>
                  <a:lnTo>
                    <a:pt x="1894560" y="1059751"/>
                  </a:lnTo>
                  <a:lnTo>
                    <a:pt x="1889988" y="1062291"/>
                  </a:lnTo>
                  <a:lnTo>
                    <a:pt x="1888464" y="1053858"/>
                  </a:lnTo>
                  <a:lnTo>
                    <a:pt x="1879815" y="1025550"/>
                  </a:lnTo>
                  <a:lnTo>
                    <a:pt x="1865807" y="1000772"/>
                  </a:lnTo>
                  <a:lnTo>
                    <a:pt x="1847380" y="978890"/>
                  </a:lnTo>
                  <a:lnTo>
                    <a:pt x="1818170" y="953300"/>
                  </a:lnTo>
                  <a:lnTo>
                    <a:pt x="1815198" y="955548"/>
                  </a:lnTo>
                  <a:lnTo>
                    <a:pt x="1810537" y="961567"/>
                  </a:lnTo>
                  <a:lnTo>
                    <a:pt x="1791665" y="996746"/>
                  </a:lnTo>
                  <a:lnTo>
                    <a:pt x="1783575" y="1035062"/>
                  </a:lnTo>
                  <a:lnTo>
                    <a:pt x="1786420" y="1074115"/>
                  </a:lnTo>
                  <a:lnTo>
                    <a:pt x="1800364" y="1111504"/>
                  </a:lnTo>
                  <a:lnTo>
                    <a:pt x="1805152" y="1120063"/>
                  </a:lnTo>
                  <a:lnTo>
                    <a:pt x="1803336" y="1123327"/>
                  </a:lnTo>
                  <a:lnTo>
                    <a:pt x="1773580" y="1135481"/>
                  </a:lnTo>
                  <a:lnTo>
                    <a:pt x="1750860" y="1141806"/>
                  </a:lnTo>
                  <a:lnTo>
                    <a:pt x="1727606" y="1145705"/>
                  </a:lnTo>
                  <a:lnTo>
                    <a:pt x="1703997" y="1147114"/>
                  </a:lnTo>
                  <a:lnTo>
                    <a:pt x="1080579" y="1146949"/>
                  </a:lnTo>
                  <a:lnTo>
                    <a:pt x="1075613" y="1148549"/>
                  </a:lnTo>
                  <a:lnTo>
                    <a:pt x="1074381" y="1160259"/>
                  </a:lnTo>
                  <a:lnTo>
                    <a:pt x="1072591" y="1205166"/>
                  </a:lnTo>
                  <a:lnTo>
                    <a:pt x="1078445" y="1249387"/>
                  </a:lnTo>
                  <a:lnTo>
                    <a:pt x="1091742" y="1291983"/>
                  </a:lnTo>
                  <a:lnTo>
                    <a:pt x="1112240" y="1331976"/>
                  </a:lnTo>
                  <a:lnTo>
                    <a:pt x="1146695" y="1376133"/>
                  </a:lnTo>
                  <a:lnTo>
                    <a:pt x="1187894" y="1410843"/>
                  </a:lnTo>
                  <a:lnTo>
                    <a:pt x="1235290" y="1436636"/>
                  </a:lnTo>
                  <a:lnTo>
                    <a:pt x="1288351" y="1454061"/>
                  </a:lnTo>
                  <a:lnTo>
                    <a:pt x="1338300" y="1462836"/>
                  </a:lnTo>
                  <a:lnTo>
                    <a:pt x="1388402" y="1465529"/>
                  </a:lnTo>
                  <a:lnTo>
                    <a:pt x="1438579" y="1463116"/>
                  </a:lnTo>
                  <a:lnTo>
                    <a:pt x="1488719" y="1456613"/>
                  </a:lnTo>
                  <a:lnTo>
                    <a:pt x="1537931" y="1446517"/>
                  </a:lnTo>
                  <a:lnTo>
                    <a:pt x="1584540" y="1432801"/>
                  </a:lnTo>
                  <a:lnTo>
                    <a:pt x="1628457" y="1415402"/>
                  </a:lnTo>
                  <a:lnTo>
                    <a:pt x="1669630" y="1394269"/>
                  </a:lnTo>
                  <a:lnTo>
                    <a:pt x="1708023" y="1369326"/>
                  </a:lnTo>
                  <a:lnTo>
                    <a:pt x="1743570" y="1340548"/>
                  </a:lnTo>
                  <a:lnTo>
                    <a:pt x="1776222" y="1307846"/>
                  </a:lnTo>
                  <a:lnTo>
                    <a:pt x="1805927" y="1271181"/>
                  </a:lnTo>
                  <a:lnTo>
                    <a:pt x="1832610" y="1230477"/>
                  </a:lnTo>
                  <a:lnTo>
                    <a:pt x="1862251" y="1174026"/>
                  </a:lnTo>
                  <a:lnTo>
                    <a:pt x="1871472" y="1165199"/>
                  </a:lnTo>
                  <a:lnTo>
                    <a:pt x="1883054" y="1159789"/>
                  </a:lnTo>
                  <a:lnTo>
                    <a:pt x="1931555" y="1153363"/>
                  </a:lnTo>
                  <a:lnTo>
                    <a:pt x="1963026" y="1140777"/>
                  </a:lnTo>
                  <a:lnTo>
                    <a:pt x="1989645" y="1119720"/>
                  </a:lnTo>
                  <a:lnTo>
                    <a:pt x="2010562" y="1089253"/>
                  </a:lnTo>
                  <a:lnTo>
                    <a:pt x="2014842" y="1080693"/>
                  </a:lnTo>
                  <a:close/>
                </a:path>
              </a:pathLst>
            </a:custGeom>
            <a:solidFill>
              <a:srgbClr val="0071CA"/>
            </a:solidFill>
          </p:spPr>
          <p:txBody>
            <a:bodyPr wrap="square" lIns="0" tIns="0" rIns="0" bIns="0" rtlCol="0"/>
            <a:lstStyle/>
            <a:p>
              <a:endParaRPr/>
            </a:p>
          </p:txBody>
        </p:sp>
        <p:sp>
          <p:nvSpPr>
            <p:cNvPr id="40" name="object 40"/>
            <p:cNvSpPr/>
            <p:nvPr/>
          </p:nvSpPr>
          <p:spPr>
            <a:xfrm>
              <a:off x="5317930" y="4669481"/>
              <a:ext cx="97790" cy="96520"/>
            </a:xfrm>
            <a:custGeom>
              <a:avLst/>
              <a:gdLst/>
              <a:ahLst/>
              <a:cxnLst/>
              <a:rect l="l" t="t" r="r" b="b"/>
              <a:pathLst>
                <a:path w="97789" h="96520">
                  <a:moveTo>
                    <a:pt x="95135" y="0"/>
                  </a:moveTo>
                  <a:lnTo>
                    <a:pt x="2458" y="0"/>
                  </a:lnTo>
                  <a:lnTo>
                    <a:pt x="0" y="1610"/>
                  </a:lnTo>
                  <a:lnTo>
                    <a:pt x="0" y="94107"/>
                  </a:lnTo>
                  <a:lnTo>
                    <a:pt x="1950" y="96227"/>
                  </a:lnTo>
                  <a:lnTo>
                    <a:pt x="94753" y="96439"/>
                  </a:lnTo>
                  <a:lnTo>
                    <a:pt x="97297" y="94489"/>
                  </a:lnTo>
                  <a:lnTo>
                    <a:pt x="97382" y="2246"/>
                  </a:lnTo>
                  <a:close/>
                </a:path>
              </a:pathLst>
            </a:custGeom>
            <a:solidFill>
              <a:srgbClr val="00C5FF"/>
            </a:solidFill>
          </p:spPr>
          <p:txBody>
            <a:bodyPr wrap="square" lIns="0" tIns="0" rIns="0" bIns="0" rtlCol="0"/>
            <a:lstStyle/>
            <a:p>
              <a:endParaRPr/>
            </a:p>
          </p:txBody>
        </p:sp>
        <p:sp>
          <p:nvSpPr>
            <p:cNvPr id="41" name="object 41"/>
            <p:cNvSpPr/>
            <p:nvPr/>
          </p:nvSpPr>
          <p:spPr>
            <a:xfrm>
              <a:off x="4866729" y="4915268"/>
              <a:ext cx="920750" cy="694055"/>
            </a:xfrm>
            <a:custGeom>
              <a:avLst/>
              <a:gdLst/>
              <a:ahLst/>
              <a:cxnLst/>
              <a:rect l="l" t="t" r="r" b="b"/>
              <a:pathLst>
                <a:path w="920750" h="694054">
                  <a:moveTo>
                    <a:pt x="156756" y="477964"/>
                  </a:moveTo>
                  <a:lnTo>
                    <a:pt x="153797" y="469950"/>
                  </a:lnTo>
                  <a:lnTo>
                    <a:pt x="141884" y="469823"/>
                  </a:lnTo>
                  <a:lnTo>
                    <a:pt x="129959" y="469823"/>
                  </a:lnTo>
                  <a:lnTo>
                    <a:pt x="126619" y="477456"/>
                  </a:lnTo>
                  <a:lnTo>
                    <a:pt x="126822" y="488264"/>
                  </a:lnTo>
                  <a:lnTo>
                    <a:pt x="126822" y="549300"/>
                  </a:lnTo>
                  <a:lnTo>
                    <a:pt x="126822" y="614794"/>
                  </a:lnTo>
                  <a:lnTo>
                    <a:pt x="122872" y="633603"/>
                  </a:lnTo>
                  <a:lnTo>
                    <a:pt x="112433" y="648944"/>
                  </a:lnTo>
                  <a:lnTo>
                    <a:pt x="97028" y="659295"/>
                  </a:lnTo>
                  <a:lnTo>
                    <a:pt x="78206" y="663117"/>
                  </a:lnTo>
                  <a:lnTo>
                    <a:pt x="59575" y="659612"/>
                  </a:lnTo>
                  <a:lnTo>
                    <a:pt x="44272" y="649592"/>
                  </a:lnTo>
                  <a:lnTo>
                    <a:pt x="33858" y="634555"/>
                  </a:lnTo>
                  <a:lnTo>
                    <a:pt x="29870" y="616026"/>
                  </a:lnTo>
                  <a:lnTo>
                    <a:pt x="29908" y="614794"/>
                  </a:lnTo>
                  <a:lnTo>
                    <a:pt x="59321" y="570217"/>
                  </a:lnTo>
                  <a:lnTo>
                    <a:pt x="112179" y="580720"/>
                  </a:lnTo>
                  <a:lnTo>
                    <a:pt x="126822" y="614794"/>
                  </a:lnTo>
                  <a:lnTo>
                    <a:pt x="126822" y="549300"/>
                  </a:lnTo>
                  <a:lnTo>
                    <a:pt x="120421" y="549897"/>
                  </a:lnTo>
                  <a:lnTo>
                    <a:pt x="116649" y="545744"/>
                  </a:lnTo>
                  <a:lnTo>
                    <a:pt x="112801" y="543712"/>
                  </a:lnTo>
                  <a:lnTo>
                    <a:pt x="88087" y="536549"/>
                  </a:lnTo>
                  <a:lnTo>
                    <a:pt x="62979" y="537502"/>
                  </a:lnTo>
                  <a:lnTo>
                    <a:pt x="39408" y="546188"/>
                  </a:lnTo>
                  <a:lnTo>
                    <a:pt x="19265" y="562229"/>
                  </a:lnTo>
                  <a:lnTo>
                    <a:pt x="5969" y="583692"/>
                  </a:lnTo>
                  <a:lnTo>
                    <a:pt x="0" y="607644"/>
                  </a:lnTo>
                  <a:lnTo>
                    <a:pt x="1536" y="632294"/>
                  </a:lnTo>
                  <a:lnTo>
                    <a:pt x="10744" y="655828"/>
                  </a:lnTo>
                  <a:lnTo>
                    <a:pt x="27647" y="675233"/>
                  </a:lnTo>
                  <a:lnTo>
                    <a:pt x="49288" y="688009"/>
                  </a:lnTo>
                  <a:lnTo>
                    <a:pt x="73837" y="693432"/>
                  </a:lnTo>
                  <a:lnTo>
                    <a:pt x="99441" y="690803"/>
                  </a:lnTo>
                  <a:lnTo>
                    <a:pt x="122758" y="679958"/>
                  </a:lnTo>
                  <a:lnTo>
                    <a:pt x="140373" y="663117"/>
                  </a:lnTo>
                  <a:lnTo>
                    <a:pt x="140893" y="662622"/>
                  </a:lnTo>
                  <a:lnTo>
                    <a:pt x="152603" y="640422"/>
                  </a:lnTo>
                  <a:lnTo>
                    <a:pt x="156629" y="615010"/>
                  </a:lnTo>
                  <a:lnTo>
                    <a:pt x="156629" y="566089"/>
                  </a:lnTo>
                  <a:lnTo>
                    <a:pt x="156629" y="549897"/>
                  </a:lnTo>
                  <a:lnTo>
                    <a:pt x="156629" y="488264"/>
                  </a:lnTo>
                  <a:lnTo>
                    <a:pt x="156756" y="477964"/>
                  </a:lnTo>
                  <a:close/>
                </a:path>
                <a:path w="920750" h="694054">
                  <a:moveTo>
                    <a:pt x="195719" y="2336"/>
                  </a:moveTo>
                  <a:lnTo>
                    <a:pt x="193979" y="127"/>
                  </a:lnTo>
                  <a:lnTo>
                    <a:pt x="100457" y="0"/>
                  </a:lnTo>
                  <a:lnTo>
                    <a:pt x="98933" y="2540"/>
                  </a:lnTo>
                  <a:lnTo>
                    <a:pt x="98844" y="93726"/>
                  </a:lnTo>
                  <a:lnTo>
                    <a:pt x="100584" y="96278"/>
                  </a:lnTo>
                  <a:lnTo>
                    <a:pt x="193903" y="96354"/>
                  </a:lnTo>
                  <a:lnTo>
                    <a:pt x="195592" y="93726"/>
                  </a:lnTo>
                  <a:lnTo>
                    <a:pt x="195719" y="2336"/>
                  </a:lnTo>
                  <a:close/>
                </a:path>
                <a:path w="920750" h="694054">
                  <a:moveTo>
                    <a:pt x="327355" y="616318"/>
                  </a:moveTo>
                  <a:lnTo>
                    <a:pt x="321805" y="585724"/>
                  </a:lnTo>
                  <a:lnTo>
                    <a:pt x="309156" y="566178"/>
                  </a:lnTo>
                  <a:lnTo>
                    <a:pt x="305498" y="560514"/>
                  </a:lnTo>
                  <a:lnTo>
                    <a:pt x="296964" y="554520"/>
                  </a:lnTo>
                  <a:lnTo>
                    <a:pt x="296964" y="615518"/>
                  </a:lnTo>
                  <a:lnTo>
                    <a:pt x="292976" y="634212"/>
                  </a:lnTo>
                  <a:lnTo>
                    <a:pt x="282498" y="649401"/>
                  </a:lnTo>
                  <a:lnTo>
                    <a:pt x="267106" y="659561"/>
                  </a:lnTo>
                  <a:lnTo>
                    <a:pt x="248335" y="663168"/>
                  </a:lnTo>
                  <a:lnTo>
                    <a:pt x="248158" y="663117"/>
                  </a:lnTo>
                  <a:lnTo>
                    <a:pt x="247904" y="663117"/>
                  </a:lnTo>
                  <a:lnTo>
                    <a:pt x="229082" y="659130"/>
                  </a:lnTo>
                  <a:lnTo>
                    <a:pt x="213753" y="648627"/>
                  </a:lnTo>
                  <a:lnTo>
                    <a:pt x="203441" y="633158"/>
                  </a:lnTo>
                  <a:lnTo>
                    <a:pt x="199669" y="614286"/>
                  </a:lnTo>
                  <a:lnTo>
                    <a:pt x="204279" y="595718"/>
                  </a:lnTo>
                  <a:lnTo>
                    <a:pt x="215011" y="580580"/>
                  </a:lnTo>
                  <a:lnTo>
                    <a:pt x="230428" y="570280"/>
                  </a:lnTo>
                  <a:lnTo>
                    <a:pt x="249135" y="566178"/>
                  </a:lnTo>
                  <a:lnTo>
                    <a:pt x="267855" y="570496"/>
                  </a:lnTo>
                  <a:lnTo>
                    <a:pt x="283044" y="581164"/>
                  </a:lnTo>
                  <a:lnTo>
                    <a:pt x="293243" y="596684"/>
                  </a:lnTo>
                  <a:lnTo>
                    <a:pt x="296964" y="615518"/>
                  </a:lnTo>
                  <a:lnTo>
                    <a:pt x="296964" y="554520"/>
                  </a:lnTo>
                  <a:lnTo>
                    <a:pt x="280936" y="543255"/>
                  </a:lnTo>
                  <a:lnTo>
                    <a:pt x="250583" y="536498"/>
                  </a:lnTo>
                  <a:lnTo>
                    <a:pt x="250075" y="536498"/>
                  </a:lnTo>
                  <a:lnTo>
                    <a:pt x="249605" y="536460"/>
                  </a:lnTo>
                  <a:lnTo>
                    <a:pt x="249135" y="536460"/>
                  </a:lnTo>
                  <a:lnTo>
                    <a:pt x="218490" y="542493"/>
                  </a:lnTo>
                  <a:lnTo>
                    <a:pt x="193408" y="559231"/>
                  </a:lnTo>
                  <a:lnTo>
                    <a:pt x="176415" y="584149"/>
                  </a:lnTo>
                  <a:lnTo>
                    <a:pt x="170065" y="614718"/>
                  </a:lnTo>
                  <a:lnTo>
                    <a:pt x="176110" y="645363"/>
                  </a:lnTo>
                  <a:lnTo>
                    <a:pt x="192836" y="670458"/>
                  </a:lnTo>
                  <a:lnTo>
                    <a:pt x="217754" y="687438"/>
                  </a:lnTo>
                  <a:lnTo>
                    <a:pt x="248335" y="693775"/>
                  </a:lnTo>
                  <a:lnTo>
                    <a:pt x="278777" y="687819"/>
                  </a:lnTo>
                  <a:lnTo>
                    <a:pt x="303771" y="671296"/>
                  </a:lnTo>
                  <a:lnTo>
                    <a:pt x="309384" y="663168"/>
                  </a:lnTo>
                  <a:lnTo>
                    <a:pt x="320802" y="646645"/>
                  </a:lnTo>
                  <a:lnTo>
                    <a:pt x="327355" y="616318"/>
                  </a:lnTo>
                  <a:close/>
                </a:path>
                <a:path w="920750" h="694054">
                  <a:moveTo>
                    <a:pt x="475627" y="568007"/>
                  </a:moveTo>
                  <a:lnTo>
                    <a:pt x="442595" y="539915"/>
                  </a:lnTo>
                  <a:lnTo>
                    <a:pt x="419354" y="536371"/>
                  </a:lnTo>
                  <a:lnTo>
                    <a:pt x="384937" y="543661"/>
                  </a:lnTo>
                  <a:lnTo>
                    <a:pt x="360972" y="561174"/>
                  </a:lnTo>
                  <a:lnTo>
                    <a:pt x="345338" y="586397"/>
                  </a:lnTo>
                  <a:lnTo>
                    <a:pt x="340410" y="616750"/>
                  </a:lnTo>
                  <a:lnTo>
                    <a:pt x="341604" y="629234"/>
                  </a:lnTo>
                  <a:lnTo>
                    <a:pt x="380047" y="683729"/>
                  </a:lnTo>
                  <a:lnTo>
                    <a:pt x="408571" y="693305"/>
                  </a:lnTo>
                  <a:lnTo>
                    <a:pt x="438594" y="691476"/>
                  </a:lnTo>
                  <a:lnTo>
                    <a:pt x="474675" y="667854"/>
                  </a:lnTo>
                  <a:lnTo>
                    <a:pt x="442163" y="657656"/>
                  </a:lnTo>
                  <a:lnTo>
                    <a:pt x="433006" y="661771"/>
                  </a:lnTo>
                  <a:lnTo>
                    <a:pt x="427456" y="663168"/>
                  </a:lnTo>
                  <a:lnTo>
                    <a:pt x="421817" y="663549"/>
                  </a:lnTo>
                  <a:lnTo>
                    <a:pt x="402920" y="661009"/>
                  </a:lnTo>
                  <a:lnTo>
                    <a:pt x="387007" y="651738"/>
                  </a:lnTo>
                  <a:lnTo>
                    <a:pt x="375729" y="637184"/>
                  </a:lnTo>
                  <a:lnTo>
                    <a:pt x="370725" y="618782"/>
                  </a:lnTo>
                  <a:lnTo>
                    <a:pt x="370801" y="610311"/>
                  </a:lnTo>
                  <a:lnTo>
                    <a:pt x="393649" y="573862"/>
                  </a:lnTo>
                  <a:lnTo>
                    <a:pt x="410984" y="567436"/>
                  </a:lnTo>
                  <a:lnTo>
                    <a:pt x="429463" y="567982"/>
                  </a:lnTo>
                  <a:lnTo>
                    <a:pt x="446913" y="575843"/>
                  </a:lnTo>
                  <a:lnTo>
                    <a:pt x="453478" y="580224"/>
                  </a:lnTo>
                  <a:lnTo>
                    <a:pt x="459955" y="582561"/>
                  </a:lnTo>
                  <a:lnTo>
                    <a:pt x="466267" y="581545"/>
                  </a:lnTo>
                  <a:lnTo>
                    <a:pt x="472351" y="575843"/>
                  </a:lnTo>
                  <a:lnTo>
                    <a:pt x="475627" y="568007"/>
                  </a:lnTo>
                  <a:close/>
                </a:path>
                <a:path w="920750" h="694054">
                  <a:moveTo>
                    <a:pt x="626287" y="550532"/>
                  </a:moveTo>
                  <a:lnTo>
                    <a:pt x="617423" y="536676"/>
                  </a:lnTo>
                  <a:lnTo>
                    <a:pt x="609117" y="534631"/>
                  </a:lnTo>
                  <a:lnTo>
                    <a:pt x="598347" y="540651"/>
                  </a:lnTo>
                  <a:lnTo>
                    <a:pt x="517969" y="592416"/>
                  </a:lnTo>
                  <a:lnTo>
                    <a:pt x="517753" y="478472"/>
                  </a:lnTo>
                  <a:lnTo>
                    <a:pt x="515086" y="469950"/>
                  </a:lnTo>
                  <a:lnTo>
                    <a:pt x="491515" y="469734"/>
                  </a:lnTo>
                  <a:lnTo>
                    <a:pt x="487743" y="477367"/>
                  </a:lnTo>
                  <a:lnTo>
                    <a:pt x="487743" y="685723"/>
                  </a:lnTo>
                  <a:lnTo>
                    <a:pt x="491515" y="693267"/>
                  </a:lnTo>
                  <a:lnTo>
                    <a:pt x="515086" y="693051"/>
                  </a:lnTo>
                  <a:lnTo>
                    <a:pt x="517753" y="684187"/>
                  </a:lnTo>
                  <a:lnTo>
                    <a:pt x="517118" y="626630"/>
                  </a:lnTo>
                  <a:lnTo>
                    <a:pt x="523646" y="624586"/>
                  </a:lnTo>
                  <a:lnTo>
                    <a:pt x="538314" y="616242"/>
                  </a:lnTo>
                  <a:lnTo>
                    <a:pt x="540143" y="624078"/>
                  </a:lnTo>
                  <a:lnTo>
                    <a:pt x="594067" y="684403"/>
                  </a:lnTo>
                  <a:lnTo>
                    <a:pt x="599643" y="689825"/>
                  </a:lnTo>
                  <a:lnTo>
                    <a:pt x="605612" y="693089"/>
                  </a:lnTo>
                  <a:lnTo>
                    <a:pt x="612038" y="693229"/>
                  </a:lnTo>
                  <a:lnTo>
                    <a:pt x="618998" y="689279"/>
                  </a:lnTo>
                  <a:lnTo>
                    <a:pt x="623773" y="682891"/>
                  </a:lnTo>
                  <a:lnTo>
                    <a:pt x="624306" y="676465"/>
                  </a:lnTo>
                  <a:lnTo>
                    <a:pt x="621677" y="670115"/>
                  </a:lnTo>
                  <a:lnTo>
                    <a:pt x="616966" y="663968"/>
                  </a:lnTo>
                  <a:lnTo>
                    <a:pt x="572401" y="614629"/>
                  </a:lnTo>
                  <a:lnTo>
                    <a:pt x="566064" y="607047"/>
                  </a:lnTo>
                  <a:lnTo>
                    <a:pt x="564718" y="601103"/>
                  </a:lnTo>
                  <a:lnTo>
                    <a:pt x="568236" y="595896"/>
                  </a:lnTo>
                  <a:lnTo>
                    <a:pt x="586867" y="584390"/>
                  </a:lnTo>
                  <a:lnTo>
                    <a:pt x="624890" y="558838"/>
                  </a:lnTo>
                  <a:lnTo>
                    <a:pt x="626287" y="550532"/>
                  </a:lnTo>
                  <a:close/>
                </a:path>
                <a:path w="920750" h="694054">
                  <a:moveTo>
                    <a:pt x="666394" y="2463"/>
                  </a:moveTo>
                  <a:lnTo>
                    <a:pt x="664654" y="304"/>
                  </a:lnTo>
                  <a:lnTo>
                    <a:pt x="572490" y="215"/>
                  </a:lnTo>
                  <a:lnTo>
                    <a:pt x="569734" y="1320"/>
                  </a:lnTo>
                  <a:lnTo>
                    <a:pt x="569645" y="95554"/>
                  </a:lnTo>
                  <a:lnTo>
                    <a:pt x="572909" y="96278"/>
                  </a:lnTo>
                  <a:lnTo>
                    <a:pt x="663346" y="96570"/>
                  </a:lnTo>
                  <a:lnTo>
                    <a:pt x="666394" y="95123"/>
                  </a:lnTo>
                  <a:lnTo>
                    <a:pt x="666394" y="2463"/>
                  </a:lnTo>
                  <a:close/>
                </a:path>
                <a:path w="920750" h="694054">
                  <a:moveTo>
                    <a:pt x="794283" y="612965"/>
                  </a:moveTo>
                  <a:lnTo>
                    <a:pt x="778598" y="568159"/>
                  </a:lnTo>
                  <a:lnTo>
                    <a:pt x="761238" y="552323"/>
                  </a:lnTo>
                  <a:lnTo>
                    <a:pt x="761238" y="600379"/>
                  </a:lnTo>
                  <a:lnTo>
                    <a:pt x="676986" y="600379"/>
                  </a:lnTo>
                  <a:lnTo>
                    <a:pt x="673138" y="601789"/>
                  </a:lnTo>
                  <a:lnTo>
                    <a:pt x="669061" y="595680"/>
                  </a:lnTo>
                  <a:lnTo>
                    <a:pt x="672198" y="591527"/>
                  </a:lnTo>
                  <a:lnTo>
                    <a:pt x="674154" y="588556"/>
                  </a:lnTo>
                  <a:lnTo>
                    <a:pt x="687666" y="574776"/>
                  </a:lnTo>
                  <a:lnTo>
                    <a:pt x="704837" y="567512"/>
                  </a:lnTo>
                  <a:lnTo>
                    <a:pt x="723480" y="567220"/>
                  </a:lnTo>
                  <a:lnTo>
                    <a:pt x="741438" y="574357"/>
                  </a:lnTo>
                  <a:lnTo>
                    <a:pt x="748017" y="579513"/>
                  </a:lnTo>
                  <a:lnTo>
                    <a:pt x="753592" y="585660"/>
                  </a:lnTo>
                  <a:lnTo>
                    <a:pt x="758024" y="592658"/>
                  </a:lnTo>
                  <a:lnTo>
                    <a:pt x="761238" y="600379"/>
                  </a:lnTo>
                  <a:lnTo>
                    <a:pt x="761238" y="552323"/>
                  </a:lnTo>
                  <a:lnTo>
                    <a:pt x="756297" y="547814"/>
                  </a:lnTo>
                  <a:lnTo>
                    <a:pt x="728002" y="537324"/>
                  </a:lnTo>
                  <a:lnTo>
                    <a:pt x="696747" y="538530"/>
                  </a:lnTo>
                  <a:lnTo>
                    <a:pt x="668413" y="551802"/>
                  </a:lnTo>
                  <a:lnTo>
                    <a:pt x="648068" y="574116"/>
                  </a:lnTo>
                  <a:lnTo>
                    <a:pt x="637578" y="602411"/>
                  </a:lnTo>
                  <a:lnTo>
                    <a:pt x="638797" y="633666"/>
                  </a:lnTo>
                  <a:lnTo>
                    <a:pt x="652030" y="661987"/>
                  </a:lnTo>
                  <a:lnTo>
                    <a:pt x="674331" y="682332"/>
                  </a:lnTo>
                  <a:lnTo>
                    <a:pt x="702640" y="692823"/>
                  </a:lnTo>
                  <a:lnTo>
                    <a:pt x="733882" y="691616"/>
                  </a:lnTo>
                  <a:lnTo>
                    <a:pt x="769924" y="669785"/>
                  </a:lnTo>
                  <a:lnTo>
                    <a:pt x="771232" y="663409"/>
                  </a:lnTo>
                  <a:lnTo>
                    <a:pt x="768565" y="656005"/>
                  </a:lnTo>
                  <a:lnTo>
                    <a:pt x="741222" y="655916"/>
                  </a:lnTo>
                  <a:lnTo>
                    <a:pt x="738936" y="657313"/>
                  </a:lnTo>
                  <a:lnTo>
                    <a:pt x="736511" y="658545"/>
                  </a:lnTo>
                  <a:lnTo>
                    <a:pt x="718439" y="663409"/>
                  </a:lnTo>
                  <a:lnTo>
                    <a:pt x="700532" y="661047"/>
                  </a:lnTo>
                  <a:lnTo>
                    <a:pt x="672198" y="635063"/>
                  </a:lnTo>
                  <a:lnTo>
                    <a:pt x="670458" y="630186"/>
                  </a:lnTo>
                  <a:lnTo>
                    <a:pt x="766025" y="630186"/>
                  </a:lnTo>
                  <a:lnTo>
                    <a:pt x="782243" y="628662"/>
                  </a:lnTo>
                  <a:lnTo>
                    <a:pt x="791375" y="623303"/>
                  </a:lnTo>
                  <a:lnTo>
                    <a:pt x="794283" y="612965"/>
                  </a:lnTo>
                  <a:close/>
                </a:path>
                <a:path w="920750" h="694054">
                  <a:moveTo>
                    <a:pt x="920686" y="545617"/>
                  </a:moveTo>
                  <a:lnTo>
                    <a:pt x="899414" y="537311"/>
                  </a:lnTo>
                  <a:lnTo>
                    <a:pt x="878598" y="536244"/>
                  </a:lnTo>
                  <a:lnTo>
                    <a:pt x="858088" y="541223"/>
                  </a:lnTo>
                  <a:lnTo>
                    <a:pt x="837755" y="551040"/>
                  </a:lnTo>
                  <a:lnTo>
                    <a:pt x="834415" y="544817"/>
                  </a:lnTo>
                  <a:lnTo>
                    <a:pt x="830313" y="539737"/>
                  </a:lnTo>
                  <a:lnTo>
                    <a:pt x="824839" y="536765"/>
                  </a:lnTo>
                  <a:lnTo>
                    <a:pt x="817410" y="536879"/>
                  </a:lnTo>
                  <a:lnTo>
                    <a:pt x="805916" y="539508"/>
                  </a:lnTo>
                  <a:lnTo>
                    <a:pt x="805789" y="684314"/>
                  </a:lnTo>
                  <a:lnTo>
                    <a:pt x="807745" y="692543"/>
                  </a:lnTo>
                  <a:lnTo>
                    <a:pt x="820166" y="693140"/>
                  </a:lnTo>
                  <a:lnTo>
                    <a:pt x="827824" y="691934"/>
                  </a:lnTo>
                  <a:lnTo>
                    <a:pt x="832624" y="687793"/>
                  </a:lnTo>
                  <a:lnTo>
                    <a:pt x="835101" y="681405"/>
                  </a:lnTo>
                  <a:lnTo>
                    <a:pt x="835799" y="673430"/>
                  </a:lnTo>
                  <a:lnTo>
                    <a:pt x="835799" y="619887"/>
                  </a:lnTo>
                  <a:lnTo>
                    <a:pt x="840714" y="594461"/>
                  </a:lnTo>
                  <a:lnTo>
                    <a:pt x="854151" y="576580"/>
                  </a:lnTo>
                  <a:lnTo>
                    <a:pt x="874471" y="567639"/>
                  </a:lnTo>
                  <a:lnTo>
                    <a:pt x="900036" y="569010"/>
                  </a:lnTo>
                  <a:lnTo>
                    <a:pt x="906691" y="571093"/>
                  </a:lnTo>
                  <a:lnTo>
                    <a:pt x="913853" y="570877"/>
                  </a:lnTo>
                  <a:lnTo>
                    <a:pt x="920381" y="568426"/>
                  </a:lnTo>
                  <a:lnTo>
                    <a:pt x="920686" y="545617"/>
                  </a:lnTo>
                  <a:close/>
                </a:path>
              </a:pathLst>
            </a:custGeom>
            <a:solidFill>
              <a:srgbClr val="0071CA"/>
            </a:solidFill>
          </p:spPr>
          <p:txBody>
            <a:bodyPr wrap="square" lIns="0" tIns="0" rIns="0" bIns="0" rtlCol="0"/>
            <a:lstStyle/>
            <a:p>
              <a:endParaRPr/>
            </a:p>
          </p:txBody>
        </p:sp>
        <p:sp>
          <p:nvSpPr>
            <p:cNvPr id="42" name="object 42"/>
            <p:cNvSpPr/>
            <p:nvPr/>
          </p:nvSpPr>
          <p:spPr>
            <a:xfrm>
              <a:off x="3588956" y="2308859"/>
              <a:ext cx="512445" cy="191135"/>
            </a:xfrm>
            <a:custGeom>
              <a:avLst/>
              <a:gdLst/>
              <a:ahLst/>
              <a:cxnLst/>
              <a:rect l="l" t="t" r="r" b="b"/>
              <a:pathLst>
                <a:path w="512445" h="191135">
                  <a:moveTo>
                    <a:pt x="115951" y="49009"/>
                  </a:moveTo>
                  <a:lnTo>
                    <a:pt x="96215" y="7315"/>
                  </a:lnTo>
                  <a:lnTo>
                    <a:pt x="70586" y="0"/>
                  </a:lnTo>
                  <a:lnTo>
                    <a:pt x="58051" y="914"/>
                  </a:lnTo>
                  <a:lnTo>
                    <a:pt x="16840" y="29997"/>
                  </a:lnTo>
                  <a:lnTo>
                    <a:pt x="0" y="88011"/>
                  </a:lnTo>
                  <a:lnTo>
                    <a:pt x="596" y="105638"/>
                  </a:lnTo>
                  <a:lnTo>
                    <a:pt x="29298" y="148158"/>
                  </a:lnTo>
                  <a:lnTo>
                    <a:pt x="37477" y="150444"/>
                  </a:lnTo>
                  <a:lnTo>
                    <a:pt x="56375" y="150050"/>
                  </a:lnTo>
                  <a:lnTo>
                    <a:pt x="92519" y="130365"/>
                  </a:lnTo>
                  <a:lnTo>
                    <a:pt x="84848" y="109245"/>
                  </a:lnTo>
                  <a:lnTo>
                    <a:pt x="81495" y="115900"/>
                  </a:lnTo>
                  <a:lnTo>
                    <a:pt x="38074" y="134848"/>
                  </a:lnTo>
                  <a:lnTo>
                    <a:pt x="30010" y="130568"/>
                  </a:lnTo>
                  <a:lnTo>
                    <a:pt x="25311" y="123405"/>
                  </a:lnTo>
                  <a:lnTo>
                    <a:pt x="21945" y="116497"/>
                  </a:lnTo>
                  <a:lnTo>
                    <a:pt x="19710" y="109207"/>
                  </a:lnTo>
                  <a:lnTo>
                    <a:pt x="18618" y="101663"/>
                  </a:lnTo>
                  <a:lnTo>
                    <a:pt x="19291" y="85128"/>
                  </a:lnTo>
                  <a:lnTo>
                    <a:pt x="31673" y="38938"/>
                  </a:lnTo>
                  <a:lnTo>
                    <a:pt x="72999" y="15773"/>
                  </a:lnTo>
                  <a:lnTo>
                    <a:pt x="83096" y="18872"/>
                  </a:lnTo>
                  <a:lnTo>
                    <a:pt x="90487" y="25438"/>
                  </a:lnTo>
                  <a:lnTo>
                    <a:pt x="95161" y="35483"/>
                  </a:lnTo>
                  <a:lnTo>
                    <a:pt x="97129" y="49009"/>
                  </a:lnTo>
                  <a:lnTo>
                    <a:pt x="115951" y="49009"/>
                  </a:lnTo>
                  <a:close/>
                </a:path>
                <a:path w="512445" h="191135">
                  <a:moveTo>
                    <a:pt x="223837" y="84620"/>
                  </a:moveTo>
                  <a:lnTo>
                    <a:pt x="214464" y="52781"/>
                  </a:lnTo>
                  <a:lnTo>
                    <a:pt x="212661" y="50241"/>
                  </a:lnTo>
                  <a:lnTo>
                    <a:pt x="205917" y="45072"/>
                  </a:lnTo>
                  <a:lnTo>
                    <a:pt x="205574" y="44831"/>
                  </a:lnTo>
                  <a:lnTo>
                    <a:pt x="205574" y="84620"/>
                  </a:lnTo>
                  <a:lnTo>
                    <a:pt x="205574" y="89827"/>
                  </a:lnTo>
                  <a:lnTo>
                    <a:pt x="204876" y="96659"/>
                  </a:lnTo>
                  <a:lnTo>
                    <a:pt x="204216" y="102501"/>
                  </a:lnTo>
                  <a:lnTo>
                    <a:pt x="201930" y="109791"/>
                  </a:lnTo>
                  <a:lnTo>
                    <a:pt x="198374" y="116497"/>
                  </a:lnTo>
                  <a:lnTo>
                    <a:pt x="195440" y="122389"/>
                  </a:lnTo>
                  <a:lnTo>
                    <a:pt x="190995" y="127342"/>
                  </a:lnTo>
                  <a:lnTo>
                    <a:pt x="180479" y="134086"/>
                  </a:lnTo>
                  <a:lnTo>
                    <a:pt x="174663" y="135661"/>
                  </a:lnTo>
                  <a:lnTo>
                    <a:pt x="169760" y="135445"/>
                  </a:lnTo>
                  <a:lnTo>
                    <a:pt x="168770" y="135407"/>
                  </a:lnTo>
                  <a:lnTo>
                    <a:pt x="145453" y="109156"/>
                  </a:lnTo>
                  <a:lnTo>
                    <a:pt x="144945" y="104749"/>
                  </a:lnTo>
                  <a:lnTo>
                    <a:pt x="144945" y="100342"/>
                  </a:lnTo>
                  <a:lnTo>
                    <a:pt x="145376" y="96659"/>
                  </a:lnTo>
                  <a:lnTo>
                    <a:pt x="145440" y="93268"/>
                  </a:lnTo>
                  <a:lnTo>
                    <a:pt x="162445" y="59042"/>
                  </a:lnTo>
                  <a:lnTo>
                    <a:pt x="181495" y="52781"/>
                  </a:lnTo>
                  <a:lnTo>
                    <a:pt x="187731" y="52819"/>
                  </a:lnTo>
                  <a:lnTo>
                    <a:pt x="205066" y="79451"/>
                  </a:lnTo>
                  <a:lnTo>
                    <a:pt x="205574" y="84620"/>
                  </a:lnTo>
                  <a:lnTo>
                    <a:pt x="205574" y="44831"/>
                  </a:lnTo>
                  <a:lnTo>
                    <a:pt x="199085" y="40144"/>
                  </a:lnTo>
                  <a:lnTo>
                    <a:pt x="190906" y="37515"/>
                  </a:lnTo>
                  <a:lnTo>
                    <a:pt x="182511" y="37642"/>
                  </a:lnTo>
                  <a:lnTo>
                    <a:pt x="144957" y="54406"/>
                  </a:lnTo>
                  <a:lnTo>
                    <a:pt x="127355" y="96659"/>
                  </a:lnTo>
                  <a:lnTo>
                    <a:pt x="127063" y="104749"/>
                  </a:lnTo>
                  <a:lnTo>
                    <a:pt x="127431" y="110566"/>
                  </a:lnTo>
                  <a:lnTo>
                    <a:pt x="151688" y="148793"/>
                  </a:lnTo>
                  <a:lnTo>
                    <a:pt x="159867" y="151422"/>
                  </a:lnTo>
                  <a:lnTo>
                    <a:pt x="175171" y="151053"/>
                  </a:lnTo>
                  <a:lnTo>
                    <a:pt x="210210" y="130213"/>
                  </a:lnTo>
                  <a:lnTo>
                    <a:pt x="223507" y="93268"/>
                  </a:lnTo>
                  <a:lnTo>
                    <a:pt x="223786" y="88684"/>
                  </a:lnTo>
                  <a:lnTo>
                    <a:pt x="223837" y="84620"/>
                  </a:lnTo>
                  <a:close/>
                </a:path>
                <a:path w="512445" h="191135">
                  <a:moveTo>
                    <a:pt x="397979" y="69532"/>
                  </a:moveTo>
                  <a:lnTo>
                    <a:pt x="374484" y="38112"/>
                  </a:lnTo>
                  <a:lnTo>
                    <a:pt x="367563" y="37642"/>
                  </a:lnTo>
                  <a:lnTo>
                    <a:pt x="357187" y="38735"/>
                  </a:lnTo>
                  <a:lnTo>
                    <a:pt x="347459" y="42138"/>
                  </a:lnTo>
                  <a:lnTo>
                    <a:pt x="338759" y="47650"/>
                  </a:lnTo>
                  <a:lnTo>
                    <a:pt x="331444" y="55118"/>
                  </a:lnTo>
                  <a:lnTo>
                    <a:pt x="329755" y="49771"/>
                  </a:lnTo>
                  <a:lnTo>
                    <a:pt x="326110" y="45199"/>
                  </a:lnTo>
                  <a:lnTo>
                    <a:pt x="315925" y="39179"/>
                  </a:lnTo>
                  <a:lnTo>
                    <a:pt x="309867" y="37566"/>
                  </a:lnTo>
                  <a:lnTo>
                    <a:pt x="294398" y="38328"/>
                  </a:lnTo>
                  <a:lnTo>
                    <a:pt x="285584" y="40970"/>
                  </a:lnTo>
                  <a:lnTo>
                    <a:pt x="277558" y="45466"/>
                  </a:lnTo>
                  <a:lnTo>
                    <a:pt x="270611" y="51676"/>
                  </a:lnTo>
                  <a:lnTo>
                    <a:pt x="272935" y="39560"/>
                  </a:lnTo>
                  <a:lnTo>
                    <a:pt x="256451" y="39763"/>
                  </a:lnTo>
                  <a:lnTo>
                    <a:pt x="237540" y="148628"/>
                  </a:lnTo>
                  <a:lnTo>
                    <a:pt x="255765" y="148628"/>
                  </a:lnTo>
                  <a:lnTo>
                    <a:pt x="269506" y="68973"/>
                  </a:lnTo>
                  <a:lnTo>
                    <a:pt x="274434" y="62357"/>
                  </a:lnTo>
                  <a:lnTo>
                    <a:pt x="280847" y="57416"/>
                  </a:lnTo>
                  <a:lnTo>
                    <a:pt x="288366" y="54394"/>
                  </a:lnTo>
                  <a:lnTo>
                    <a:pt x="302107" y="53162"/>
                  </a:lnTo>
                  <a:lnTo>
                    <a:pt x="307492" y="55448"/>
                  </a:lnTo>
                  <a:lnTo>
                    <a:pt x="314490" y="64731"/>
                  </a:lnTo>
                  <a:lnTo>
                    <a:pt x="315671" y="70967"/>
                  </a:lnTo>
                  <a:lnTo>
                    <a:pt x="302450" y="148120"/>
                  </a:lnTo>
                  <a:lnTo>
                    <a:pt x="320763" y="148120"/>
                  </a:lnTo>
                  <a:lnTo>
                    <a:pt x="334378" y="69138"/>
                  </a:lnTo>
                  <a:lnTo>
                    <a:pt x="337972" y="63207"/>
                  </a:lnTo>
                  <a:lnTo>
                    <a:pt x="348322" y="54864"/>
                  </a:lnTo>
                  <a:lnTo>
                    <a:pt x="354723" y="52654"/>
                  </a:lnTo>
                  <a:lnTo>
                    <a:pt x="371932" y="52997"/>
                  </a:lnTo>
                  <a:lnTo>
                    <a:pt x="377952" y="57658"/>
                  </a:lnTo>
                  <a:lnTo>
                    <a:pt x="379564" y="73126"/>
                  </a:lnTo>
                  <a:lnTo>
                    <a:pt x="367271" y="148120"/>
                  </a:lnTo>
                  <a:lnTo>
                    <a:pt x="385368" y="148120"/>
                  </a:lnTo>
                  <a:lnTo>
                    <a:pt x="397370" y="76898"/>
                  </a:lnTo>
                  <a:lnTo>
                    <a:pt x="397979" y="69532"/>
                  </a:lnTo>
                  <a:close/>
                </a:path>
                <a:path w="512445" h="191135">
                  <a:moveTo>
                    <a:pt x="512432" y="88595"/>
                  </a:moveTo>
                  <a:lnTo>
                    <a:pt x="512406" y="84023"/>
                  </a:lnTo>
                  <a:lnTo>
                    <a:pt x="512178" y="80251"/>
                  </a:lnTo>
                  <a:lnTo>
                    <a:pt x="511746" y="72136"/>
                  </a:lnTo>
                  <a:lnTo>
                    <a:pt x="494880" y="42773"/>
                  </a:lnTo>
                  <a:lnTo>
                    <a:pt x="494880" y="76187"/>
                  </a:lnTo>
                  <a:lnTo>
                    <a:pt x="494347" y="84442"/>
                  </a:lnTo>
                  <a:lnTo>
                    <a:pt x="481317" y="125222"/>
                  </a:lnTo>
                  <a:lnTo>
                    <a:pt x="458254" y="135407"/>
                  </a:lnTo>
                  <a:lnTo>
                    <a:pt x="451154" y="134493"/>
                  </a:lnTo>
                  <a:lnTo>
                    <a:pt x="444855" y="131533"/>
                  </a:lnTo>
                  <a:lnTo>
                    <a:pt x="439737" y="126784"/>
                  </a:lnTo>
                  <a:lnTo>
                    <a:pt x="436245" y="120561"/>
                  </a:lnTo>
                  <a:lnTo>
                    <a:pt x="445401" y="68338"/>
                  </a:lnTo>
                  <a:lnTo>
                    <a:pt x="450596" y="62064"/>
                  </a:lnTo>
                  <a:lnTo>
                    <a:pt x="457111" y="57353"/>
                  </a:lnTo>
                  <a:lnTo>
                    <a:pt x="464578" y="54406"/>
                  </a:lnTo>
                  <a:lnTo>
                    <a:pt x="472668" y="53416"/>
                  </a:lnTo>
                  <a:lnTo>
                    <a:pt x="479120" y="53416"/>
                  </a:lnTo>
                  <a:lnTo>
                    <a:pt x="485051" y="56426"/>
                  </a:lnTo>
                  <a:lnTo>
                    <a:pt x="488772" y="61645"/>
                  </a:lnTo>
                  <a:lnTo>
                    <a:pt x="492925" y="68338"/>
                  </a:lnTo>
                  <a:lnTo>
                    <a:pt x="494880" y="76187"/>
                  </a:lnTo>
                  <a:lnTo>
                    <a:pt x="494880" y="42773"/>
                  </a:lnTo>
                  <a:lnTo>
                    <a:pt x="492086" y="41021"/>
                  </a:lnTo>
                  <a:lnTo>
                    <a:pt x="485495" y="38798"/>
                  </a:lnTo>
                  <a:lnTo>
                    <a:pt x="478472" y="38150"/>
                  </a:lnTo>
                  <a:lnTo>
                    <a:pt x="469379" y="38836"/>
                  </a:lnTo>
                  <a:lnTo>
                    <a:pt x="460768" y="41503"/>
                  </a:lnTo>
                  <a:lnTo>
                    <a:pt x="452945" y="45999"/>
                  </a:lnTo>
                  <a:lnTo>
                    <a:pt x="446214" y="52184"/>
                  </a:lnTo>
                  <a:lnTo>
                    <a:pt x="448157" y="40068"/>
                  </a:lnTo>
                  <a:lnTo>
                    <a:pt x="431673" y="40068"/>
                  </a:lnTo>
                  <a:lnTo>
                    <a:pt x="405511" y="190766"/>
                  </a:lnTo>
                  <a:lnTo>
                    <a:pt x="423735" y="190766"/>
                  </a:lnTo>
                  <a:lnTo>
                    <a:pt x="433920" y="138239"/>
                  </a:lnTo>
                  <a:lnTo>
                    <a:pt x="439928" y="143865"/>
                  </a:lnTo>
                  <a:lnTo>
                    <a:pt x="446951" y="147955"/>
                  </a:lnTo>
                  <a:lnTo>
                    <a:pt x="454710" y="150355"/>
                  </a:lnTo>
                  <a:lnTo>
                    <a:pt x="462915" y="150964"/>
                  </a:lnTo>
                  <a:lnTo>
                    <a:pt x="470928" y="151257"/>
                  </a:lnTo>
                  <a:lnTo>
                    <a:pt x="478853" y="149098"/>
                  </a:lnTo>
                  <a:lnTo>
                    <a:pt x="506069" y="117271"/>
                  </a:lnTo>
                  <a:lnTo>
                    <a:pt x="511759" y="94488"/>
                  </a:lnTo>
                  <a:lnTo>
                    <a:pt x="512178" y="92760"/>
                  </a:lnTo>
                  <a:lnTo>
                    <a:pt x="512432" y="88595"/>
                  </a:lnTo>
                  <a:close/>
                </a:path>
              </a:pathLst>
            </a:custGeom>
            <a:solidFill>
              <a:srgbClr val="6C6D70"/>
            </a:solidFill>
          </p:spPr>
          <p:txBody>
            <a:bodyPr wrap="square" lIns="0" tIns="0" rIns="0" bIns="0" rtlCol="0"/>
            <a:lstStyle/>
            <a:p>
              <a:endParaRPr/>
            </a:p>
          </p:txBody>
        </p:sp>
        <p:sp>
          <p:nvSpPr>
            <p:cNvPr id="43" name="object 43"/>
            <p:cNvSpPr/>
            <p:nvPr/>
          </p:nvSpPr>
          <p:spPr>
            <a:xfrm>
              <a:off x="4122698" y="2321956"/>
              <a:ext cx="266519" cy="137685"/>
            </a:xfrm>
            <a:prstGeom prst="rect">
              <a:avLst/>
            </a:prstGeom>
            <a:blipFill>
              <a:blip r:embed="rId11" cstate="print"/>
              <a:stretch>
                <a:fillRect/>
              </a:stretch>
            </a:blipFill>
          </p:spPr>
          <p:txBody>
            <a:bodyPr wrap="square" lIns="0" tIns="0" rIns="0" bIns="0" rtlCol="0"/>
            <a:lstStyle/>
            <a:p>
              <a:endParaRPr/>
            </a:p>
          </p:txBody>
        </p:sp>
        <p:sp>
          <p:nvSpPr>
            <p:cNvPr id="44" name="object 44"/>
            <p:cNvSpPr/>
            <p:nvPr/>
          </p:nvSpPr>
          <p:spPr>
            <a:xfrm>
              <a:off x="3549535" y="1865932"/>
              <a:ext cx="289093" cy="401382"/>
            </a:xfrm>
            <a:prstGeom prst="rect">
              <a:avLst/>
            </a:prstGeom>
            <a:blipFill>
              <a:blip r:embed="rId12" cstate="print"/>
              <a:stretch>
                <a:fillRect/>
              </a:stretch>
            </a:blipFill>
          </p:spPr>
          <p:txBody>
            <a:bodyPr wrap="square" lIns="0" tIns="0" rIns="0" bIns="0" rtlCol="0"/>
            <a:lstStyle/>
            <a:p>
              <a:endParaRPr/>
            </a:p>
          </p:txBody>
        </p:sp>
        <p:sp>
          <p:nvSpPr>
            <p:cNvPr id="45" name="object 45"/>
            <p:cNvSpPr/>
            <p:nvPr/>
          </p:nvSpPr>
          <p:spPr>
            <a:xfrm>
              <a:off x="3949196" y="1732485"/>
              <a:ext cx="433070" cy="79375"/>
            </a:xfrm>
            <a:custGeom>
              <a:avLst/>
              <a:gdLst/>
              <a:ahLst/>
              <a:cxnLst/>
              <a:rect l="l" t="t" r="r" b="b"/>
              <a:pathLst>
                <a:path w="433070" h="79375">
                  <a:moveTo>
                    <a:pt x="432729" y="0"/>
                  </a:moveTo>
                  <a:lnTo>
                    <a:pt x="0" y="0"/>
                  </a:lnTo>
                  <a:lnTo>
                    <a:pt x="0" y="79254"/>
                  </a:lnTo>
                  <a:lnTo>
                    <a:pt x="432729" y="79254"/>
                  </a:lnTo>
                  <a:lnTo>
                    <a:pt x="432729" y="0"/>
                  </a:lnTo>
                  <a:close/>
                </a:path>
              </a:pathLst>
            </a:custGeom>
            <a:solidFill>
              <a:srgbClr val="BBBDC0"/>
            </a:solidFill>
          </p:spPr>
          <p:txBody>
            <a:bodyPr wrap="square" lIns="0" tIns="0" rIns="0" bIns="0" rtlCol="0"/>
            <a:lstStyle/>
            <a:p>
              <a:endParaRPr/>
            </a:p>
          </p:txBody>
        </p:sp>
        <p:sp>
          <p:nvSpPr>
            <p:cNvPr id="46" name="object 46"/>
            <p:cNvSpPr/>
            <p:nvPr/>
          </p:nvSpPr>
          <p:spPr>
            <a:xfrm>
              <a:off x="3838629" y="1732485"/>
              <a:ext cx="111125" cy="79375"/>
            </a:xfrm>
            <a:custGeom>
              <a:avLst/>
              <a:gdLst/>
              <a:ahLst/>
              <a:cxnLst/>
              <a:rect l="l" t="t" r="r" b="b"/>
              <a:pathLst>
                <a:path w="111125" h="79375">
                  <a:moveTo>
                    <a:pt x="110600" y="0"/>
                  </a:moveTo>
                  <a:lnTo>
                    <a:pt x="0" y="0"/>
                  </a:lnTo>
                  <a:lnTo>
                    <a:pt x="0" y="79254"/>
                  </a:lnTo>
                  <a:lnTo>
                    <a:pt x="110600" y="79254"/>
                  </a:lnTo>
                  <a:lnTo>
                    <a:pt x="110600" y="0"/>
                  </a:lnTo>
                  <a:close/>
                </a:path>
              </a:pathLst>
            </a:custGeom>
            <a:solidFill>
              <a:srgbClr val="0071CA"/>
            </a:solidFill>
          </p:spPr>
          <p:txBody>
            <a:bodyPr wrap="square" lIns="0" tIns="0" rIns="0" bIns="0" rtlCol="0"/>
            <a:lstStyle/>
            <a:p>
              <a:endParaRPr/>
            </a:p>
          </p:txBody>
        </p:sp>
        <p:sp>
          <p:nvSpPr>
            <p:cNvPr id="47" name="object 47"/>
            <p:cNvSpPr/>
            <p:nvPr/>
          </p:nvSpPr>
          <p:spPr>
            <a:xfrm>
              <a:off x="3949196" y="1823626"/>
              <a:ext cx="433070" cy="79375"/>
            </a:xfrm>
            <a:custGeom>
              <a:avLst/>
              <a:gdLst/>
              <a:ahLst/>
              <a:cxnLst/>
              <a:rect l="l" t="t" r="r" b="b"/>
              <a:pathLst>
                <a:path w="433070" h="79375">
                  <a:moveTo>
                    <a:pt x="432729" y="0"/>
                  </a:moveTo>
                  <a:lnTo>
                    <a:pt x="0" y="0"/>
                  </a:lnTo>
                  <a:lnTo>
                    <a:pt x="0" y="79254"/>
                  </a:lnTo>
                  <a:lnTo>
                    <a:pt x="432729" y="79254"/>
                  </a:lnTo>
                  <a:lnTo>
                    <a:pt x="432729" y="0"/>
                  </a:lnTo>
                  <a:close/>
                </a:path>
              </a:pathLst>
            </a:custGeom>
            <a:solidFill>
              <a:srgbClr val="BBBDC0"/>
            </a:solidFill>
          </p:spPr>
          <p:txBody>
            <a:bodyPr wrap="square" lIns="0" tIns="0" rIns="0" bIns="0" rtlCol="0"/>
            <a:lstStyle/>
            <a:p>
              <a:endParaRPr/>
            </a:p>
          </p:txBody>
        </p:sp>
        <p:sp>
          <p:nvSpPr>
            <p:cNvPr id="48" name="object 48"/>
            <p:cNvSpPr/>
            <p:nvPr/>
          </p:nvSpPr>
          <p:spPr>
            <a:xfrm>
              <a:off x="3838629" y="1823626"/>
              <a:ext cx="111125" cy="79375"/>
            </a:xfrm>
            <a:custGeom>
              <a:avLst/>
              <a:gdLst/>
              <a:ahLst/>
              <a:cxnLst/>
              <a:rect l="l" t="t" r="r" b="b"/>
              <a:pathLst>
                <a:path w="111125" h="79375">
                  <a:moveTo>
                    <a:pt x="110600" y="0"/>
                  </a:moveTo>
                  <a:lnTo>
                    <a:pt x="0" y="0"/>
                  </a:lnTo>
                  <a:lnTo>
                    <a:pt x="0" y="79254"/>
                  </a:lnTo>
                  <a:lnTo>
                    <a:pt x="110600" y="79254"/>
                  </a:lnTo>
                  <a:lnTo>
                    <a:pt x="110600" y="0"/>
                  </a:lnTo>
                  <a:close/>
                </a:path>
              </a:pathLst>
            </a:custGeom>
            <a:solidFill>
              <a:srgbClr val="0071CA"/>
            </a:solidFill>
          </p:spPr>
          <p:txBody>
            <a:bodyPr wrap="square" lIns="0" tIns="0" rIns="0" bIns="0" rtlCol="0"/>
            <a:lstStyle/>
            <a:p>
              <a:endParaRPr/>
            </a:p>
          </p:txBody>
        </p:sp>
        <p:sp>
          <p:nvSpPr>
            <p:cNvPr id="49" name="object 49"/>
            <p:cNvSpPr/>
            <p:nvPr/>
          </p:nvSpPr>
          <p:spPr>
            <a:xfrm>
              <a:off x="3949196" y="1914766"/>
              <a:ext cx="433070" cy="79375"/>
            </a:xfrm>
            <a:custGeom>
              <a:avLst/>
              <a:gdLst/>
              <a:ahLst/>
              <a:cxnLst/>
              <a:rect l="l" t="t" r="r" b="b"/>
              <a:pathLst>
                <a:path w="433070" h="79375">
                  <a:moveTo>
                    <a:pt x="432729" y="0"/>
                  </a:moveTo>
                  <a:lnTo>
                    <a:pt x="0" y="0"/>
                  </a:lnTo>
                  <a:lnTo>
                    <a:pt x="0" y="79254"/>
                  </a:lnTo>
                  <a:lnTo>
                    <a:pt x="432729" y="79254"/>
                  </a:lnTo>
                  <a:lnTo>
                    <a:pt x="432729" y="0"/>
                  </a:lnTo>
                  <a:close/>
                </a:path>
              </a:pathLst>
            </a:custGeom>
            <a:solidFill>
              <a:srgbClr val="BBBDC0"/>
            </a:solidFill>
          </p:spPr>
          <p:txBody>
            <a:bodyPr wrap="square" lIns="0" tIns="0" rIns="0" bIns="0" rtlCol="0"/>
            <a:lstStyle/>
            <a:p>
              <a:endParaRPr/>
            </a:p>
          </p:txBody>
        </p:sp>
        <p:sp>
          <p:nvSpPr>
            <p:cNvPr id="50" name="object 50"/>
            <p:cNvSpPr/>
            <p:nvPr/>
          </p:nvSpPr>
          <p:spPr>
            <a:xfrm>
              <a:off x="3838629" y="1914766"/>
              <a:ext cx="111125" cy="79375"/>
            </a:xfrm>
            <a:custGeom>
              <a:avLst/>
              <a:gdLst/>
              <a:ahLst/>
              <a:cxnLst/>
              <a:rect l="l" t="t" r="r" b="b"/>
              <a:pathLst>
                <a:path w="111125" h="79375">
                  <a:moveTo>
                    <a:pt x="110600" y="0"/>
                  </a:moveTo>
                  <a:lnTo>
                    <a:pt x="0" y="0"/>
                  </a:lnTo>
                  <a:lnTo>
                    <a:pt x="0" y="79254"/>
                  </a:lnTo>
                  <a:lnTo>
                    <a:pt x="110600" y="79254"/>
                  </a:lnTo>
                  <a:lnTo>
                    <a:pt x="110600" y="0"/>
                  </a:lnTo>
                  <a:close/>
                </a:path>
              </a:pathLst>
            </a:custGeom>
            <a:solidFill>
              <a:srgbClr val="0071CA"/>
            </a:solidFill>
          </p:spPr>
          <p:txBody>
            <a:bodyPr wrap="square" lIns="0" tIns="0" rIns="0" bIns="0" rtlCol="0"/>
            <a:lstStyle/>
            <a:p>
              <a:endParaRPr/>
            </a:p>
          </p:txBody>
        </p:sp>
        <p:sp>
          <p:nvSpPr>
            <p:cNvPr id="51" name="object 51"/>
            <p:cNvSpPr/>
            <p:nvPr/>
          </p:nvSpPr>
          <p:spPr>
            <a:xfrm>
              <a:off x="3949196" y="2005907"/>
              <a:ext cx="433070" cy="79375"/>
            </a:xfrm>
            <a:custGeom>
              <a:avLst/>
              <a:gdLst/>
              <a:ahLst/>
              <a:cxnLst/>
              <a:rect l="l" t="t" r="r" b="b"/>
              <a:pathLst>
                <a:path w="433070" h="79375">
                  <a:moveTo>
                    <a:pt x="432729" y="0"/>
                  </a:moveTo>
                  <a:lnTo>
                    <a:pt x="0" y="0"/>
                  </a:lnTo>
                  <a:lnTo>
                    <a:pt x="0" y="79254"/>
                  </a:lnTo>
                  <a:lnTo>
                    <a:pt x="432729" y="79254"/>
                  </a:lnTo>
                  <a:lnTo>
                    <a:pt x="432729" y="0"/>
                  </a:lnTo>
                  <a:close/>
                </a:path>
              </a:pathLst>
            </a:custGeom>
            <a:solidFill>
              <a:srgbClr val="BBBDC0"/>
            </a:solidFill>
          </p:spPr>
          <p:txBody>
            <a:bodyPr wrap="square" lIns="0" tIns="0" rIns="0" bIns="0" rtlCol="0"/>
            <a:lstStyle/>
            <a:p>
              <a:endParaRPr/>
            </a:p>
          </p:txBody>
        </p:sp>
        <p:sp>
          <p:nvSpPr>
            <p:cNvPr id="52" name="object 52"/>
            <p:cNvSpPr/>
            <p:nvPr/>
          </p:nvSpPr>
          <p:spPr>
            <a:xfrm>
              <a:off x="3838629" y="2005907"/>
              <a:ext cx="111125" cy="79375"/>
            </a:xfrm>
            <a:custGeom>
              <a:avLst/>
              <a:gdLst/>
              <a:ahLst/>
              <a:cxnLst/>
              <a:rect l="l" t="t" r="r" b="b"/>
              <a:pathLst>
                <a:path w="111125" h="79375">
                  <a:moveTo>
                    <a:pt x="110600" y="0"/>
                  </a:moveTo>
                  <a:lnTo>
                    <a:pt x="0" y="0"/>
                  </a:lnTo>
                  <a:lnTo>
                    <a:pt x="0" y="79254"/>
                  </a:lnTo>
                  <a:lnTo>
                    <a:pt x="110600" y="79254"/>
                  </a:lnTo>
                  <a:lnTo>
                    <a:pt x="110600" y="0"/>
                  </a:lnTo>
                  <a:close/>
                </a:path>
              </a:pathLst>
            </a:custGeom>
            <a:solidFill>
              <a:srgbClr val="0071CA"/>
            </a:solidFill>
          </p:spPr>
          <p:txBody>
            <a:bodyPr wrap="square" lIns="0" tIns="0" rIns="0" bIns="0" rtlCol="0"/>
            <a:lstStyle/>
            <a:p>
              <a:endParaRPr/>
            </a:p>
          </p:txBody>
        </p:sp>
        <p:sp>
          <p:nvSpPr>
            <p:cNvPr id="53" name="object 53"/>
            <p:cNvSpPr/>
            <p:nvPr/>
          </p:nvSpPr>
          <p:spPr>
            <a:xfrm>
              <a:off x="3949196" y="2096920"/>
              <a:ext cx="433070" cy="79375"/>
            </a:xfrm>
            <a:custGeom>
              <a:avLst/>
              <a:gdLst/>
              <a:ahLst/>
              <a:cxnLst/>
              <a:rect l="l" t="t" r="r" b="b"/>
              <a:pathLst>
                <a:path w="433070" h="79375">
                  <a:moveTo>
                    <a:pt x="432729" y="0"/>
                  </a:moveTo>
                  <a:lnTo>
                    <a:pt x="0" y="0"/>
                  </a:lnTo>
                  <a:lnTo>
                    <a:pt x="0" y="79254"/>
                  </a:lnTo>
                  <a:lnTo>
                    <a:pt x="432729" y="79254"/>
                  </a:lnTo>
                  <a:lnTo>
                    <a:pt x="432729" y="0"/>
                  </a:lnTo>
                  <a:close/>
                </a:path>
              </a:pathLst>
            </a:custGeom>
            <a:solidFill>
              <a:srgbClr val="BBBDC0"/>
            </a:solidFill>
          </p:spPr>
          <p:txBody>
            <a:bodyPr wrap="square" lIns="0" tIns="0" rIns="0" bIns="0" rtlCol="0"/>
            <a:lstStyle/>
            <a:p>
              <a:endParaRPr/>
            </a:p>
          </p:txBody>
        </p:sp>
        <p:sp>
          <p:nvSpPr>
            <p:cNvPr id="54" name="object 54"/>
            <p:cNvSpPr/>
            <p:nvPr/>
          </p:nvSpPr>
          <p:spPr>
            <a:xfrm>
              <a:off x="3838629" y="2096920"/>
              <a:ext cx="111125" cy="79375"/>
            </a:xfrm>
            <a:custGeom>
              <a:avLst/>
              <a:gdLst/>
              <a:ahLst/>
              <a:cxnLst/>
              <a:rect l="l" t="t" r="r" b="b"/>
              <a:pathLst>
                <a:path w="111125" h="79375">
                  <a:moveTo>
                    <a:pt x="110600" y="0"/>
                  </a:moveTo>
                  <a:lnTo>
                    <a:pt x="0" y="0"/>
                  </a:lnTo>
                  <a:lnTo>
                    <a:pt x="0" y="79254"/>
                  </a:lnTo>
                  <a:lnTo>
                    <a:pt x="110600" y="79254"/>
                  </a:lnTo>
                  <a:lnTo>
                    <a:pt x="110600" y="0"/>
                  </a:lnTo>
                  <a:close/>
                </a:path>
              </a:pathLst>
            </a:custGeom>
            <a:solidFill>
              <a:srgbClr val="0071CA"/>
            </a:solidFill>
          </p:spPr>
          <p:txBody>
            <a:bodyPr wrap="square" lIns="0" tIns="0" rIns="0" bIns="0" rtlCol="0"/>
            <a:lstStyle/>
            <a:p>
              <a:endParaRPr/>
            </a:p>
          </p:txBody>
        </p:sp>
        <p:sp>
          <p:nvSpPr>
            <p:cNvPr id="55" name="object 55"/>
            <p:cNvSpPr/>
            <p:nvPr/>
          </p:nvSpPr>
          <p:spPr>
            <a:xfrm>
              <a:off x="3949196" y="2188060"/>
              <a:ext cx="433070" cy="79375"/>
            </a:xfrm>
            <a:custGeom>
              <a:avLst/>
              <a:gdLst/>
              <a:ahLst/>
              <a:cxnLst/>
              <a:rect l="l" t="t" r="r" b="b"/>
              <a:pathLst>
                <a:path w="433070" h="79375">
                  <a:moveTo>
                    <a:pt x="432729" y="0"/>
                  </a:moveTo>
                  <a:lnTo>
                    <a:pt x="0" y="0"/>
                  </a:lnTo>
                  <a:lnTo>
                    <a:pt x="0" y="79254"/>
                  </a:lnTo>
                  <a:lnTo>
                    <a:pt x="432729" y="79254"/>
                  </a:lnTo>
                  <a:lnTo>
                    <a:pt x="432729" y="0"/>
                  </a:lnTo>
                  <a:close/>
                </a:path>
              </a:pathLst>
            </a:custGeom>
            <a:solidFill>
              <a:srgbClr val="BBBDC0"/>
            </a:solidFill>
          </p:spPr>
          <p:txBody>
            <a:bodyPr wrap="square" lIns="0" tIns="0" rIns="0" bIns="0" rtlCol="0"/>
            <a:lstStyle/>
            <a:p>
              <a:endParaRPr/>
            </a:p>
          </p:txBody>
        </p:sp>
        <p:sp>
          <p:nvSpPr>
            <p:cNvPr id="56" name="object 56"/>
            <p:cNvSpPr/>
            <p:nvPr/>
          </p:nvSpPr>
          <p:spPr>
            <a:xfrm>
              <a:off x="3838626" y="1763318"/>
              <a:ext cx="504825" cy="504190"/>
            </a:xfrm>
            <a:custGeom>
              <a:avLst/>
              <a:gdLst/>
              <a:ahLst/>
              <a:cxnLst/>
              <a:rect l="l" t="t" r="r" b="b"/>
              <a:pathLst>
                <a:path w="504825" h="504189">
                  <a:moveTo>
                    <a:pt x="110604" y="424751"/>
                  </a:moveTo>
                  <a:lnTo>
                    <a:pt x="0" y="424751"/>
                  </a:lnTo>
                  <a:lnTo>
                    <a:pt x="0" y="503999"/>
                  </a:lnTo>
                  <a:lnTo>
                    <a:pt x="110604" y="503999"/>
                  </a:lnTo>
                  <a:lnTo>
                    <a:pt x="110604" y="424751"/>
                  </a:lnTo>
                  <a:close/>
                </a:path>
                <a:path w="504825" h="504189">
                  <a:moveTo>
                    <a:pt x="504545" y="454685"/>
                  </a:moveTo>
                  <a:lnTo>
                    <a:pt x="151980" y="454685"/>
                  </a:lnTo>
                  <a:lnTo>
                    <a:pt x="151980" y="472592"/>
                  </a:lnTo>
                  <a:lnTo>
                    <a:pt x="504545" y="472592"/>
                  </a:lnTo>
                  <a:lnTo>
                    <a:pt x="504545" y="454685"/>
                  </a:lnTo>
                  <a:close/>
                </a:path>
                <a:path w="504825" h="504189">
                  <a:moveTo>
                    <a:pt x="504545" y="363715"/>
                  </a:moveTo>
                  <a:lnTo>
                    <a:pt x="151980" y="363715"/>
                  </a:lnTo>
                  <a:lnTo>
                    <a:pt x="151980" y="381622"/>
                  </a:lnTo>
                  <a:lnTo>
                    <a:pt x="504545" y="381622"/>
                  </a:lnTo>
                  <a:lnTo>
                    <a:pt x="504545" y="363715"/>
                  </a:lnTo>
                  <a:close/>
                </a:path>
                <a:path w="504825" h="504189">
                  <a:moveTo>
                    <a:pt x="504545" y="272567"/>
                  </a:moveTo>
                  <a:lnTo>
                    <a:pt x="151980" y="272567"/>
                  </a:lnTo>
                  <a:lnTo>
                    <a:pt x="151980" y="290474"/>
                  </a:lnTo>
                  <a:lnTo>
                    <a:pt x="504545" y="290474"/>
                  </a:lnTo>
                  <a:lnTo>
                    <a:pt x="504545" y="272567"/>
                  </a:lnTo>
                  <a:close/>
                </a:path>
                <a:path w="504825" h="504189">
                  <a:moveTo>
                    <a:pt x="504545" y="181851"/>
                  </a:moveTo>
                  <a:lnTo>
                    <a:pt x="151980" y="181851"/>
                  </a:lnTo>
                  <a:lnTo>
                    <a:pt x="151980" y="199758"/>
                  </a:lnTo>
                  <a:lnTo>
                    <a:pt x="504545" y="199758"/>
                  </a:lnTo>
                  <a:lnTo>
                    <a:pt x="504545" y="181851"/>
                  </a:lnTo>
                  <a:close/>
                </a:path>
                <a:path w="504825" h="504189">
                  <a:moveTo>
                    <a:pt x="504545" y="90716"/>
                  </a:moveTo>
                  <a:lnTo>
                    <a:pt x="151980" y="90716"/>
                  </a:lnTo>
                  <a:lnTo>
                    <a:pt x="151980" y="108623"/>
                  </a:lnTo>
                  <a:lnTo>
                    <a:pt x="504545" y="108623"/>
                  </a:lnTo>
                  <a:lnTo>
                    <a:pt x="504545" y="90716"/>
                  </a:lnTo>
                  <a:close/>
                </a:path>
                <a:path w="504825" h="504189">
                  <a:moveTo>
                    <a:pt x="504545" y="0"/>
                  </a:moveTo>
                  <a:lnTo>
                    <a:pt x="151980" y="0"/>
                  </a:lnTo>
                  <a:lnTo>
                    <a:pt x="151980" y="17907"/>
                  </a:lnTo>
                  <a:lnTo>
                    <a:pt x="504545" y="17907"/>
                  </a:lnTo>
                  <a:lnTo>
                    <a:pt x="504545" y="0"/>
                  </a:lnTo>
                  <a:close/>
                </a:path>
              </a:pathLst>
            </a:custGeom>
            <a:solidFill>
              <a:srgbClr val="0071CA"/>
            </a:solidFill>
          </p:spPr>
          <p:txBody>
            <a:bodyPr wrap="square" lIns="0" tIns="0" rIns="0" bIns="0" rtlCol="0"/>
            <a:lstStyle/>
            <a:p>
              <a:endParaRPr/>
            </a:p>
          </p:txBody>
        </p:sp>
        <p:sp>
          <p:nvSpPr>
            <p:cNvPr id="57" name="object 57"/>
            <p:cNvSpPr/>
            <p:nvPr/>
          </p:nvSpPr>
          <p:spPr>
            <a:xfrm>
              <a:off x="3850703" y="1742160"/>
              <a:ext cx="86995" cy="512445"/>
            </a:xfrm>
            <a:custGeom>
              <a:avLst/>
              <a:gdLst/>
              <a:ahLst/>
              <a:cxnLst/>
              <a:rect l="l" t="t" r="r" b="b"/>
              <a:pathLst>
                <a:path w="86995" h="512444">
                  <a:moveTo>
                    <a:pt x="11493" y="449897"/>
                  </a:moveTo>
                  <a:lnTo>
                    <a:pt x="0" y="449897"/>
                  </a:lnTo>
                  <a:lnTo>
                    <a:pt x="0" y="511848"/>
                  </a:lnTo>
                  <a:lnTo>
                    <a:pt x="11493" y="511848"/>
                  </a:lnTo>
                  <a:lnTo>
                    <a:pt x="11493" y="449897"/>
                  </a:lnTo>
                  <a:close/>
                </a:path>
                <a:path w="86995" h="512444">
                  <a:moveTo>
                    <a:pt x="11493" y="359943"/>
                  </a:moveTo>
                  <a:lnTo>
                    <a:pt x="0" y="359943"/>
                  </a:lnTo>
                  <a:lnTo>
                    <a:pt x="0" y="421894"/>
                  </a:lnTo>
                  <a:lnTo>
                    <a:pt x="11493" y="421894"/>
                  </a:lnTo>
                  <a:lnTo>
                    <a:pt x="11493" y="359943"/>
                  </a:lnTo>
                  <a:close/>
                </a:path>
                <a:path w="86995" h="512444">
                  <a:moveTo>
                    <a:pt x="11493" y="270027"/>
                  </a:moveTo>
                  <a:lnTo>
                    <a:pt x="0" y="270027"/>
                  </a:lnTo>
                  <a:lnTo>
                    <a:pt x="0" y="331990"/>
                  </a:lnTo>
                  <a:lnTo>
                    <a:pt x="11493" y="331990"/>
                  </a:lnTo>
                  <a:lnTo>
                    <a:pt x="11493" y="270027"/>
                  </a:lnTo>
                  <a:close/>
                </a:path>
                <a:path w="86995" h="512444">
                  <a:moveTo>
                    <a:pt x="11493" y="179730"/>
                  </a:moveTo>
                  <a:lnTo>
                    <a:pt x="0" y="179730"/>
                  </a:lnTo>
                  <a:lnTo>
                    <a:pt x="0" y="241693"/>
                  </a:lnTo>
                  <a:lnTo>
                    <a:pt x="11493" y="241693"/>
                  </a:lnTo>
                  <a:lnTo>
                    <a:pt x="11493" y="179730"/>
                  </a:lnTo>
                  <a:close/>
                </a:path>
                <a:path w="86995" h="512444">
                  <a:moveTo>
                    <a:pt x="11493" y="89865"/>
                  </a:moveTo>
                  <a:lnTo>
                    <a:pt x="0" y="89865"/>
                  </a:lnTo>
                  <a:lnTo>
                    <a:pt x="0" y="151828"/>
                  </a:lnTo>
                  <a:lnTo>
                    <a:pt x="11493" y="151828"/>
                  </a:lnTo>
                  <a:lnTo>
                    <a:pt x="11493" y="89865"/>
                  </a:lnTo>
                  <a:close/>
                </a:path>
                <a:path w="86995" h="512444">
                  <a:moveTo>
                    <a:pt x="11493" y="0"/>
                  </a:moveTo>
                  <a:lnTo>
                    <a:pt x="0" y="0"/>
                  </a:lnTo>
                  <a:lnTo>
                    <a:pt x="0" y="61950"/>
                  </a:lnTo>
                  <a:lnTo>
                    <a:pt x="11493" y="61950"/>
                  </a:lnTo>
                  <a:lnTo>
                    <a:pt x="11493" y="0"/>
                  </a:lnTo>
                  <a:close/>
                </a:path>
                <a:path w="86995" h="512444">
                  <a:moveTo>
                    <a:pt x="36423" y="449897"/>
                  </a:moveTo>
                  <a:lnTo>
                    <a:pt x="24930" y="449897"/>
                  </a:lnTo>
                  <a:lnTo>
                    <a:pt x="24930" y="511848"/>
                  </a:lnTo>
                  <a:lnTo>
                    <a:pt x="36423" y="511848"/>
                  </a:lnTo>
                  <a:lnTo>
                    <a:pt x="36423" y="449897"/>
                  </a:lnTo>
                  <a:close/>
                </a:path>
                <a:path w="86995" h="512444">
                  <a:moveTo>
                    <a:pt x="36423" y="359943"/>
                  </a:moveTo>
                  <a:lnTo>
                    <a:pt x="24930" y="359943"/>
                  </a:lnTo>
                  <a:lnTo>
                    <a:pt x="24930" y="421894"/>
                  </a:lnTo>
                  <a:lnTo>
                    <a:pt x="36423" y="421894"/>
                  </a:lnTo>
                  <a:lnTo>
                    <a:pt x="36423" y="359943"/>
                  </a:lnTo>
                  <a:close/>
                </a:path>
                <a:path w="86995" h="512444">
                  <a:moveTo>
                    <a:pt x="36423" y="270027"/>
                  </a:moveTo>
                  <a:lnTo>
                    <a:pt x="24930" y="270027"/>
                  </a:lnTo>
                  <a:lnTo>
                    <a:pt x="24930" y="331990"/>
                  </a:lnTo>
                  <a:lnTo>
                    <a:pt x="36423" y="331990"/>
                  </a:lnTo>
                  <a:lnTo>
                    <a:pt x="36423" y="270027"/>
                  </a:lnTo>
                  <a:close/>
                </a:path>
                <a:path w="86995" h="512444">
                  <a:moveTo>
                    <a:pt x="36423" y="179730"/>
                  </a:moveTo>
                  <a:lnTo>
                    <a:pt x="24930" y="179730"/>
                  </a:lnTo>
                  <a:lnTo>
                    <a:pt x="24930" y="241693"/>
                  </a:lnTo>
                  <a:lnTo>
                    <a:pt x="36423" y="241693"/>
                  </a:lnTo>
                  <a:lnTo>
                    <a:pt x="36423" y="179730"/>
                  </a:lnTo>
                  <a:close/>
                </a:path>
                <a:path w="86995" h="512444">
                  <a:moveTo>
                    <a:pt x="36423" y="89865"/>
                  </a:moveTo>
                  <a:lnTo>
                    <a:pt x="24930" y="89865"/>
                  </a:lnTo>
                  <a:lnTo>
                    <a:pt x="24930" y="151828"/>
                  </a:lnTo>
                  <a:lnTo>
                    <a:pt x="36423" y="151828"/>
                  </a:lnTo>
                  <a:lnTo>
                    <a:pt x="36423" y="89865"/>
                  </a:lnTo>
                  <a:close/>
                </a:path>
                <a:path w="86995" h="512444">
                  <a:moveTo>
                    <a:pt x="36423" y="0"/>
                  </a:moveTo>
                  <a:lnTo>
                    <a:pt x="24930" y="0"/>
                  </a:lnTo>
                  <a:lnTo>
                    <a:pt x="24930" y="61950"/>
                  </a:lnTo>
                  <a:lnTo>
                    <a:pt x="36423" y="61950"/>
                  </a:lnTo>
                  <a:lnTo>
                    <a:pt x="36423" y="0"/>
                  </a:lnTo>
                  <a:close/>
                </a:path>
                <a:path w="86995" h="512444">
                  <a:moveTo>
                    <a:pt x="61353" y="449897"/>
                  </a:moveTo>
                  <a:lnTo>
                    <a:pt x="49860" y="449897"/>
                  </a:lnTo>
                  <a:lnTo>
                    <a:pt x="49860" y="511848"/>
                  </a:lnTo>
                  <a:lnTo>
                    <a:pt x="61353" y="511848"/>
                  </a:lnTo>
                  <a:lnTo>
                    <a:pt x="61353" y="449897"/>
                  </a:lnTo>
                  <a:close/>
                </a:path>
                <a:path w="86995" h="512444">
                  <a:moveTo>
                    <a:pt x="61353" y="359943"/>
                  </a:moveTo>
                  <a:lnTo>
                    <a:pt x="49860" y="359943"/>
                  </a:lnTo>
                  <a:lnTo>
                    <a:pt x="49860" y="421894"/>
                  </a:lnTo>
                  <a:lnTo>
                    <a:pt x="61353" y="421894"/>
                  </a:lnTo>
                  <a:lnTo>
                    <a:pt x="61353" y="359943"/>
                  </a:lnTo>
                  <a:close/>
                </a:path>
                <a:path w="86995" h="512444">
                  <a:moveTo>
                    <a:pt x="61353" y="270027"/>
                  </a:moveTo>
                  <a:lnTo>
                    <a:pt x="49860" y="270027"/>
                  </a:lnTo>
                  <a:lnTo>
                    <a:pt x="49860" y="331990"/>
                  </a:lnTo>
                  <a:lnTo>
                    <a:pt x="61353" y="331990"/>
                  </a:lnTo>
                  <a:lnTo>
                    <a:pt x="61353" y="270027"/>
                  </a:lnTo>
                  <a:close/>
                </a:path>
                <a:path w="86995" h="512444">
                  <a:moveTo>
                    <a:pt x="61353" y="179730"/>
                  </a:moveTo>
                  <a:lnTo>
                    <a:pt x="49860" y="179730"/>
                  </a:lnTo>
                  <a:lnTo>
                    <a:pt x="49860" y="241693"/>
                  </a:lnTo>
                  <a:lnTo>
                    <a:pt x="61353" y="241693"/>
                  </a:lnTo>
                  <a:lnTo>
                    <a:pt x="61353" y="179730"/>
                  </a:lnTo>
                  <a:close/>
                </a:path>
                <a:path w="86995" h="512444">
                  <a:moveTo>
                    <a:pt x="61353" y="89865"/>
                  </a:moveTo>
                  <a:lnTo>
                    <a:pt x="49860" y="89865"/>
                  </a:lnTo>
                  <a:lnTo>
                    <a:pt x="49860" y="151828"/>
                  </a:lnTo>
                  <a:lnTo>
                    <a:pt x="61353" y="151828"/>
                  </a:lnTo>
                  <a:lnTo>
                    <a:pt x="61353" y="89865"/>
                  </a:lnTo>
                  <a:close/>
                </a:path>
                <a:path w="86995" h="512444">
                  <a:moveTo>
                    <a:pt x="61353" y="0"/>
                  </a:moveTo>
                  <a:lnTo>
                    <a:pt x="49860" y="0"/>
                  </a:lnTo>
                  <a:lnTo>
                    <a:pt x="49860" y="61950"/>
                  </a:lnTo>
                  <a:lnTo>
                    <a:pt x="61353" y="61950"/>
                  </a:lnTo>
                  <a:lnTo>
                    <a:pt x="61353" y="0"/>
                  </a:lnTo>
                  <a:close/>
                </a:path>
                <a:path w="86995" h="512444">
                  <a:moveTo>
                    <a:pt x="86410" y="449897"/>
                  </a:moveTo>
                  <a:lnTo>
                    <a:pt x="74917" y="449897"/>
                  </a:lnTo>
                  <a:lnTo>
                    <a:pt x="74917" y="511848"/>
                  </a:lnTo>
                  <a:lnTo>
                    <a:pt x="86410" y="511848"/>
                  </a:lnTo>
                  <a:lnTo>
                    <a:pt x="86410" y="449897"/>
                  </a:lnTo>
                  <a:close/>
                </a:path>
                <a:path w="86995" h="512444">
                  <a:moveTo>
                    <a:pt x="86410" y="359943"/>
                  </a:moveTo>
                  <a:lnTo>
                    <a:pt x="74917" y="359943"/>
                  </a:lnTo>
                  <a:lnTo>
                    <a:pt x="74917" y="421894"/>
                  </a:lnTo>
                  <a:lnTo>
                    <a:pt x="86410" y="421894"/>
                  </a:lnTo>
                  <a:lnTo>
                    <a:pt x="86410" y="359943"/>
                  </a:lnTo>
                  <a:close/>
                </a:path>
                <a:path w="86995" h="512444">
                  <a:moveTo>
                    <a:pt x="86410" y="270027"/>
                  </a:moveTo>
                  <a:lnTo>
                    <a:pt x="74917" y="270027"/>
                  </a:lnTo>
                  <a:lnTo>
                    <a:pt x="74917" y="331990"/>
                  </a:lnTo>
                  <a:lnTo>
                    <a:pt x="86410" y="331990"/>
                  </a:lnTo>
                  <a:lnTo>
                    <a:pt x="86410" y="270027"/>
                  </a:lnTo>
                  <a:close/>
                </a:path>
                <a:path w="86995" h="512444">
                  <a:moveTo>
                    <a:pt x="86410" y="179730"/>
                  </a:moveTo>
                  <a:lnTo>
                    <a:pt x="74917" y="179730"/>
                  </a:lnTo>
                  <a:lnTo>
                    <a:pt x="74917" y="241693"/>
                  </a:lnTo>
                  <a:lnTo>
                    <a:pt x="86410" y="241693"/>
                  </a:lnTo>
                  <a:lnTo>
                    <a:pt x="86410" y="179730"/>
                  </a:lnTo>
                  <a:close/>
                </a:path>
                <a:path w="86995" h="512444">
                  <a:moveTo>
                    <a:pt x="86410" y="89865"/>
                  </a:moveTo>
                  <a:lnTo>
                    <a:pt x="74917" y="89865"/>
                  </a:lnTo>
                  <a:lnTo>
                    <a:pt x="74917" y="151828"/>
                  </a:lnTo>
                  <a:lnTo>
                    <a:pt x="86410" y="151828"/>
                  </a:lnTo>
                  <a:lnTo>
                    <a:pt x="86410" y="89865"/>
                  </a:lnTo>
                  <a:close/>
                </a:path>
                <a:path w="86995" h="512444">
                  <a:moveTo>
                    <a:pt x="86410" y="0"/>
                  </a:moveTo>
                  <a:lnTo>
                    <a:pt x="74917" y="0"/>
                  </a:lnTo>
                  <a:lnTo>
                    <a:pt x="74917" y="61950"/>
                  </a:lnTo>
                  <a:lnTo>
                    <a:pt x="86410" y="61950"/>
                  </a:lnTo>
                  <a:lnTo>
                    <a:pt x="86410" y="0"/>
                  </a:lnTo>
                  <a:close/>
                </a:path>
              </a:pathLst>
            </a:custGeom>
            <a:solidFill>
              <a:srgbClr val="FFFFFF"/>
            </a:solidFill>
          </p:spPr>
          <p:txBody>
            <a:bodyPr wrap="square" lIns="0" tIns="0" rIns="0" bIns="0" rtlCol="0"/>
            <a:lstStyle/>
            <a:p>
              <a:endParaRPr/>
            </a:p>
          </p:txBody>
        </p:sp>
        <p:sp>
          <p:nvSpPr>
            <p:cNvPr id="58" name="object 58"/>
            <p:cNvSpPr/>
            <p:nvPr/>
          </p:nvSpPr>
          <p:spPr>
            <a:xfrm>
              <a:off x="2521991" y="3871391"/>
              <a:ext cx="910590" cy="1782445"/>
            </a:xfrm>
            <a:custGeom>
              <a:avLst/>
              <a:gdLst/>
              <a:ahLst/>
              <a:cxnLst/>
              <a:rect l="l" t="t" r="r" b="b"/>
              <a:pathLst>
                <a:path w="910589" h="1782445">
                  <a:moveTo>
                    <a:pt x="115519" y="36499"/>
                  </a:moveTo>
                  <a:lnTo>
                    <a:pt x="86995" y="1993"/>
                  </a:lnTo>
                  <a:lnTo>
                    <a:pt x="78867" y="0"/>
                  </a:lnTo>
                  <a:lnTo>
                    <a:pt x="63995" y="101"/>
                  </a:lnTo>
                  <a:lnTo>
                    <a:pt x="20472" y="25349"/>
                  </a:lnTo>
                  <a:lnTo>
                    <a:pt x="16979" y="40652"/>
                  </a:lnTo>
                  <a:lnTo>
                    <a:pt x="18008" y="52095"/>
                  </a:lnTo>
                  <a:lnTo>
                    <a:pt x="22923" y="62179"/>
                  </a:lnTo>
                  <a:lnTo>
                    <a:pt x="31737" y="70916"/>
                  </a:lnTo>
                  <a:lnTo>
                    <a:pt x="44450" y="78295"/>
                  </a:lnTo>
                  <a:lnTo>
                    <a:pt x="67754" y="87160"/>
                  </a:lnTo>
                  <a:lnTo>
                    <a:pt x="75882" y="91414"/>
                  </a:lnTo>
                  <a:lnTo>
                    <a:pt x="81356" y="96748"/>
                  </a:lnTo>
                  <a:lnTo>
                    <a:pt x="84201" y="103162"/>
                  </a:lnTo>
                  <a:lnTo>
                    <a:pt x="84442" y="110642"/>
                  </a:lnTo>
                  <a:lnTo>
                    <a:pt x="83388" y="117767"/>
                  </a:lnTo>
                  <a:lnTo>
                    <a:pt x="79298" y="124079"/>
                  </a:lnTo>
                  <a:lnTo>
                    <a:pt x="66090" y="132473"/>
                  </a:lnTo>
                  <a:lnTo>
                    <a:pt x="57696" y="134683"/>
                  </a:lnTo>
                  <a:lnTo>
                    <a:pt x="40957" y="134632"/>
                  </a:lnTo>
                  <a:lnTo>
                    <a:pt x="32854" y="131800"/>
                  </a:lnTo>
                  <a:lnTo>
                    <a:pt x="21272" y="120980"/>
                  </a:lnTo>
                  <a:lnTo>
                    <a:pt x="18643" y="113487"/>
                  </a:lnTo>
                  <a:lnTo>
                    <a:pt x="19519" y="105981"/>
                  </a:lnTo>
                  <a:lnTo>
                    <a:pt x="596" y="105981"/>
                  </a:lnTo>
                  <a:lnTo>
                    <a:pt x="15963" y="141122"/>
                  </a:lnTo>
                  <a:lnTo>
                    <a:pt x="55232" y="150393"/>
                  </a:lnTo>
                  <a:lnTo>
                    <a:pt x="68605" y="148094"/>
                  </a:lnTo>
                  <a:lnTo>
                    <a:pt x="99644" y="125857"/>
                  </a:lnTo>
                  <a:lnTo>
                    <a:pt x="103162" y="110642"/>
                  </a:lnTo>
                  <a:lnTo>
                    <a:pt x="102298" y="98539"/>
                  </a:lnTo>
                  <a:lnTo>
                    <a:pt x="97624" y="88049"/>
                  </a:lnTo>
                  <a:lnTo>
                    <a:pt x="89154" y="79121"/>
                  </a:lnTo>
                  <a:lnTo>
                    <a:pt x="76911" y="71767"/>
                  </a:lnTo>
                  <a:lnTo>
                    <a:pt x="54317" y="63246"/>
                  </a:lnTo>
                  <a:lnTo>
                    <a:pt x="45504" y="58915"/>
                  </a:lnTo>
                  <a:lnTo>
                    <a:pt x="39497" y="53708"/>
                  </a:lnTo>
                  <a:lnTo>
                    <a:pt x="36309" y="47561"/>
                  </a:lnTo>
                  <a:lnTo>
                    <a:pt x="35902" y="40449"/>
                  </a:lnTo>
                  <a:lnTo>
                    <a:pt x="36614" y="33108"/>
                  </a:lnTo>
                  <a:lnTo>
                    <a:pt x="40525" y="26454"/>
                  </a:lnTo>
                  <a:lnTo>
                    <a:pt x="53365" y="17678"/>
                  </a:lnTo>
                  <a:lnTo>
                    <a:pt x="61429" y="15430"/>
                  </a:lnTo>
                  <a:lnTo>
                    <a:pt x="77139" y="15392"/>
                  </a:lnTo>
                  <a:lnTo>
                    <a:pt x="84531" y="18148"/>
                  </a:lnTo>
                  <a:lnTo>
                    <a:pt x="94881" y="29248"/>
                  </a:lnTo>
                  <a:lnTo>
                    <a:pt x="97078" y="36880"/>
                  </a:lnTo>
                  <a:lnTo>
                    <a:pt x="95935" y="44424"/>
                  </a:lnTo>
                  <a:lnTo>
                    <a:pt x="114960" y="44424"/>
                  </a:lnTo>
                  <a:lnTo>
                    <a:pt x="115519" y="36499"/>
                  </a:lnTo>
                  <a:close/>
                </a:path>
                <a:path w="910589" h="1782445">
                  <a:moveTo>
                    <a:pt x="182219" y="39509"/>
                  </a:moveTo>
                  <a:lnTo>
                    <a:pt x="162890" y="39509"/>
                  </a:lnTo>
                  <a:lnTo>
                    <a:pt x="167055" y="13182"/>
                  </a:lnTo>
                  <a:lnTo>
                    <a:pt x="148539" y="13182"/>
                  </a:lnTo>
                  <a:lnTo>
                    <a:pt x="143852" y="39509"/>
                  </a:lnTo>
                  <a:lnTo>
                    <a:pt x="124625" y="39509"/>
                  </a:lnTo>
                  <a:lnTo>
                    <a:pt x="122186" y="53962"/>
                  </a:lnTo>
                  <a:lnTo>
                    <a:pt x="141820" y="53962"/>
                  </a:lnTo>
                  <a:lnTo>
                    <a:pt x="129705" y="128574"/>
                  </a:lnTo>
                  <a:lnTo>
                    <a:pt x="131191" y="135991"/>
                  </a:lnTo>
                  <a:lnTo>
                    <a:pt x="138696" y="147561"/>
                  </a:lnTo>
                  <a:lnTo>
                    <a:pt x="144843" y="150622"/>
                  </a:lnTo>
                  <a:lnTo>
                    <a:pt x="155790" y="150317"/>
                  </a:lnTo>
                  <a:lnTo>
                    <a:pt x="164617" y="148501"/>
                  </a:lnTo>
                  <a:lnTo>
                    <a:pt x="166039" y="133324"/>
                  </a:lnTo>
                  <a:lnTo>
                    <a:pt x="151790" y="134251"/>
                  </a:lnTo>
                  <a:lnTo>
                    <a:pt x="148501" y="130733"/>
                  </a:lnTo>
                  <a:lnTo>
                    <a:pt x="148450" y="124891"/>
                  </a:lnTo>
                  <a:lnTo>
                    <a:pt x="159931" y="53962"/>
                  </a:lnTo>
                  <a:lnTo>
                    <a:pt x="179666" y="53962"/>
                  </a:lnTo>
                  <a:lnTo>
                    <a:pt x="182219" y="39509"/>
                  </a:lnTo>
                  <a:close/>
                </a:path>
                <a:path w="910589" h="1782445">
                  <a:moveTo>
                    <a:pt x="285064" y="84696"/>
                  </a:moveTo>
                  <a:lnTo>
                    <a:pt x="275704" y="52870"/>
                  </a:lnTo>
                  <a:lnTo>
                    <a:pt x="273875" y="50279"/>
                  </a:lnTo>
                  <a:lnTo>
                    <a:pt x="267093" y="45110"/>
                  </a:lnTo>
                  <a:lnTo>
                    <a:pt x="260311" y="40144"/>
                  </a:lnTo>
                  <a:lnTo>
                    <a:pt x="252082" y="37515"/>
                  </a:lnTo>
                  <a:lnTo>
                    <a:pt x="243687" y="37693"/>
                  </a:lnTo>
                  <a:lnTo>
                    <a:pt x="206222" y="54495"/>
                  </a:lnTo>
                  <a:lnTo>
                    <a:pt x="188531" y="96697"/>
                  </a:lnTo>
                  <a:lnTo>
                    <a:pt x="188290" y="104838"/>
                  </a:lnTo>
                  <a:lnTo>
                    <a:pt x="188658" y="110604"/>
                  </a:lnTo>
                  <a:lnTo>
                    <a:pt x="212953" y="148831"/>
                  </a:lnTo>
                  <a:lnTo>
                    <a:pt x="221132" y="151422"/>
                  </a:lnTo>
                  <a:lnTo>
                    <a:pt x="229527" y="151333"/>
                  </a:lnTo>
                  <a:lnTo>
                    <a:pt x="266827" y="135699"/>
                  </a:lnTo>
                  <a:lnTo>
                    <a:pt x="235927" y="135699"/>
                  </a:lnTo>
                  <a:lnTo>
                    <a:pt x="231216" y="135521"/>
                  </a:lnTo>
                  <a:lnTo>
                    <a:pt x="230035" y="135483"/>
                  </a:lnTo>
                  <a:lnTo>
                    <a:pt x="223812" y="135521"/>
                  </a:lnTo>
                  <a:lnTo>
                    <a:pt x="217868" y="132854"/>
                  </a:lnTo>
                  <a:lnTo>
                    <a:pt x="213753" y="128155"/>
                  </a:lnTo>
                  <a:lnTo>
                    <a:pt x="209473" y="122720"/>
                  </a:lnTo>
                  <a:lnTo>
                    <a:pt x="206971" y="116116"/>
                  </a:lnTo>
                  <a:lnTo>
                    <a:pt x="206641" y="109207"/>
                  </a:lnTo>
                  <a:lnTo>
                    <a:pt x="206209" y="104838"/>
                  </a:lnTo>
                  <a:lnTo>
                    <a:pt x="206209" y="100380"/>
                  </a:lnTo>
                  <a:lnTo>
                    <a:pt x="206565" y="96697"/>
                  </a:lnTo>
                  <a:lnTo>
                    <a:pt x="206603" y="93345"/>
                  </a:lnTo>
                  <a:lnTo>
                    <a:pt x="223621" y="59093"/>
                  </a:lnTo>
                  <a:lnTo>
                    <a:pt x="242671" y="52870"/>
                  </a:lnTo>
                  <a:lnTo>
                    <a:pt x="248907" y="52908"/>
                  </a:lnTo>
                  <a:lnTo>
                    <a:pt x="266357" y="79222"/>
                  </a:lnTo>
                  <a:lnTo>
                    <a:pt x="266750" y="84696"/>
                  </a:lnTo>
                  <a:lnTo>
                    <a:pt x="266750" y="89916"/>
                  </a:lnTo>
                  <a:lnTo>
                    <a:pt x="266369" y="95084"/>
                  </a:lnTo>
                  <a:lnTo>
                    <a:pt x="265480" y="102590"/>
                  </a:lnTo>
                  <a:lnTo>
                    <a:pt x="263144" y="109880"/>
                  </a:lnTo>
                  <a:lnTo>
                    <a:pt x="259549" y="116535"/>
                  </a:lnTo>
                  <a:lnTo>
                    <a:pt x="256578" y="122389"/>
                  </a:lnTo>
                  <a:lnTo>
                    <a:pt x="252171" y="127342"/>
                  </a:lnTo>
                  <a:lnTo>
                    <a:pt x="246748" y="130987"/>
                  </a:lnTo>
                  <a:lnTo>
                    <a:pt x="241744" y="134124"/>
                  </a:lnTo>
                  <a:lnTo>
                    <a:pt x="235927" y="135699"/>
                  </a:lnTo>
                  <a:lnTo>
                    <a:pt x="266827" y="135686"/>
                  </a:lnTo>
                  <a:lnTo>
                    <a:pt x="284683" y="95973"/>
                  </a:lnTo>
                  <a:lnTo>
                    <a:pt x="284772" y="93345"/>
                  </a:lnTo>
                  <a:lnTo>
                    <a:pt x="285026" y="88747"/>
                  </a:lnTo>
                  <a:lnTo>
                    <a:pt x="285064" y="84696"/>
                  </a:lnTo>
                  <a:close/>
                </a:path>
                <a:path w="910589" h="1782445">
                  <a:moveTo>
                    <a:pt x="293636" y="1633156"/>
                  </a:moveTo>
                  <a:lnTo>
                    <a:pt x="274802" y="1633156"/>
                  </a:lnTo>
                  <a:lnTo>
                    <a:pt x="255054" y="1746885"/>
                  </a:lnTo>
                  <a:lnTo>
                    <a:pt x="202653" y="1632737"/>
                  </a:lnTo>
                  <a:lnTo>
                    <a:pt x="184340" y="1632737"/>
                  </a:lnTo>
                  <a:lnTo>
                    <a:pt x="158915" y="1779155"/>
                  </a:lnTo>
                  <a:lnTo>
                    <a:pt x="177939" y="1779155"/>
                  </a:lnTo>
                  <a:lnTo>
                    <a:pt x="197688" y="1665503"/>
                  </a:lnTo>
                  <a:lnTo>
                    <a:pt x="249961" y="1779574"/>
                  </a:lnTo>
                  <a:lnTo>
                    <a:pt x="268274" y="1779574"/>
                  </a:lnTo>
                  <a:lnTo>
                    <a:pt x="293636" y="1633156"/>
                  </a:lnTo>
                  <a:close/>
                </a:path>
                <a:path w="910589" h="1782445">
                  <a:moveTo>
                    <a:pt x="367906" y="39128"/>
                  </a:moveTo>
                  <a:lnTo>
                    <a:pt x="362191" y="37820"/>
                  </a:lnTo>
                  <a:lnTo>
                    <a:pt x="351218" y="38633"/>
                  </a:lnTo>
                  <a:lnTo>
                    <a:pt x="343763" y="41490"/>
                  </a:lnTo>
                  <a:lnTo>
                    <a:pt x="337248" y="46075"/>
                  </a:lnTo>
                  <a:lnTo>
                    <a:pt x="332003" y="52222"/>
                  </a:lnTo>
                  <a:lnTo>
                    <a:pt x="334759" y="39509"/>
                  </a:lnTo>
                  <a:lnTo>
                    <a:pt x="317119" y="39509"/>
                  </a:lnTo>
                  <a:lnTo>
                    <a:pt x="298208" y="148374"/>
                  </a:lnTo>
                  <a:lnTo>
                    <a:pt x="316826" y="148374"/>
                  </a:lnTo>
                  <a:lnTo>
                    <a:pt x="330263" y="71043"/>
                  </a:lnTo>
                  <a:lnTo>
                    <a:pt x="335280" y="64350"/>
                  </a:lnTo>
                  <a:lnTo>
                    <a:pt x="341807" y="59334"/>
                  </a:lnTo>
                  <a:lnTo>
                    <a:pt x="349427" y="56235"/>
                  </a:lnTo>
                  <a:lnTo>
                    <a:pt x="357733" y="55283"/>
                  </a:lnTo>
                  <a:lnTo>
                    <a:pt x="366382" y="56210"/>
                  </a:lnTo>
                  <a:lnTo>
                    <a:pt x="367906" y="39128"/>
                  </a:lnTo>
                  <a:close/>
                </a:path>
                <a:path w="910589" h="1782445">
                  <a:moveTo>
                    <a:pt x="395465" y="1713230"/>
                  </a:moveTo>
                  <a:lnTo>
                    <a:pt x="387654" y="1683639"/>
                  </a:lnTo>
                  <a:lnTo>
                    <a:pt x="384987" y="1679663"/>
                  </a:lnTo>
                  <a:lnTo>
                    <a:pt x="379818" y="1675142"/>
                  </a:lnTo>
                  <a:lnTo>
                    <a:pt x="379818" y="1706359"/>
                  </a:lnTo>
                  <a:lnTo>
                    <a:pt x="378650" y="1713230"/>
                  </a:lnTo>
                  <a:lnTo>
                    <a:pt x="378587" y="1715262"/>
                  </a:lnTo>
                  <a:lnTo>
                    <a:pt x="325678" y="1715262"/>
                  </a:lnTo>
                  <a:lnTo>
                    <a:pt x="350913" y="1683639"/>
                  </a:lnTo>
                  <a:lnTo>
                    <a:pt x="358241" y="1683943"/>
                  </a:lnTo>
                  <a:lnTo>
                    <a:pt x="364832" y="1683943"/>
                  </a:lnTo>
                  <a:lnTo>
                    <a:pt x="370878" y="1687118"/>
                  </a:lnTo>
                  <a:lnTo>
                    <a:pt x="374523" y="1692592"/>
                  </a:lnTo>
                  <a:lnTo>
                    <a:pt x="378383" y="1698866"/>
                  </a:lnTo>
                  <a:lnTo>
                    <a:pt x="379818" y="1706359"/>
                  </a:lnTo>
                  <a:lnTo>
                    <a:pt x="379818" y="1675142"/>
                  </a:lnTo>
                  <a:lnTo>
                    <a:pt x="379425" y="1674787"/>
                  </a:lnTo>
                  <a:lnTo>
                    <a:pt x="373024" y="1671256"/>
                  </a:lnTo>
                  <a:lnTo>
                    <a:pt x="366026" y="1669148"/>
                  </a:lnTo>
                  <a:lnTo>
                    <a:pt x="358660" y="1668551"/>
                  </a:lnTo>
                  <a:lnTo>
                    <a:pt x="352183" y="1668830"/>
                  </a:lnTo>
                  <a:lnTo>
                    <a:pt x="318592" y="1689455"/>
                  </a:lnTo>
                  <a:lnTo>
                    <a:pt x="305219" y="1730311"/>
                  </a:lnTo>
                  <a:lnTo>
                    <a:pt x="304914" y="1739201"/>
                  </a:lnTo>
                  <a:lnTo>
                    <a:pt x="329006" y="1777847"/>
                  </a:lnTo>
                  <a:lnTo>
                    <a:pt x="354939" y="1781733"/>
                  </a:lnTo>
                  <a:lnTo>
                    <a:pt x="363118" y="1779790"/>
                  </a:lnTo>
                  <a:lnTo>
                    <a:pt x="370446" y="1776018"/>
                  </a:lnTo>
                  <a:lnTo>
                    <a:pt x="377532" y="1772450"/>
                  </a:lnTo>
                  <a:lnTo>
                    <a:pt x="383590" y="1767154"/>
                  </a:lnTo>
                  <a:lnTo>
                    <a:pt x="384060" y="1766481"/>
                  </a:lnTo>
                  <a:lnTo>
                    <a:pt x="388048" y="1760626"/>
                  </a:lnTo>
                  <a:lnTo>
                    <a:pt x="377875" y="1751685"/>
                  </a:lnTo>
                  <a:lnTo>
                    <a:pt x="371792" y="1757756"/>
                  </a:lnTo>
                  <a:lnTo>
                    <a:pt x="364604" y="1762302"/>
                  </a:lnTo>
                  <a:lnTo>
                    <a:pt x="356603" y="1765173"/>
                  </a:lnTo>
                  <a:lnTo>
                    <a:pt x="348068" y="1766214"/>
                  </a:lnTo>
                  <a:lnTo>
                    <a:pt x="339839" y="1766481"/>
                  </a:lnTo>
                  <a:lnTo>
                    <a:pt x="332130" y="1762404"/>
                  </a:lnTo>
                  <a:lnTo>
                    <a:pt x="327723" y="1755457"/>
                  </a:lnTo>
                  <a:lnTo>
                    <a:pt x="324802" y="1749577"/>
                  </a:lnTo>
                  <a:lnTo>
                    <a:pt x="322986" y="1743329"/>
                  </a:lnTo>
                  <a:lnTo>
                    <a:pt x="322326" y="1736852"/>
                  </a:lnTo>
                  <a:lnTo>
                    <a:pt x="322846" y="1730311"/>
                  </a:lnTo>
                  <a:lnTo>
                    <a:pt x="394068" y="1730311"/>
                  </a:lnTo>
                  <a:lnTo>
                    <a:pt x="395173" y="1721967"/>
                  </a:lnTo>
                  <a:lnTo>
                    <a:pt x="395465" y="1717598"/>
                  </a:lnTo>
                  <a:lnTo>
                    <a:pt x="395465" y="1715262"/>
                  </a:lnTo>
                  <a:lnTo>
                    <a:pt x="395465" y="1713230"/>
                  </a:lnTo>
                  <a:close/>
                </a:path>
                <a:path w="910589" h="1782445">
                  <a:moveTo>
                    <a:pt x="456730" y="66675"/>
                  </a:moveTo>
                  <a:lnTo>
                    <a:pt x="429336" y="37744"/>
                  </a:lnTo>
                  <a:lnTo>
                    <a:pt x="414794" y="37096"/>
                  </a:lnTo>
                  <a:lnTo>
                    <a:pt x="407593" y="38404"/>
                  </a:lnTo>
                  <a:lnTo>
                    <a:pt x="400888" y="41160"/>
                  </a:lnTo>
                  <a:lnTo>
                    <a:pt x="394411" y="43535"/>
                  </a:lnTo>
                  <a:lnTo>
                    <a:pt x="388645" y="47434"/>
                  </a:lnTo>
                  <a:lnTo>
                    <a:pt x="384098" y="52565"/>
                  </a:lnTo>
                  <a:lnTo>
                    <a:pt x="379818" y="57277"/>
                  </a:lnTo>
                  <a:lnTo>
                    <a:pt x="377151" y="63207"/>
                  </a:lnTo>
                  <a:lnTo>
                    <a:pt x="376555" y="69519"/>
                  </a:lnTo>
                  <a:lnTo>
                    <a:pt x="394360" y="69519"/>
                  </a:lnTo>
                  <a:lnTo>
                    <a:pt x="395465" y="64312"/>
                  </a:lnTo>
                  <a:lnTo>
                    <a:pt x="398691" y="59778"/>
                  </a:lnTo>
                  <a:lnTo>
                    <a:pt x="403225" y="56934"/>
                  </a:lnTo>
                  <a:lnTo>
                    <a:pt x="408139" y="53708"/>
                  </a:lnTo>
                  <a:lnTo>
                    <a:pt x="413943" y="52146"/>
                  </a:lnTo>
                  <a:lnTo>
                    <a:pt x="419798" y="52349"/>
                  </a:lnTo>
                  <a:lnTo>
                    <a:pt x="424281" y="52146"/>
                  </a:lnTo>
                  <a:lnTo>
                    <a:pt x="425183" y="52095"/>
                  </a:lnTo>
                  <a:lnTo>
                    <a:pt x="430441" y="54267"/>
                  </a:lnTo>
                  <a:lnTo>
                    <a:pt x="434047" y="58242"/>
                  </a:lnTo>
                  <a:lnTo>
                    <a:pt x="437400" y="62661"/>
                  </a:lnTo>
                  <a:lnTo>
                    <a:pt x="438797" y="68249"/>
                  </a:lnTo>
                  <a:lnTo>
                    <a:pt x="437896" y="73799"/>
                  </a:lnTo>
                  <a:lnTo>
                    <a:pt x="436676" y="82372"/>
                  </a:lnTo>
                  <a:lnTo>
                    <a:pt x="434759" y="82372"/>
                  </a:lnTo>
                  <a:lnTo>
                    <a:pt x="434759" y="95631"/>
                  </a:lnTo>
                  <a:lnTo>
                    <a:pt x="430784" y="118059"/>
                  </a:lnTo>
                  <a:lnTo>
                    <a:pt x="427215" y="123024"/>
                  </a:lnTo>
                  <a:lnTo>
                    <a:pt x="422643" y="127127"/>
                  </a:lnTo>
                  <a:lnTo>
                    <a:pt x="412343" y="133070"/>
                  </a:lnTo>
                  <a:lnTo>
                    <a:pt x="406654" y="134505"/>
                  </a:lnTo>
                  <a:lnTo>
                    <a:pt x="400888" y="134340"/>
                  </a:lnTo>
                  <a:lnTo>
                    <a:pt x="396062" y="134505"/>
                  </a:lnTo>
                  <a:lnTo>
                    <a:pt x="391401" y="132638"/>
                  </a:lnTo>
                  <a:lnTo>
                    <a:pt x="388048" y="129171"/>
                  </a:lnTo>
                  <a:lnTo>
                    <a:pt x="385038" y="125691"/>
                  </a:lnTo>
                  <a:lnTo>
                    <a:pt x="383679" y="121031"/>
                  </a:lnTo>
                  <a:lnTo>
                    <a:pt x="384403" y="116446"/>
                  </a:lnTo>
                  <a:lnTo>
                    <a:pt x="385114" y="110007"/>
                  </a:lnTo>
                  <a:lnTo>
                    <a:pt x="434759" y="95631"/>
                  </a:lnTo>
                  <a:lnTo>
                    <a:pt x="434759" y="82372"/>
                  </a:lnTo>
                  <a:lnTo>
                    <a:pt x="417677" y="82372"/>
                  </a:lnTo>
                  <a:lnTo>
                    <a:pt x="407885" y="82613"/>
                  </a:lnTo>
                  <a:lnTo>
                    <a:pt x="369582" y="103708"/>
                  </a:lnTo>
                  <a:lnTo>
                    <a:pt x="364553" y="127342"/>
                  </a:lnTo>
                  <a:lnTo>
                    <a:pt x="367563" y="135572"/>
                  </a:lnTo>
                  <a:lnTo>
                    <a:pt x="373507" y="141376"/>
                  </a:lnTo>
                  <a:lnTo>
                    <a:pt x="379780" y="147396"/>
                  </a:lnTo>
                  <a:lnTo>
                    <a:pt x="388213" y="150660"/>
                  </a:lnTo>
                  <a:lnTo>
                    <a:pt x="396913" y="150406"/>
                  </a:lnTo>
                  <a:lnTo>
                    <a:pt x="405765" y="149517"/>
                  </a:lnTo>
                  <a:lnTo>
                    <a:pt x="414172" y="146913"/>
                  </a:lnTo>
                  <a:lnTo>
                    <a:pt x="421919" y="142709"/>
                  </a:lnTo>
                  <a:lnTo>
                    <a:pt x="428752" y="137007"/>
                  </a:lnTo>
                  <a:lnTo>
                    <a:pt x="428752" y="144602"/>
                  </a:lnTo>
                  <a:lnTo>
                    <a:pt x="428942" y="146342"/>
                  </a:lnTo>
                  <a:lnTo>
                    <a:pt x="429387" y="148374"/>
                  </a:lnTo>
                  <a:lnTo>
                    <a:pt x="448716" y="148069"/>
                  </a:lnTo>
                  <a:lnTo>
                    <a:pt x="448716" y="146342"/>
                  </a:lnTo>
                  <a:lnTo>
                    <a:pt x="447776" y="142811"/>
                  </a:lnTo>
                  <a:lnTo>
                    <a:pt x="447395" y="139128"/>
                  </a:lnTo>
                  <a:lnTo>
                    <a:pt x="447497" y="137007"/>
                  </a:lnTo>
                  <a:lnTo>
                    <a:pt x="447573" y="134505"/>
                  </a:lnTo>
                  <a:lnTo>
                    <a:pt x="447662" y="127127"/>
                  </a:lnTo>
                  <a:lnTo>
                    <a:pt x="452843" y="95592"/>
                  </a:lnTo>
                  <a:lnTo>
                    <a:pt x="456438" y="73723"/>
                  </a:lnTo>
                  <a:lnTo>
                    <a:pt x="456730" y="66675"/>
                  </a:lnTo>
                  <a:close/>
                </a:path>
                <a:path w="910589" h="1782445">
                  <a:moveTo>
                    <a:pt x="469658" y="1670710"/>
                  </a:moveTo>
                  <a:lnTo>
                    <a:pt x="449897" y="1670710"/>
                  </a:lnTo>
                  <a:lnTo>
                    <a:pt x="454482" y="1644345"/>
                  </a:lnTo>
                  <a:lnTo>
                    <a:pt x="436372" y="1644345"/>
                  </a:lnTo>
                  <a:lnTo>
                    <a:pt x="431800" y="1670710"/>
                  </a:lnTo>
                  <a:lnTo>
                    <a:pt x="412597" y="1670710"/>
                  </a:lnTo>
                  <a:lnTo>
                    <a:pt x="410044" y="1685124"/>
                  </a:lnTo>
                  <a:lnTo>
                    <a:pt x="429679" y="1685124"/>
                  </a:lnTo>
                  <a:lnTo>
                    <a:pt x="417385" y="1759813"/>
                  </a:lnTo>
                  <a:lnTo>
                    <a:pt x="418909" y="1767281"/>
                  </a:lnTo>
                  <a:lnTo>
                    <a:pt x="426580" y="1778812"/>
                  </a:lnTo>
                  <a:lnTo>
                    <a:pt x="432689" y="1781822"/>
                  </a:lnTo>
                  <a:lnTo>
                    <a:pt x="443623" y="1781479"/>
                  </a:lnTo>
                  <a:lnTo>
                    <a:pt x="452361" y="1779663"/>
                  </a:lnTo>
                  <a:lnTo>
                    <a:pt x="453796" y="1764487"/>
                  </a:lnTo>
                  <a:lnTo>
                    <a:pt x="450875" y="1765122"/>
                  </a:lnTo>
                  <a:lnTo>
                    <a:pt x="439686" y="1765452"/>
                  </a:lnTo>
                  <a:lnTo>
                    <a:pt x="436295" y="1761934"/>
                  </a:lnTo>
                  <a:lnTo>
                    <a:pt x="436372" y="1757705"/>
                  </a:lnTo>
                  <a:lnTo>
                    <a:pt x="447776" y="1685124"/>
                  </a:lnTo>
                  <a:lnTo>
                    <a:pt x="467194" y="1685124"/>
                  </a:lnTo>
                  <a:lnTo>
                    <a:pt x="469658" y="1670710"/>
                  </a:lnTo>
                  <a:close/>
                </a:path>
                <a:path w="910589" h="1782445">
                  <a:moveTo>
                    <a:pt x="577430" y="39928"/>
                  </a:moveTo>
                  <a:lnTo>
                    <a:pt x="560717" y="39928"/>
                  </a:lnTo>
                  <a:lnTo>
                    <a:pt x="557072" y="52146"/>
                  </a:lnTo>
                  <a:lnTo>
                    <a:pt x="553085" y="47739"/>
                  </a:lnTo>
                  <a:lnTo>
                    <a:pt x="553085" y="69138"/>
                  </a:lnTo>
                  <a:lnTo>
                    <a:pt x="544525" y="119075"/>
                  </a:lnTo>
                  <a:lnTo>
                    <a:pt x="510489" y="134556"/>
                  </a:lnTo>
                  <a:lnTo>
                    <a:pt x="504469" y="131419"/>
                  </a:lnTo>
                  <a:lnTo>
                    <a:pt x="500900" y="126111"/>
                  </a:lnTo>
                  <a:lnTo>
                    <a:pt x="497001" y="119418"/>
                  </a:lnTo>
                  <a:lnTo>
                    <a:pt x="495261" y="111658"/>
                  </a:lnTo>
                  <a:lnTo>
                    <a:pt x="495896" y="103949"/>
                  </a:lnTo>
                  <a:lnTo>
                    <a:pt x="495769" y="98640"/>
                  </a:lnTo>
                  <a:lnTo>
                    <a:pt x="511670" y="60426"/>
                  </a:lnTo>
                  <a:lnTo>
                    <a:pt x="531215" y="53670"/>
                  </a:lnTo>
                  <a:lnTo>
                    <a:pt x="538327" y="54762"/>
                  </a:lnTo>
                  <a:lnTo>
                    <a:pt x="544639" y="57886"/>
                  </a:lnTo>
                  <a:lnTo>
                    <a:pt x="549694" y="62788"/>
                  </a:lnTo>
                  <a:lnTo>
                    <a:pt x="553085" y="69138"/>
                  </a:lnTo>
                  <a:lnTo>
                    <a:pt x="553085" y="47739"/>
                  </a:lnTo>
                  <a:lnTo>
                    <a:pt x="520611" y="37604"/>
                  </a:lnTo>
                  <a:lnTo>
                    <a:pt x="512775" y="39674"/>
                  </a:lnTo>
                  <a:lnTo>
                    <a:pt x="484886" y="70497"/>
                  </a:lnTo>
                  <a:lnTo>
                    <a:pt x="477812" y="103949"/>
                  </a:lnTo>
                  <a:lnTo>
                    <a:pt x="478015" y="108521"/>
                  </a:lnTo>
                  <a:lnTo>
                    <a:pt x="478180" y="116027"/>
                  </a:lnTo>
                  <a:lnTo>
                    <a:pt x="479742" y="123405"/>
                  </a:lnTo>
                  <a:lnTo>
                    <a:pt x="482587" y="130390"/>
                  </a:lnTo>
                  <a:lnTo>
                    <a:pt x="484924" y="136372"/>
                  </a:lnTo>
                  <a:lnTo>
                    <a:pt x="511797" y="150825"/>
                  </a:lnTo>
                  <a:lnTo>
                    <a:pt x="520484" y="150177"/>
                  </a:lnTo>
                  <a:lnTo>
                    <a:pt x="528751" y="147739"/>
                  </a:lnTo>
                  <a:lnTo>
                    <a:pt x="536321" y="143598"/>
                  </a:lnTo>
                  <a:lnTo>
                    <a:pt x="542912" y="137896"/>
                  </a:lnTo>
                  <a:lnTo>
                    <a:pt x="540854" y="147739"/>
                  </a:lnTo>
                  <a:lnTo>
                    <a:pt x="513994" y="176136"/>
                  </a:lnTo>
                  <a:lnTo>
                    <a:pt x="501472" y="175856"/>
                  </a:lnTo>
                  <a:lnTo>
                    <a:pt x="489966" y="170903"/>
                  </a:lnTo>
                  <a:lnTo>
                    <a:pt x="480936" y="161594"/>
                  </a:lnTo>
                  <a:lnTo>
                    <a:pt x="470763" y="172783"/>
                  </a:lnTo>
                  <a:lnTo>
                    <a:pt x="474789" y="178727"/>
                  </a:lnTo>
                  <a:lnTo>
                    <a:pt x="480301" y="183464"/>
                  </a:lnTo>
                  <a:lnTo>
                    <a:pt x="486740" y="186524"/>
                  </a:lnTo>
                  <a:lnTo>
                    <a:pt x="493318" y="189826"/>
                  </a:lnTo>
                  <a:lnTo>
                    <a:pt x="500557" y="191655"/>
                  </a:lnTo>
                  <a:lnTo>
                    <a:pt x="507898" y="191820"/>
                  </a:lnTo>
                  <a:lnTo>
                    <a:pt x="517283" y="191414"/>
                  </a:lnTo>
                  <a:lnTo>
                    <a:pt x="553897" y="164744"/>
                  </a:lnTo>
                  <a:lnTo>
                    <a:pt x="560755" y="137896"/>
                  </a:lnTo>
                  <a:lnTo>
                    <a:pt x="561327" y="134556"/>
                  </a:lnTo>
                  <a:lnTo>
                    <a:pt x="575094" y="53670"/>
                  </a:lnTo>
                  <a:lnTo>
                    <a:pt x="575348" y="52146"/>
                  </a:lnTo>
                  <a:lnTo>
                    <a:pt x="577430" y="39928"/>
                  </a:lnTo>
                  <a:close/>
                </a:path>
                <a:path w="910589" h="1782445">
                  <a:moveTo>
                    <a:pt x="623887" y="1670710"/>
                  </a:moveTo>
                  <a:lnTo>
                    <a:pt x="605066" y="1670710"/>
                  </a:lnTo>
                  <a:lnTo>
                    <a:pt x="570382" y="1753793"/>
                  </a:lnTo>
                  <a:lnTo>
                    <a:pt x="559701" y="1670710"/>
                  </a:lnTo>
                  <a:lnTo>
                    <a:pt x="545160" y="1670710"/>
                  </a:lnTo>
                  <a:lnTo>
                    <a:pt x="506501" y="1752104"/>
                  </a:lnTo>
                  <a:lnTo>
                    <a:pt x="499884" y="1670710"/>
                  </a:lnTo>
                  <a:lnTo>
                    <a:pt x="482460" y="1670710"/>
                  </a:lnTo>
                  <a:lnTo>
                    <a:pt x="494284" y="1779574"/>
                  </a:lnTo>
                  <a:lnTo>
                    <a:pt x="508825" y="1779574"/>
                  </a:lnTo>
                  <a:lnTo>
                    <a:pt x="548424" y="1697329"/>
                  </a:lnTo>
                  <a:lnTo>
                    <a:pt x="559701" y="1779574"/>
                  </a:lnTo>
                  <a:lnTo>
                    <a:pt x="574370" y="1779574"/>
                  </a:lnTo>
                  <a:lnTo>
                    <a:pt x="623887" y="1670710"/>
                  </a:lnTo>
                  <a:close/>
                </a:path>
                <a:path w="910589" h="1782445">
                  <a:moveTo>
                    <a:pt x="682104" y="83985"/>
                  </a:moveTo>
                  <a:lnTo>
                    <a:pt x="666115" y="43815"/>
                  </a:lnTo>
                  <a:lnTo>
                    <a:pt x="665695" y="43586"/>
                  </a:lnTo>
                  <a:lnTo>
                    <a:pt x="665695" y="75158"/>
                  </a:lnTo>
                  <a:lnTo>
                    <a:pt x="664298" y="82448"/>
                  </a:lnTo>
                  <a:lnTo>
                    <a:pt x="664298" y="83985"/>
                  </a:lnTo>
                  <a:lnTo>
                    <a:pt x="611390" y="83985"/>
                  </a:lnTo>
                  <a:lnTo>
                    <a:pt x="637120" y="52476"/>
                  </a:lnTo>
                  <a:lnTo>
                    <a:pt x="644448" y="52743"/>
                  </a:lnTo>
                  <a:lnTo>
                    <a:pt x="650811" y="52781"/>
                  </a:lnTo>
                  <a:lnTo>
                    <a:pt x="656742" y="56007"/>
                  </a:lnTo>
                  <a:lnTo>
                    <a:pt x="660222" y="61302"/>
                  </a:lnTo>
                  <a:lnTo>
                    <a:pt x="664210" y="67576"/>
                  </a:lnTo>
                  <a:lnTo>
                    <a:pt x="665695" y="75158"/>
                  </a:lnTo>
                  <a:lnTo>
                    <a:pt x="665695" y="43586"/>
                  </a:lnTo>
                  <a:lnTo>
                    <a:pt x="659752" y="40271"/>
                  </a:lnTo>
                  <a:lnTo>
                    <a:pt x="652805" y="38125"/>
                  </a:lnTo>
                  <a:lnTo>
                    <a:pt x="645464" y="37477"/>
                  </a:lnTo>
                  <a:lnTo>
                    <a:pt x="639025" y="37769"/>
                  </a:lnTo>
                  <a:lnTo>
                    <a:pt x="605459" y="58293"/>
                  </a:lnTo>
                  <a:lnTo>
                    <a:pt x="591464" y="93776"/>
                  </a:lnTo>
                  <a:lnTo>
                    <a:pt x="591400" y="99872"/>
                  </a:lnTo>
                  <a:lnTo>
                    <a:pt x="591108" y="108038"/>
                  </a:lnTo>
                  <a:lnTo>
                    <a:pt x="615188" y="146659"/>
                  </a:lnTo>
                  <a:lnTo>
                    <a:pt x="641184" y="150825"/>
                  </a:lnTo>
                  <a:lnTo>
                    <a:pt x="649452" y="149136"/>
                  </a:lnTo>
                  <a:lnTo>
                    <a:pt x="656958" y="145529"/>
                  </a:lnTo>
                  <a:lnTo>
                    <a:pt x="664044" y="141973"/>
                  </a:lnTo>
                  <a:lnTo>
                    <a:pt x="670102" y="136626"/>
                  </a:lnTo>
                  <a:lnTo>
                    <a:pt x="670509" y="136029"/>
                  </a:lnTo>
                  <a:lnTo>
                    <a:pt x="674598" y="130060"/>
                  </a:lnTo>
                  <a:lnTo>
                    <a:pt x="664425" y="121234"/>
                  </a:lnTo>
                  <a:lnTo>
                    <a:pt x="658342" y="127292"/>
                  </a:lnTo>
                  <a:lnTo>
                    <a:pt x="651179" y="131838"/>
                  </a:lnTo>
                  <a:lnTo>
                    <a:pt x="643204" y="134708"/>
                  </a:lnTo>
                  <a:lnTo>
                    <a:pt x="634707" y="135775"/>
                  </a:lnTo>
                  <a:lnTo>
                    <a:pt x="626478" y="136029"/>
                  </a:lnTo>
                  <a:lnTo>
                    <a:pt x="618756" y="131927"/>
                  </a:lnTo>
                  <a:lnTo>
                    <a:pt x="614349" y="124968"/>
                  </a:lnTo>
                  <a:lnTo>
                    <a:pt x="611492" y="119087"/>
                  </a:lnTo>
                  <a:lnTo>
                    <a:pt x="609701" y="112852"/>
                  </a:lnTo>
                  <a:lnTo>
                    <a:pt x="609028" y="106400"/>
                  </a:lnTo>
                  <a:lnTo>
                    <a:pt x="609473" y="99872"/>
                  </a:lnTo>
                  <a:lnTo>
                    <a:pt x="680707" y="99872"/>
                  </a:lnTo>
                  <a:lnTo>
                    <a:pt x="681799" y="91528"/>
                  </a:lnTo>
                  <a:lnTo>
                    <a:pt x="682104" y="87160"/>
                  </a:lnTo>
                  <a:lnTo>
                    <a:pt x="682104" y="83985"/>
                  </a:lnTo>
                  <a:close/>
                </a:path>
                <a:path w="910589" h="1782445">
                  <a:moveTo>
                    <a:pt x="726084" y="1716849"/>
                  </a:moveTo>
                  <a:lnTo>
                    <a:pt x="716584" y="1683943"/>
                  </a:lnTo>
                  <a:lnTo>
                    <a:pt x="714578" y="1681226"/>
                  </a:lnTo>
                  <a:lnTo>
                    <a:pt x="707834" y="1676184"/>
                  </a:lnTo>
                  <a:lnTo>
                    <a:pt x="707415" y="1675879"/>
                  </a:lnTo>
                  <a:lnTo>
                    <a:pt x="707415" y="1715770"/>
                  </a:lnTo>
                  <a:lnTo>
                    <a:pt x="707415" y="1720951"/>
                  </a:lnTo>
                  <a:lnTo>
                    <a:pt x="707034" y="1726031"/>
                  </a:lnTo>
                  <a:lnTo>
                    <a:pt x="706132" y="1733664"/>
                  </a:lnTo>
                  <a:lnTo>
                    <a:pt x="703834" y="1740954"/>
                  </a:lnTo>
                  <a:lnTo>
                    <a:pt x="700112" y="1748053"/>
                  </a:lnTo>
                  <a:lnTo>
                    <a:pt x="697357" y="1753463"/>
                  </a:lnTo>
                  <a:lnTo>
                    <a:pt x="692912" y="1758467"/>
                  </a:lnTo>
                  <a:lnTo>
                    <a:pt x="687400" y="1762061"/>
                  </a:lnTo>
                  <a:lnTo>
                    <a:pt x="682396" y="1765198"/>
                  </a:lnTo>
                  <a:lnTo>
                    <a:pt x="676592" y="1766773"/>
                  </a:lnTo>
                  <a:lnTo>
                    <a:pt x="671677" y="1766557"/>
                  </a:lnTo>
                  <a:lnTo>
                    <a:pt x="670699" y="1766519"/>
                  </a:lnTo>
                  <a:lnTo>
                    <a:pt x="647420" y="1740281"/>
                  </a:lnTo>
                  <a:lnTo>
                    <a:pt x="646912" y="1735912"/>
                  </a:lnTo>
                  <a:lnTo>
                    <a:pt x="646912" y="1731454"/>
                  </a:lnTo>
                  <a:lnTo>
                    <a:pt x="647395" y="1727263"/>
                  </a:lnTo>
                  <a:lnTo>
                    <a:pt x="647293" y="1724799"/>
                  </a:lnTo>
                  <a:lnTo>
                    <a:pt x="664311" y="1690179"/>
                  </a:lnTo>
                  <a:lnTo>
                    <a:pt x="683412" y="1683943"/>
                  </a:lnTo>
                  <a:lnTo>
                    <a:pt x="689648" y="1683981"/>
                  </a:lnTo>
                  <a:lnTo>
                    <a:pt x="706983" y="1709788"/>
                  </a:lnTo>
                  <a:lnTo>
                    <a:pt x="707415" y="1715770"/>
                  </a:lnTo>
                  <a:lnTo>
                    <a:pt x="707415" y="1675879"/>
                  </a:lnTo>
                  <a:lnTo>
                    <a:pt x="701052" y="1671218"/>
                  </a:lnTo>
                  <a:lnTo>
                    <a:pt x="692873" y="1668640"/>
                  </a:lnTo>
                  <a:lnTo>
                    <a:pt x="684428" y="1668767"/>
                  </a:lnTo>
                  <a:lnTo>
                    <a:pt x="646938" y="1684972"/>
                  </a:lnTo>
                  <a:lnTo>
                    <a:pt x="629488" y="1727263"/>
                  </a:lnTo>
                  <a:lnTo>
                    <a:pt x="629259" y="1735912"/>
                  </a:lnTo>
                  <a:lnTo>
                    <a:pt x="629577" y="1741170"/>
                  </a:lnTo>
                  <a:lnTo>
                    <a:pt x="653821" y="1779358"/>
                  </a:lnTo>
                  <a:lnTo>
                    <a:pt x="662000" y="1781987"/>
                  </a:lnTo>
                  <a:lnTo>
                    <a:pt x="670394" y="1781911"/>
                  </a:lnTo>
                  <a:lnTo>
                    <a:pt x="707212" y="1766773"/>
                  </a:lnTo>
                  <a:lnTo>
                    <a:pt x="725614" y="1726158"/>
                  </a:lnTo>
                  <a:lnTo>
                    <a:pt x="725639" y="1723910"/>
                  </a:lnTo>
                  <a:lnTo>
                    <a:pt x="726084" y="1716849"/>
                  </a:lnTo>
                  <a:close/>
                </a:path>
                <a:path w="910589" h="1782445">
                  <a:moveTo>
                    <a:pt x="808697" y="1670202"/>
                  </a:moveTo>
                  <a:lnTo>
                    <a:pt x="802970" y="1668805"/>
                  </a:lnTo>
                  <a:lnTo>
                    <a:pt x="791972" y="1669681"/>
                  </a:lnTo>
                  <a:lnTo>
                    <a:pt x="784517" y="1672590"/>
                  </a:lnTo>
                  <a:lnTo>
                    <a:pt x="778014" y="1677225"/>
                  </a:lnTo>
                  <a:lnTo>
                    <a:pt x="772782" y="1683435"/>
                  </a:lnTo>
                  <a:lnTo>
                    <a:pt x="775500" y="1670710"/>
                  </a:lnTo>
                  <a:lnTo>
                    <a:pt x="757821" y="1670710"/>
                  </a:lnTo>
                  <a:lnTo>
                    <a:pt x="739000" y="1779574"/>
                  </a:lnTo>
                  <a:lnTo>
                    <a:pt x="757186" y="1779574"/>
                  </a:lnTo>
                  <a:lnTo>
                    <a:pt x="770534" y="1702257"/>
                  </a:lnTo>
                  <a:lnTo>
                    <a:pt x="775627" y="1695577"/>
                  </a:lnTo>
                  <a:lnTo>
                    <a:pt x="782167" y="1690585"/>
                  </a:lnTo>
                  <a:lnTo>
                    <a:pt x="789787" y="1687487"/>
                  </a:lnTo>
                  <a:lnTo>
                    <a:pt x="798093" y="1686483"/>
                  </a:lnTo>
                  <a:lnTo>
                    <a:pt x="806653" y="1687372"/>
                  </a:lnTo>
                  <a:lnTo>
                    <a:pt x="808697" y="1670202"/>
                  </a:lnTo>
                  <a:close/>
                </a:path>
                <a:path w="910589" h="1782445">
                  <a:moveTo>
                    <a:pt x="910018" y="1670380"/>
                  </a:moveTo>
                  <a:lnTo>
                    <a:pt x="886320" y="1670380"/>
                  </a:lnTo>
                  <a:lnTo>
                    <a:pt x="847648" y="1705902"/>
                  </a:lnTo>
                  <a:lnTo>
                    <a:pt x="836549" y="1717090"/>
                  </a:lnTo>
                  <a:lnTo>
                    <a:pt x="852652" y="1624799"/>
                  </a:lnTo>
                  <a:lnTo>
                    <a:pt x="834428" y="1624799"/>
                  </a:lnTo>
                  <a:lnTo>
                    <a:pt x="807669" y="1779574"/>
                  </a:lnTo>
                  <a:lnTo>
                    <a:pt x="825868" y="1779574"/>
                  </a:lnTo>
                  <a:lnTo>
                    <a:pt x="832307" y="1742224"/>
                  </a:lnTo>
                  <a:lnTo>
                    <a:pt x="846632" y="1729384"/>
                  </a:lnTo>
                  <a:lnTo>
                    <a:pt x="874026" y="1779231"/>
                  </a:lnTo>
                  <a:lnTo>
                    <a:pt x="894372" y="1779231"/>
                  </a:lnTo>
                  <a:lnTo>
                    <a:pt x="859955" y="1716798"/>
                  </a:lnTo>
                  <a:lnTo>
                    <a:pt x="910018" y="1670380"/>
                  </a:lnTo>
                  <a:close/>
                </a:path>
              </a:pathLst>
            </a:custGeom>
            <a:solidFill>
              <a:srgbClr val="6C6D70"/>
            </a:solidFill>
          </p:spPr>
          <p:txBody>
            <a:bodyPr wrap="square" lIns="0" tIns="0" rIns="0" bIns="0" rtlCol="0"/>
            <a:lstStyle/>
            <a:p>
              <a:endParaRPr/>
            </a:p>
          </p:txBody>
        </p:sp>
        <p:sp>
          <p:nvSpPr>
            <p:cNvPr id="59" name="object 59"/>
            <p:cNvSpPr/>
            <p:nvPr/>
          </p:nvSpPr>
          <p:spPr>
            <a:xfrm>
              <a:off x="3483568" y="5502548"/>
              <a:ext cx="388722" cy="150405"/>
            </a:xfrm>
            <a:prstGeom prst="rect">
              <a:avLst/>
            </a:prstGeom>
            <a:blipFill>
              <a:blip r:embed="rId13" cstate="print"/>
              <a:stretch>
                <a:fillRect/>
              </a:stretch>
            </a:blipFill>
          </p:spPr>
          <p:txBody>
            <a:bodyPr wrap="square" lIns="0" tIns="0" rIns="0" bIns="0" rtlCol="0"/>
            <a:lstStyle/>
            <a:p>
              <a:endParaRPr/>
            </a:p>
          </p:txBody>
        </p:sp>
        <p:sp>
          <p:nvSpPr>
            <p:cNvPr id="60" name="object 60"/>
            <p:cNvSpPr/>
            <p:nvPr/>
          </p:nvSpPr>
          <p:spPr>
            <a:xfrm>
              <a:off x="4473105" y="3324491"/>
              <a:ext cx="145415" cy="584200"/>
            </a:xfrm>
            <a:custGeom>
              <a:avLst/>
              <a:gdLst/>
              <a:ahLst/>
              <a:cxnLst/>
              <a:rect l="l" t="t" r="r" b="b"/>
              <a:pathLst>
                <a:path w="145414" h="584200">
                  <a:moveTo>
                    <a:pt x="144995" y="555294"/>
                  </a:moveTo>
                  <a:lnTo>
                    <a:pt x="142748" y="544118"/>
                  </a:lnTo>
                  <a:lnTo>
                    <a:pt x="136588" y="535000"/>
                  </a:lnTo>
                  <a:lnTo>
                    <a:pt x="127469" y="528853"/>
                  </a:lnTo>
                  <a:lnTo>
                    <a:pt x="123545" y="528066"/>
                  </a:lnTo>
                  <a:lnTo>
                    <a:pt x="123545" y="28219"/>
                  </a:lnTo>
                  <a:lnTo>
                    <a:pt x="123545" y="20599"/>
                  </a:lnTo>
                  <a:lnTo>
                    <a:pt x="55765" y="20599"/>
                  </a:lnTo>
                  <a:lnTo>
                    <a:pt x="51777" y="11734"/>
                  </a:lnTo>
                  <a:lnTo>
                    <a:pt x="43459" y="3962"/>
                  </a:lnTo>
                  <a:lnTo>
                    <a:pt x="32778" y="0"/>
                  </a:lnTo>
                  <a:lnTo>
                    <a:pt x="21780" y="431"/>
                  </a:lnTo>
                  <a:lnTo>
                    <a:pt x="11747" y="4965"/>
                  </a:lnTo>
                  <a:lnTo>
                    <a:pt x="3949" y="13284"/>
                  </a:lnTo>
                  <a:lnTo>
                    <a:pt x="0" y="23964"/>
                  </a:lnTo>
                  <a:lnTo>
                    <a:pt x="444" y="34963"/>
                  </a:lnTo>
                  <a:lnTo>
                    <a:pt x="4965" y="44970"/>
                  </a:lnTo>
                  <a:lnTo>
                    <a:pt x="13271" y="52755"/>
                  </a:lnTo>
                  <a:lnTo>
                    <a:pt x="23964" y="56718"/>
                  </a:lnTo>
                  <a:lnTo>
                    <a:pt x="34950" y="56273"/>
                  </a:lnTo>
                  <a:lnTo>
                    <a:pt x="44983" y="51739"/>
                  </a:lnTo>
                  <a:lnTo>
                    <a:pt x="52793" y="43421"/>
                  </a:lnTo>
                  <a:lnTo>
                    <a:pt x="55587" y="35839"/>
                  </a:lnTo>
                  <a:lnTo>
                    <a:pt x="108280" y="35839"/>
                  </a:lnTo>
                  <a:lnTo>
                    <a:pt x="108280" y="528218"/>
                  </a:lnTo>
                  <a:lnTo>
                    <a:pt x="105143" y="528853"/>
                  </a:lnTo>
                  <a:lnTo>
                    <a:pt x="96012" y="535000"/>
                  </a:lnTo>
                  <a:lnTo>
                    <a:pt x="89852" y="544118"/>
                  </a:lnTo>
                  <a:lnTo>
                    <a:pt x="87591" y="555294"/>
                  </a:lnTo>
                  <a:lnTo>
                    <a:pt x="89852" y="566470"/>
                  </a:lnTo>
                  <a:lnTo>
                    <a:pt x="96012" y="575589"/>
                  </a:lnTo>
                  <a:lnTo>
                    <a:pt x="105143" y="581736"/>
                  </a:lnTo>
                  <a:lnTo>
                    <a:pt x="116293" y="583996"/>
                  </a:lnTo>
                  <a:lnTo>
                    <a:pt x="127469" y="581736"/>
                  </a:lnTo>
                  <a:lnTo>
                    <a:pt x="136588" y="575589"/>
                  </a:lnTo>
                  <a:lnTo>
                    <a:pt x="142748" y="566470"/>
                  </a:lnTo>
                  <a:lnTo>
                    <a:pt x="144995" y="555294"/>
                  </a:lnTo>
                  <a:close/>
                </a:path>
              </a:pathLst>
            </a:custGeom>
            <a:solidFill>
              <a:srgbClr val="6C6D70"/>
            </a:solidFill>
          </p:spPr>
          <p:txBody>
            <a:bodyPr wrap="square" lIns="0" tIns="0" rIns="0" bIns="0" rtlCol="0"/>
            <a:lstStyle/>
            <a:p>
              <a:endParaRPr/>
            </a:p>
          </p:txBody>
        </p:sp>
        <p:sp>
          <p:nvSpPr>
            <p:cNvPr id="61" name="object 61"/>
            <p:cNvSpPr/>
            <p:nvPr/>
          </p:nvSpPr>
          <p:spPr>
            <a:xfrm>
              <a:off x="3292238" y="3244849"/>
              <a:ext cx="236566" cy="186053"/>
            </a:xfrm>
            <a:prstGeom prst="rect">
              <a:avLst/>
            </a:prstGeom>
            <a:blipFill>
              <a:blip r:embed="rId14" cstate="print"/>
              <a:stretch>
                <a:fillRect/>
              </a:stretch>
            </a:blipFill>
          </p:spPr>
          <p:txBody>
            <a:bodyPr wrap="square" lIns="0" tIns="0" rIns="0" bIns="0" rtlCol="0"/>
            <a:lstStyle/>
            <a:p>
              <a:endParaRPr/>
            </a:p>
          </p:txBody>
        </p:sp>
        <p:sp>
          <p:nvSpPr>
            <p:cNvPr id="62" name="object 62"/>
            <p:cNvSpPr/>
            <p:nvPr/>
          </p:nvSpPr>
          <p:spPr>
            <a:xfrm>
              <a:off x="3549747" y="3279440"/>
              <a:ext cx="94202" cy="151589"/>
            </a:xfrm>
            <a:prstGeom prst="rect">
              <a:avLst/>
            </a:prstGeom>
            <a:blipFill>
              <a:blip r:embed="rId15" cstate="print"/>
              <a:stretch>
                <a:fillRect/>
              </a:stretch>
            </a:blipFill>
          </p:spPr>
          <p:txBody>
            <a:bodyPr wrap="square" lIns="0" tIns="0" rIns="0" bIns="0" rtlCol="0"/>
            <a:lstStyle/>
            <a:p>
              <a:endParaRPr/>
            </a:p>
          </p:txBody>
        </p:sp>
        <p:sp>
          <p:nvSpPr>
            <p:cNvPr id="63" name="object 63"/>
            <p:cNvSpPr/>
            <p:nvPr/>
          </p:nvSpPr>
          <p:spPr>
            <a:xfrm>
              <a:off x="3666033" y="3236391"/>
              <a:ext cx="80010" cy="154305"/>
            </a:xfrm>
            <a:custGeom>
              <a:avLst/>
              <a:gdLst/>
              <a:ahLst/>
              <a:cxnLst/>
              <a:rect l="l" t="t" r="r" b="b"/>
              <a:pathLst>
                <a:path w="80010" h="154304">
                  <a:moveTo>
                    <a:pt x="24218" y="0"/>
                  </a:moveTo>
                  <a:lnTo>
                    <a:pt x="0" y="0"/>
                  </a:lnTo>
                  <a:lnTo>
                    <a:pt x="0" y="153822"/>
                  </a:lnTo>
                  <a:lnTo>
                    <a:pt x="24218" y="153822"/>
                  </a:lnTo>
                  <a:lnTo>
                    <a:pt x="24218" y="0"/>
                  </a:lnTo>
                  <a:close/>
                </a:path>
                <a:path w="80010" h="154304">
                  <a:moveTo>
                    <a:pt x="77025" y="45389"/>
                  </a:moveTo>
                  <a:lnTo>
                    <a:pt x="52692" y="45389"/>
                  </a:lnTo>
                  <a:lnTo>
                    <a:pt x="52692" y="153822"/>
                  </a:lnTo>
                  <a:lnTo>
                    <a:pt x="77025" y="153822"/>
                  </a:lnTo>
                  <a:lnTo>
                    <a:pt x="77025" y="45389"/>
                  </a:lnTo>
                  <a:close/>
                </a:path>
                <a:path w="80010" h="154304">
                  <a:moveTo>
                    <a:pt x="79578" y="13208"/>
                  </a:moveTo>
                  <a:lnTo>
                    <a:pt x="74701" y="8039"/>
                  </a:lnTo>
                  <a:lnTo>
                    <a:pt x="71945" y="5461"/>
                  </a:lnTo>
                  <a:lnTo>
                    <a:pt x="68846" y="4267"/>
                  </a:lnTo>
                  <a:lnTo>
                    <a:pt x="68300" y="4051"/>
                  </a:lnTo>
                  <a:lnTo>
                    <a:pt x="64528" y="4267"/>
                  </a:lnTo>
                  <a:lnTo>
                    <a:pt x="60756" y="4013"/>
                  </a:lnTo>
                  <a:lnTo>
                    <a:pt x="57061" y="5410"/>
                  </a:lnTo>
                  <a:lnTo>
                    <a:pt x="54343" y="8039"/>
                  </a:lnTo>
                  <a:lnTo>
                    <a:pt x="51930" y="10502"/>
                  </a:lnTo>
                  <a:lnTo>
                    <a:pt x="50622" y="13843"/>
                  </a:lnTo>
                  <a:lnTo>
                    <a:pt x="50787" y="17284"/>
                  </a:lnTo>
                  <a:lnTo>
                    <a:pt x="50660" y="20713"/>
                  </a:lnTo>
                  <a:lnTo>
                    <a:pt x="51930" y="24015"/>
                  </a:lnTo>
                  <a:lnTo>
                    <a:pt x="54343" y="26441"/>
                  </a:lnTo>
                  <a:lnTo>
                    <a:pt x="57061" y="29070"/>
                  </a:lnTo>
                  <a:lnTo>
                    <a:pt x="60756" y="30378"/>
                  </a:lnTo>
                  <a:lnTo>
                    <a:pt x="64528" y="30124"/>
                  </a:lnTo>
                  <a:lnTo>
                    <a:pt x="68249" y="30378"/>
                  </a:lnTo>
                  <a:lnTo>
                    <a:pt x="68948" y="30124"/>
                  </a:lnTo>
                  <a:lnTo>
                    <a:pt x="71945" y="29019"/>
                  </a:lnTo>
                  <a:lnTo>
                    <a:pt x="74701" y="26441"/>
                  </a:lnTo>
                  <a:lnTo>
                    <a:pt x="79578" y="21310"/>
                  </a:lnTo>
                  <a:lnTo>
                    <a:pt x="79578" y="13208"/>
                  </a:lnTo>
                  <a:close/>
                </a:path>
              </a:pathLst>
            </a:custGeom>
            <a:solidFill>
              <a:srgbClr val="6C6D70"/>
            </a:solidFill>
          </p:spPr>
          <p:txBody>
            <a:bodyPr wrap="square" lIns="0" tIns="0" rIns="0" bIns="0" rtlCol="0"/>
            <a:lstStyle/>
            <a:p>
              <a:endParaRPr/>
            </a:p>
          </p:txBody>
        </p:sp>
        <p:sp>
          <p:nvSpPr>
            <p:cNvPr id="64" name="object 64"/>
            <p:cNvSpPr/>
            <p:nvPr/>
          </p:nvSpPr>
          <p:spPr>
            <a:xfrm>
              <a:off x="3764787" y="3240441"/>
              <a:ext cx="437975" cy="151669"/>
            </a:xfrm>
            <a:prstGeom prst="rect">
              <a:avLst/>
            </a:prstGeom>
            <a:blipFill>
              <a:blip r:embed="rId16" cstate="print"/>
              <a:stretch>
                <a:fillRect/>
              </a:stretch>
            </a:blipFill>
          </p:spPr>
          <p:txBody>
            <a:bodyPr wrap="square" lIns="0" tIns="0" rIns="0" bIns="0" rtlCol="0"/>
            <a:lstStyle/>
            <a:p>
              <a:endParaRPr/>
            </a:p>
          </p:txBody>
        </p:sp>
        <p:sp>
          <p:nvSpPr>
            <p:cNvPr id="65" name="object 65"/>
            <p:cNvSpPr/>
            <p:nvPr/>
          </p:nvSpPr>
          <p:spPr>
            <a:xfrm>
              <a:off x="4223028" y="3279737"/>
              <a:ext cx="89411" cy="110470"/>
            </a:xfrm>
            <a:prstGeom prst="rect">
              <a:avLst/>
            </a:prstGeom>
            <a:blipFill>
              <a:blip r:embed="rId17" cstate="print"/>
              <a:stretch>
                <a:fillRect/>
              </a:stretch>
            </a:blipFill>
          </p:spPr>
          <p:txBody>
            <a:bodyPr wrap="square" lIns="0" tIns="0" rIns="0" bIns="0" rtlCol="0"/>
            <a:lstStyle/>
            <a:p>
              <a:endParaRPr/>
            </a:p>
          </p:txBody>
        </p:sp>
        <p:sp>
          <p:nvSpPr>
            <p:cNvPr id="66" name="object 66"/>
            <p:cNvSpPr/>
            <p:nvPr/>
          </p:nvSpPr>
          <p:spPr>
            <a:xfrm>
              <a:off x="4333001" y="3279741"/>
              <a:ext cx="89623" cy="112035"/>
            </a:xfrm>
            <a:prstGeom prst="rect">
              <a:avLst/>
            </a:prstGeom>
            <a:blipFill>
              <a:blip r:embed="rId18" cstate="print"/>
              <a:stretch>
                <a:fillRect/>
              </a:stretch>
            </a:blipFill>
          </p:spPr>
          <p:txBody>
            <a:bodyPr wrap="square" lIns="0" tIns="0" rIns="0" bIns="0" rtlCol="0"/>
            <a:lstStyle/>
            <a:p>
              <a:endParaRPr/>
            </a:p>
          </p:txBody>
        </p:sp>
        <p:sp>
          <p:nvSpPr>
            <p:cNvPr id="67" name="object 67"/>
            <p:cNvSpPr/>
            <p:nvPr/>
          </p:nvSpPr>
          <p:spPr>
            <a:xfrm>
              <a:off x="3292322" y="3455744"/>
              <a:ext cx="1297305" cy="15875"/>
            </a:xfrm>
            <a:custGeom>
              <a:avLst/>
              <a:gdLst/>
              <a:ahLst/>
              <a:cxnLst/>
              <a:rect l="l" t="t" r="r" b="b"/>
              <a:pathLst>
                <a:path w="1297304" h="15875">
                  <a:moveTo>
                    <a:pt x="1296704" y="0"/>
                  </a:moveTo>
                  <a:lnTo>
                    <a:pt x="0" y="0"/>
                  </a:lnTo>
                  <a:lnTo>
                    <a:pt x="0" y="15260"/>
                  </a:lnTo>
                  <a:lnTo>
                    <a:pt x="1296704" y="15260"/>
                  </a:lnTo>
                  <a:lnTo>
                    <a:pt x="1296704" y="0"/>
                  </a:lnTo>
                  <a:close/>
                </a:path>
              </a:pathLst>
            </a:custGeom>
            <a:solidFill>
              <a:srgbClr val="6C6D70"/>
            </a:solidFill>
          </p:spPr>
          <p:txBody>
            <a:bodyPr wrap="square" lIns="0" tIns="0" rIns="0" bIns="0" rtlCol="0"/>
            <a:lstStyle/>
            <a:p>
              <a:endParaRPr/>
            </a:p>
          </p:txBody>
        </p:sp>
        <p:sp>
          <p:nvSpPr>
            <p:cNvPr id="68" name="object 68"/>
            <p:cNvSpPr/>
            <p:nvPr/>
          </p:nvSpPr>
          <p:spPr>
            <a:xfrm>
              <a:off x="6036065" y="3240653"/>
              <a:ext cx="1159258" cy="655702"/>
            </a:xfrm>
            <a:prstGeom prst="rect">
              <a:avLst/>
            </a:prstGeom>
            <a:blipFill>
              <a:blip r:embed="rId19" cstate="print"/>
              <a:stretch>
                <a:fillRect/>
              </a:stretch>
            </a:blipFill>
          </p:spPr>
          <p:txBody>
            <a:bodyPr wrap="square" lIns="0" tIns="0" rIns="0" bIns="0" rtlCol="0"/>
            <a:lstStyle/>
            <a:p>
              <a:endParaRPr/>
            </a:p>
          </p:txBody>
        </p:sp>
        <p:sp>
          <p:nvSpPr>
            <p:cNvPr id="69" name="object 69"/>
            <p:cNvSpPr/>
            <p:nvPr/>
          </p:nvSpPr>
          <p:spPr>
            <a:xfrm>
              <a:off x="2618236" y="3538661"/>
              <a:ext cx="467359" cy="92075"/>
            </a:xfrm>
            <a:custGeom>
              <a:avLst/>
              <a:gdLst/>
              <a:ahLst/>
              <a:cxnLst/>
              <a:rect l="l" t="t" r="r" b="b"/>
              <a:pathLst>
                <a:path w="467360" h="92075">
                  <a:moveTo>
                    <a:pt x="233428" y="0"/>
                  </a:moveTo>
                  <a:lnTo>
                    <a:pt x="159645" y="2345"/>
                  </a:lnTo>
                  <a:lnTo>
                    <a:pt x="95566" y="8877"/>
                  </a:lnTo>
                  <a:lnTo>
                    <a:pt x="45036" y="18834"/>
                  </a:lnTo>
                  <a:lnTo>
                    <a:pt x="0" y="45994"/>
                  </a:lnTo>
                  <a:lnTo>
                    <a:pt x="11899" y="60523"/>
                  </a:lnTo>
                  <a:lnTo>
                    <a:pt x="45036" y="73138"/>
                  </a:lnTo>
                  <a:lnTo>
                    <a:pt x="95566" y="83083"/>
                  </a:lnTo>
                  <a:lnTo>
                    <a:pt x="159645" y="89604"/>
                  </a:lnTo>
                  <a:lnTo>
                    <a:pt x="233428" y="91945"/>
                  </a:lnTo>
                  <a:lnTo>
                    <a:pt x="307191" y="89604"/>
                  </a:lnTo>
                  <a:lnTo>
                    <a:pt x="371257" y="83083"/>
                  </a:lnTo>
                  <a:lnTo>
                    <a:pt x="421781" y="73138"/>
                  </a:lnTo>
                  <a:lnTo>
                    <a:pt x="454915" y="60523"/>
                  </a:lnTo>
                  <a:lnTo>
                    <a:pt x="466815" y="45994"/>
                  </a:lnTo>
                  <a:lnTo>
                    <a:pt x="454915" y="31460"/>
                  </a:lnTo>
                  <a:lnTo>
                    <a:pt x="421781" y="18834"/>
                  </a:lnTo>
                  <a:lnTo>
                    <a:pt x="371257" y="8877"/>
                  </a:lnTo>
                  <a:lnTo>
                    <a:pt x="307191" y="2345"/>
                  </a:lnTo>
                  <a:lnTo>
                    <a:pt x="233428" y="0"/>
                  </a:lnTo>
                  <a:close/>
                </a:path>
              </a:pathLst>
            </a:custGeom>
            <a:solidFill>
              <a:srgbClr val="D1D2D3"/>
            </a:solidFill>
          </p:spPr>
          <p:txBody>
            <a:bodyPr wrap="square" lIns="0" tIns="0" rIns="0" bIns="0" rtlCol="0"/>
            <a:lstStyle/>
            <a:p>
              <a:endParaRPr/>
            </a:p>
          </p:txBody>
        </p:sp>
        <p:sp>
          <p:nvSpPr>
            <p:cNvPr id="70" name="object 70"/>
            <p:cNvSpPr/>
            <p:nvPr/>
          </p:nvSpPr>
          <p:spPr>
            <a:xfrm>
              <a:off x="2617626" y="3584655"/>
              <a:ext cx="467995" cy="252729"/>
            </a:xfrm>
            <a:custGeom>
              <a:avLst/>
              <a:gdLst/>
              <a:ahLst/>
              <a:cxnLst/>
              <a:rect l="l" t="t" r="r" b="b"/>
              <a:pathLst>
                <a:path w="467994" h="252729">
                  <a:moveTo>
                    <a:pt x="467425" y="0"/>
                  </a:moveTo>
                  <a:lnTo>
                    <a:pt x="422574" y="27077"/>
                  </a:lnTo>
                  <a:lnTo>
                    <a:pt x="372142" y="37010"/>
                  </a:lnTo>
                  <a:lnTo>
                    <a:pt x="308046" y="43526"/>
                  </a:lnTo>
                  <a:lnTo>
                    <a:pt x="234039" y="45866"/>
                  </a:lnTo>
                  <a:lnTo>
                    <a:pt x="159948" y="43526"/>
                  </a:lnTo>
                  <a:lnTo>
                    <a:pt x="95687" y="37010"/>
                  </a:lnTo>
                  <a:lnTo>
                    <a:pt x="45068" y="27077"/>
                  </a:lnTo>
                  <a:lnTo>
                    <a:pt x="11902" y="14488"/>
                  </a:lnTo>
                  <a:lnTo>
                    <a:pt x="0" y="0"/>
                  </a:lnTo>
                  <a:lnTo>
                    <a:pt x="0" y="206189"/>
                  </a:lnTo>
                  <a:lnTo>
                    <a:pt x="45251" y="233458"/>
                  </a:lnTo>
                  <a:lnTo>
                    <a:pt x="95962" y="243379"/>
                  </a:lnTo>
                  <a:lnTo>
                    <a:pt x="160192" y="249862"/>
                  </a:lnTo>
                  <a:lnTo>
                    <a:pt x="234039" y="252183"/>
                  </a:lnTo>
                  <a:lnTo>
                    <a:pt x="307802" y="249841"/>
                  </a:lnTo>
                  <a:lnTo>
                    <a:pt x="371868" y="243318"/>
                  </a:lnTo>
                  <a:lnTo>
                    <a:pt x="422391" y="233367"/>
                  </a:lnTo>
                  <a:lnTo>
                    <a:pt x="455526" y="220739"/>
                  </a:lnTo>
                  <a:lnTo>
                    <a:pt x="467425" y="206189"/>
                  </a:lnTo>
                  <a:lnTo>
                    <a:pt x="467425" y="0"/>
                  </a:lnTo>
                  <a:close/>
                </a:path>
              </a:pathLst>
            </a:custGeom>
            <a:solidFill>
              <a:srgbClr val="0071CA"/>
            </a:solidFill>
          </p:spPr>
          <p:txBody>
            <a:bodyPr wrap="square" lIns="0" tIns="0" rIns="0" bIns="0" rtlCol="0"/>
            <a:lstStyle/>
            <a:p>
              <a:endParaRPr/>
            </a:p>
          </p:txBody>
        </p:sp>
        <p:sp>
          <p:nvSpPr>
            <p:cNvPr id="71" name="object 71"/>
            <p:cNvSpPr/>
            <p:nvPr/>
          </p:nvSpPr>
          <p:spPr>
            <a:xfrm>
              <a:off x="2690071" y="3441883"/>
              <a:ext cx="323215" cy="174625"/>
            </a:xfrm>
            <a:custGeom>
              <a:avLst/>
              <a:gdLst/>
              <a:ahLst/>
              <a:cxnLst/>
              <a:rect l="l" t="t" r="r" b="b"/>
              <a:pathLst>
                <a:path w="323214" h="174625">
                  <a:moveTo>
                    <a:pt x="323035" y="0"/>
                  </a:moveTo>
                  <a:lnTo>
                    <a:pt x="310354" y="12400"/>
                  </a:lnTo>
                  <a:lnTo>
                    <a:pt x="275764" y="22488"/>
                  </a:lnTo>
                  <a:lnTo>
                    <a:pt x="224450" y="29269"/>
                  </a:lnTo>
                  <a:lnTo>
                    <a:pt x="161594" y="31750"/>
                  </a:lnTo>
                  <a:lnTo>
                    <a:pt x="98695" y="29269"/>
                  </a:lnTo>
                  <a:lnTo>
                    <a:pt x="47331" y="22488"/>
                  </a:lnTo>
                  <a:lnTo>
                    <a:pt x="12699" y="12400"/>
                  </a:lnTo>
                  <a:lnTo>
                    <a:pt x="0" y="0"/>
                  </a:lnTo>
                  <a:lnTo>
                    <a:pt x="0" y="142433"/>
                  </a:lnTo>
                  <a:lnTo>
                    <a:pt x="12711" y="154780"/>
                  </a:lnTo>
                  <a:lnTo>
                    <a:pt x="47363" y="164874"/>
                  </a:lnTo>
                  <a:lnTo>
                    <a:pt x="98731" y="171685"/>
                  </a:lnTo>
                  <a:lnTo>
                    <a:pt x="161594" y="174184"/>
                  </a:lnTo>
                  <a:lnTo>
                    <a:pt x="224414" y="171685"/>
                  </a:lnTo>
                  <a:lnTo>
                    <a:pt x="275732" y="164874"/>
                  </a:lnTo>
                  <a:lnTo>
                    <a:pt x="310342" y="154780"/>
                  </a:lnTo>
                  <a:lnTo>
                    <a:pt x="323035" y="142433"/>
                  </a:lnTo>
                  <a:lnTo>
                    <a:pt x="323035" y="0"/>
                  </a:lnTo>
                  <a:close/>
                </a:path>
              </a:pathLst>
            </a:custGeom>
            <a:solidFill>
              <a:srgbClr val="BBBDC0"/>
            </a:solidFill>
          </p:spPr>
          <p:txBody>
            <a:bodyPr wrap="square" lIns="0" tIns="0" rIns="0" bIns="0" rtlCol="0"/>
            <a:lstStyle/>
            <a:p>
              <a:endParaRPr/>
            </a:p>
          </p:txBody>
        </p:sp>
        <p:sp>
          <p:nvSpPr>
            <p:cNvPr id="72" name="object 72"/>
            <p:cNvSpPr/>
            <p:nvPr/>
          </p:nvSpPr>
          <p:spPr>
            <a:xfrm>
              <a:off x="2618236" y="3198940"/>
              <a:ext cx="467359" cy="92075"/>
            </a:xfrm>
            <a:custGeom>
              <a:avLst/>
              <a:gdLst/>
              <a:ahLst/>
              <a:cxnLst/>
              <a:rect l="l" t="t" r="r" b="b"/>
              <a:pathLst>
                <a:path w="467360" h="92075">
                  <a:moveTo>
                    <a:pt x="233428" y="0"/>
                  </a:moveTo>
                  <a:lnTo>
                    <a:pt x="159645" y="2345"/>
                  </a:lnTo>
                  <a:lnTo>
                    <a:pt x="95566" y="8877"/>
                  </a:lnTo>
                  <a:lnTo>
                    <a:pt x="45036" y="18834"/>
                  </a:lnTo>
                  <a:lnTo>
                    <a:pt x="0" y="45994"/>
                  </a:lnTo>
                  <a:lnTo>
                    <a:pt x="11899" y="60528"/>
                  </a:lnTo>
                  <a:lnTo>
                    <a:pt x="45036" y="73153"/>
                  </a:lnTo>
                  <a:lnTo>
                    <a:pt x="95566" y="83111"/>
                  </a:lnTo>
                  <a:lnTo>
                    <a:pt x="159645" y="89642"/>
                  </a:lnTo>
                  <a:lnTo>
                    <a:pt x="233428" y="91988"/>
                  </a:lnTo>
                  <a:lnTo>
                    <a:pt x="307191" y="89642"/>
                  </a:lnTo>
                  <a:lnTo>
                    <a:pt x="371257" y="83111"/>
                  </a:lnTo>
                  <a:lnTo>
                    <a:pt x="421781" y="73153"/>
                  </a:lnTo>
                  <a:lnTo>
                    <a:pt x="454915" y="60528"/>
                  </a:lnTo>
                  <a:lnTo>
                    <a:pt x="466815" y="45994"/>
                  </a:lnTo>
                  <a:lnTo>
                    <a:pt x="454915" y="31460"/>
                  </a:lnTo>
                  <a:lnTo>
                    <a:pt x="421781" y="18834"/>
                  </a:lnTo>
                  <a:lnTo>
                    <a:pt x="371257" y="8877"/>
                  </a:lnTo>
                  <a:lnTo>
                    <a:pt x="307191" y="2345"/>
                  </a:lnTo>
                  <a:lnTo>
                    <a:pt x="233428" y="0"/>
                  </a:lnTo>
                  <a:close/>
                </a:path>
              </a:pathLst>
            </a:custGeom>
            <a:solidFill>
              <a:srgbClr val="D1D2D3"/>
            </a:solidFill>
          </p:spPr>
          <p:txBody>
            <a:bodyPr wrap="square" lIns="0" tIns="0" rIns="0" bIns="0" rtlCol="0"/>
            <a:lstStyle/>
            <a:p>
              <a:endParaRPr/>
            </a:p>
          </p:txBody>
        </p:sp>
        <p:sp>
          <p:nvSpPr>
            <p:cNvPr id="73" name="object 73"/>
            <p:cNvSpPr/>
            <p:nvPr/>
          </p:nvSpPr>
          <p:spPr>
            <a:xfrm>
              <a:off x="2617626" y="3244934"/>
              <a:ext cx="467995" cy="252729"/>
            </a:xfrm>
            <a:custGeom>
              <a:avLst/>
              <a:gdLst/>
              <a:ahLst/>
              <a:cxnLst/>
              <a:rect l="l" t="t" r="r" b="b"/>
              <a:pathLst>
                <a:path w="467994" h="252729">
                  <a:moveTo>
                    <a:pt x="467425" y="0"/>
                  </a:moveTo>
                  <a:lnTo>
                    <a:pt x="422574" y="27177"/>
                  </a:lnTo>
                  <a:lnTo>
                    <a:pt x="372142" y="37129"/>
                  </a:lnTo>
                  <a:lnTo>
                    <a:pt x="308046" y="43652"/>
                  </a:lnTo>
                  <a:lnTo>
                    <a:pt x="234039" y="45994"/>
                  </a:lnTo>
                  <a:lnTo>
                    <a:pt x="159948" y="43652"/>
                  </a:lnTo>
                  <a:lnTo>
                    <a:pt x="95687" y="37129"/>
                  </a:lnTo>
                  <a:lnTo>
                    <a:pt x="45068" y="27177"/>
                  </a:lnTo>
                  <a:lnTo>
                    <a:pt x="11902" y="14550"/>
                  </a:lnTo>
                  <a:lnTo>
                    <a:pt x="0" y="0"/>
                  </a:lnTo>
                  <a:lnTo>
                    <a:pt x="0" y="206316"/>
                  </a:lnTo>
                  <a:lnTo>
                    <a:pt x="45251" y="233585"/>
                  </a:lnTo>
                  <a:lnTo>
                    <a:pt x="95962" y="243507"/>
                  </a:lnTo>
                  <a:lnTo>
                    <a:pt x="160192" y="249989"/>
                  </a:lnTo>
                  <a:lnTo>
                    <a:pt x="234039" y="252310"/>
                  </a:lnTo>
                  <a:lnTo>
                    <a:pt x="307802" y="249969"/>
                  </a:lnTo>
                  <a:lnTo>
                    <a:pt x="371868" y="243446"/>
                  </a:lnTo>
                  <a:lnTo>
                    <a:pt x="422391" y="233494"/>
                  </a:lnTo>
                  <a:lnTo>
                    <a:pt x="455526" y="220866"/>
                  </a:lnTo>
                  <a:lnTo>
                    <a:pt x="467425" y="206316"/>
                  </a:lnTo>
                  <a:lnTo>
                    <a:pt x="467425" y="0"/>
                  </a:lnTo>
                  <a:close/>
                </a:path>
              </a:pathLst>
            </a:custGeom>
            <a:solidFill>
              <a:srgbClr val="0071CA"/>
            </a:solidFill>
          </p:spPr>
          <p:txBody>
            <a:bodyPr wrap="square" lIns="0" tIns="0" rIns="0" bIns="0" rtlCol="0"/>
            <a:lstStyle/>
            <a:p>
              <a:endParaRPr/>
            </a:p>
          </p:txBody>
        </p:sp>
        <p:sp>
          <p:nvSpPr>
            <p:cNvPr id="74" name="object 74"/>
            <p:cNvSpPr/>
            <p:nvPr/>
          </p:nvSpPr>
          <p:spPr>
            <a:xfrm>
              <a:off x="2720324" y="3335057"/>
              <a:ext cx="262469" cy="108096"/>
            </a:xfrm>
            <a:prstGeom prst="rect">
              <a:avLst/>
            </a:prstGeom>
            <a:blipFill>
              <a:blip r:embed="rId20" cstate="print"/>
              <a:stretch>
                <a:fillRect/>
              </a:stretch>
            </a:blipFill>
          </p:spPr>
          <p:txBody>
            <a:bodyPr wrap="square" lIns="0" tIns="0" rIns="0" bIns="0" rtlCol="0"/>
            <a:lstStyle/>
            <a:p>
              <a:endParaRPr/>
            </a:p>
          </p:txBody>
        </p:sp>
        <p:sp>
          <p:nvSpPr>
            <p:cNvPr id="75" name="object 75"/>
            <p:cNvSpPr/>
            <p:nvPr/>
          </p:nvSpPr>
          <p:spPr>
            <a:xfrm>
              <a:off x="2681422" y="3667233"/>
              <a:ext cx="340544" cy="137261"/>
            </a:xfrm>
            <a:prstGeom prst="rect">
              <a:avLst/>
            </a:prstGeom>
            <a:blipFill>
              <a:blip r:embed="rId21" cstate="print"/>
              <a:stretch>
                <a:fillRect/>
              </a:stretch>
            </a:blipFill>
          </p:spPr>
          <p:txBody>
            <a:bodyPr wrap="square" lIns="0" tIns="0" rIns="0" bIns="0" rtlCol="0"/>
            <a:lstStyle/>
            <a:p>
              <a:endParaRPr/>
            </a:p>
          </p:txBody>
        </p:sp>
        <p:sp>
          <p:nvSpPr>
            <p:cNvPr id="76" name="object 76"/>
            <p:cNvSpPr/>
            <p:nvPr/>
          </p:nvSpPr>
          <p:spPr>
            <a:xfrm>
              <a:off x="2891898" y="4819206"/>
              <a:ext cx="277495" cy="267970"/>
            </a:xfrm>
            <a:custGeom>
              <a:avLst/>
              <a:gdLst/>
              <a:ahLst/>
              <a:cxnLst/>
              <a:rect l="l" t="t" r="r" b="b"/>
              <a:pathLst>
                <a:path w="277494" h="267970">
                  <a:moveTo>
                    <a:pt x="263147" y="0"/>
                  </a:moveTo>
                  <a:lnTo>
                    <a:pt x="0" y="252819"/>
                  </a:lnTo>
                  <a:lnTo>
                    <a:pt x="14117" y="267486"/>
                  </a:lnTo>
                  <a:lnTo>
                    <a:pt x="277223" y="14667"/>
                  </a:lnTo>
                  <a:lnTo>
                    <a:pt x="263147" y="0"/>
                  </a:lnTo>
                  <a:close/>
                </a:path>
              </a:pathLst>
            </a:custGeom>
            <a:solidFill>
              <a:srgbClr val="6C6D70"/>
            </a:solidFill>
          </p:spPr>
          <p:txBody>
            <a:bodyPr wrap="square" lIns="0" tIns="0" rIns="0" bIns="0" rtlCol="0"/>
            <a:lstStyle/>
            <a:p>
              <a:endParaRPr/>
            </a:p>
          </p:txBody>
        </p:sp>
        <p:sp>
          <p:nvSpPr>
            <p:cNvPr id="77" name="object 77"/>
            <p:cNvSpPr/>
            <p:nvPr/>
          </p:nvSpPr>
          <p:spPr>
            <a:xfrm>
              <a:off x="3156657" y="4817935"/>
              <a:ext cx="243264" cy="277194"/>
            </a:xfrm>
            <a:prstGeom prst="rect">
              <a:avLst/>
            </a:prstGeom>
            <a:blipFill>
              <a:blip r:embed="rId22" cstate="print"/>
              <a:stretch>
                <a:fillRect/>
              </a:stretch>
            </a:blipFill>
          </p:spPr>
          <p:txBody>
            <a:bodyPr wrap="square" lIns="0" tIns="0" rIns="0" bIns="0" rtlCol="0"/>
            <a:lstStyle/>
            <a:p>
              <a:endParaRPr/>
            </a:p>
          </p:txBody>
        </p:sp>
        <p:sp>
          <p:nvSpPr>
            <p:cNvPr id="78" name="object 78"/>
            <p:cNvSpPr/>
            <p:nvPr/>
          </p:nvSpPr>
          <p:spPr>
            <a:xfrm>
              <a:off x="2889224" y="4971478"/>
              <a:ext cx="562610" cy="392430"/>
            </a:xfrm>
            <a:custGeom>
              <a:avLst/>
              <a:gdLst/>
              <a:ahLst/>
              <a:cxnLst/>
              <a:rect l="l" t="t" r="r" b="b"/>
              <a:pathLst>
                <a:path w="562610" h="392429">
                  <a:moveTo>
                    <a:pt x="562203" y="299745"/>
                  </a:moveTo>
                  <a:lnTo>
                    <a:pt x="515315" y="0"/>
                  </a:lnTo>
                  <a:lnTo>
                    <a:pt x="495173" y="3187"/>
                  </a:lnTo>
                  <a:lnTo>
                    <a:pt x="540791" y="294487"/>
                  </a:lnTo>
                  <a:lnTo>
                    <a:pt x="330200" y="367830"/>
                  </a:lnTo>
                  <a:lnTo>
                    <a:pt x="316611" y="114287"/>
                  </a:lnTo>
                  <a:lnTo>
                    <a:pt x="309892" y="114655"/>
                  </a:lnTo>
                  <a:lnTo>
                    <a:pt x="309892" y="368871"/>
                  </a:lnTo>
                  <a:lnTo>
                    <a:pt x="89052" y="329412"/>
                  </a:lnTo>
                  <a:lnTo>
                    <a:pt x="23634" y="118402"/>
                  </a:lnTo>
                  <a:lnTo>
                    <a:pt x="296760" y="124802"/>
                  </a:lnTo>
                  <a:lnTo>
                    <a:pt x="309892" y="368871"/>
                  </a:lnTo>
                  <a:lnTo>
                    <a:pt x="309892" y="114655"/>
                  </a:lnTo>
                  <a:lnTo>
                    <a:pt x="306425" y="114833"/>
                  </a:lnTo>
                  <a:lnTo>
                    <a:pt x="306679" y="104660"/>
                  </a:lnTo>
                  <a:lnTo>
                    <a:pt x="9956" y="97713"/>
                  </a:lnTo>
                  <a:lnTo>
                    <a:pt x="9728" y="107886"/>
                  </a:lnTo>
                  <a:lnTo>
                    <a:pt x="0" y="110896"/>
                  </a:lnTo>
                  <a:lnTo>
                    <a:pt x="71437" y="341337"/>
                  </a:lnTo>
                  <a:lnTo>
                    <a:pt x="81165" y="338328"/>
                  </a:lnTo>
                  <a:lnTo>
                    <a:pt x="79362" y="348373"/>
                  </a:lnTo>
                  <a:lnTo>
                    <a:pt x="323049" y="391909"/>
                  </a:lnTo>
                  <a:lnTo>
                    <a:pt x="323456" y="389636"/>
                  </a:lnTo>
                  <a:lnTo>
                    <a:pt x="324104" y="391477"/>
                  </a:lnTo>
                  <a:lnTo>
                    <a:pt x="555498" y="310896"/>
                  </a:lnTo>
                  <a:lnTo>
                    <a:pt x="552157" y="301320"/>
                  </a:lnTo>
                  <a:lnTo>
                    <a:pt x="562203" y="299745"/>
                  </a:lnTo>
                  <a:close/>
                </a:path>
              </a:pathLst>
            </a:custGeom>
            <a:solidFill>
              <a:srgbClr val="6C6D70"/>
            </a:solidFill>
          </p:spPr>
          <p:txBody>
            <a:bodyPr wrap="square" lIns="0" tIns="0" rIns="0" bIns="0" rtlCol="0"/>
            <a:lstStyle/>
            <a:p>
              <a:endParaRPr/>
            </a:p>
          </p:txBody>
        </p:sp>
        <p:sp>
          <p:nvSpPr>
            <p:cNvPr id="79" name="object 79"/>
            <p:cNvSpPr/>
            <p:nvPr/>
          </p:nvSpPr>
          <p:spPr>
            <a:xfrm>
              <a:off x="3337897" y="4916493"/>
              <a:ext cx="113153" cy="113141"/>
            </a:xfrm>
            <a:prstGeom prst="rect">
              <a:avLst/>
            </a:prstGeom>
            <a:blipFill>
              <a:blip r:embed="rId23" cstate="print"/>
              <a:stretch>
                <a:fillRect/>
              </a:stretch>
            </a:blipFill>
          </p:spPr>
          <p:txBody>
            <a:bodyPr wrap="square" lIns="0" tIns="0" rIns="0" bIns="0" rtlCol="0"/>
            <a:lstStyle/>
            <a:p>
              <a:endParaRPr/>
            </a:p>
          </p:txBody>
        </p:sp>
        <p:sp>
          <p:nvSpPr>
            <p:cNvPr id="80" name="object 80"/>
            <p:cNvSpPr/>
            <p:nvPr/>
          </p:nvSpPr>
          <p:spPr>
            <a:xfrm>
              <a:off x="3384829" y="5216197"/>
              <a:ext cx="113110" cy="113141"/>
            </a:xfrm>
            <a:prstGeom prst="rect">
              <a:avLst/>
            </a:prstGeom>
            <a:blipFill>
              <a:blip r:embed="rId24" cstate="print"/>
              <a:stretch>
                <a:fillRect/>
              </a:stretch>
            </a:blipFill>
          </p:spPr>
          <p:txBody>
            <a:bodyPr wrap="square" lIns="0" tIns="0" rIns="0" bIns="0" rtlCol="0"/>
            <a:lstStyle/>
            <a:p>
              <a:endParaRPr/>
            </a:p>
          </p:txBody>
        </p:sp>
        <p:sp>
          <p:nvSpPr>
            <p:cNvPr id="81" name="object 81"/>
            <p:cNvSpPr/>
            <p:nvPr/>
          </p:nvSpPr>
          <p:spPr>
            <a:xfrm>
              <a:off x="2842374" y="5022811"/>
              <a:ext cx="428625" cy="387350"/>
            </a:xfrm>
            <a:custGeom>
              <a:avLst/>
              <a:gdLst/>
              <a:ahLst/>
              <a:cxnLst/>
              <a:rect l="l" t="t" r="r" b="b"/>
              <a:pathLst>
                <a:path w="428625" h="387350">
                  <a:moveTo>
                    <a:pt x="113157" y="56553"/>
                  </a:moveTo>
                  <a:lnTo>
                    <a:pt x="108712" y="34544"/>
                  </a:lnTo>
                  <a:lnTo>
                    <a:pt x="96596" y="16560"/>
                  </a:lnTo>
                  <a:lnTo>
                    <a:pt x="78613" y="4445"/>
                  </a:lnTo>
                  <a:lnTo>
                    <a:pt x="56603" y="0"/>
                  </a:lnTo>
                  <a:lnTo>
                    <a:pt x="34569" y="4445"/>
                  </a:lnTo>
                  <a:lnTo>
                    <a:pt x="16586" y="16560"/>
                  </a:lnTo>
                  <a:lnTo>
                    <a:pt x="4445" y="34544"/>
                  </a:lnTo>
                  <a:lnTo>
                    <a:pt x="0" y="56553"/>
                  </a:lnTo>
                  <a:lnTo>
                    <a:pt x="4445" y="78574"/>
                  </a:lnTo>
                  <a:lnTo>
                    <a:pt x="16586" y="96570"/>
                  </a:lnTo>
                  <a:lnTo>
                    <a:pt x="34569" y="108699"/>
                  </a:lnTo>
                  <a:lnTo>
                    <a:pt x="56603" y="113144"/>
                  </a:lnTo>
                  <a:lnTo>
                    <a:pt x="78613" y="108699"/>
                  </a:lnTo>
                  <a:lnTo>
                    <a:pt x="96596" y="96570"/>
                  </a:lnTo>
                  <a:lnTo>
                    <a:pt x="108712" y="78574"/>
                  </a:lnTo>
                  <a:lnTo>
                    <a:pt x="113157" y="56553"/>
                  </a:lnTo>
                  <a:close/>
                </a:path>
                <a:path w="428625" h="387350">
                  <a:moveTo>
                    <a:pt x="184594" y="286994"/>
                  </a:moveTo>
                  <a:lnTo>
                    <a:pt x="180136" y="264972"/>
                  </a:lnTo>
                  <a:lnTo>
                    <a:pt x="168008" y="247002"/>
                  </a:lnTo>
                  <a:lnTo>
                    <a:pt x="150012" y="234886"/>
                  </a:lnTo>
                  <a:lnTo>
                    <a:pt x="127990" y="230441"/>
                  </a:lnTo>
                  <a:lnTo>
                    <a:pt x="105968" y="234886"/>
                  </a:lnTo>
                  <a:lnTo>
                    <a:pt x="87998" y="247002"/>
                  </a:lnTo>
                  <a:lnTo>
                    <a:pt x="75882" y="264972"/>
                  </a:lnTo>
                  <a:lnTo>
                    <a:pt x="71437" y="286994"/>
                  </a:lnTo>
                  <a:lnTo>
                    <a:pt x="75882" y="309016"/>
                  </a:lnTo>
                  <a:lnTo>
                    <a:pt x="87998" y="326999"/>
                  </a:lnTo>
                  <a:lnTo>
                    <a:pt x="105968" y="339128"/>
                  </a:lnTo>
                  <a:lnTo>
                    <a:pt x="127990" y="343585"/>
                  </a:lnTo>
                  <a:lnTo>
                    <a:pt x="150012" y="339128"/>
                  </a:lnTo>
                  <a:lnTo>
                    <a:pt x="168008" y="326999"/>
                  </a:lnTo>
                  <a:lnTo>
                    <a:pt x="180136" y="309016"/>
                  </a:lnTo>
                  <a:lnTo>
                    <a:pt x="184594" y="286994"/>
                  </a:lnTo>
                  <a:close/>
                </a:path>
                <a:path w="428625" h="387350">
                  <a:moveTo>
                    <a:pt x="409841" y="63512"/>
                  </a:moveTo>
                  <a:lnTo>
                    <a:pt x="405396" y="41478"/>
                  </a:lnTo>
                  <a:lnTo>
                    <a:pt x="393280" y="23495"/>
                  </a:lnTo>
                  <a:lnTo>
                    <a:pt x="375297" y="11366"/>
                  </a:lnTo>
                  <a:lnTo>
                    <a:pt x="353275" y="6908"/>
                  </a:lnTo>
                  <a:lnTo>
                    <a:pt x="331266" y="11366"/>
                  </a:lnTo>
                  <a:lnTo>
                    <a:pt x="313283" y="23495"/>
                  </a:lnTo>
                  <a:lnTo>
                    <a:pt x="301167" y="41478"/>
                  </a:lnTo>
                  <a:lnTo>
                    <a:pt x="296722" y="63512"/>
                  </a:lnTo>
                  <a:lnTo>
                    <a:pt x="301167" y="85521"/>
                  </a:lnTo>
                  <a:lnTo>
                    <a:pt x="313283" y="103492"/>
                  </a:lnTo>
                  <a:lnTo>
                    <a:pt x="331266" y="115608"/>
                  </a:lnTo>
                  <a:lnTo>
                    <a:pt x="353275" y="120053"/>
                  </a:lnTo>
                  <a:lnTo>
                    <a:pt x="375297" y="115608"/>
                  </a:lnTo>
                  <a:lnTo>
                    <a:pt x="393280" y="103492"/>
                  </a:lnTo>
                  <a:lnTo>
                    <a:pt x="405396" y="85521"/>
                  </a:lnTo>
                  <a:lnTo>
                    <a:pt x="409841" y="63512"/>
                  </a:lnTo>
                  <a:close/>
                </a:path>
                <a:path w="428625" h="387350">
                  <a:moveTo>
                    <a:pt x="428282" y="330568"/>
                  </a:moveTo>
                  <a:lnTo>
                    <a:pt x="423824" y="308546"/>
                  </a:lnTo>
                  <a:lnTo>
                    <a:pt x="411695" y="290563"/>
                  </a:lnTo>
                  <a:lnTo>
                    <a:pt x="393700" y="278422"/>
                  </a:lnTo>
                  <a:lnTo>
                    <a:pt x="371678" y="273977"/>
                  </a:lnTo>
                  <a:lnTo>
                    <a:pt x="349656" y="278422"/>
                  </a:lnTo>
                  <a:lnTo>
                    <a:pt x="331685" y="290563"/>
                  </a:lnTo>
                  <a:lnTo>
                    <a:pt x="319570" y="308546"/>
                  </a:lnTo>
                  <a:lnTo>
                    <a:pt x="315125" y="330568"/>
                  </a:lnTo>
                  <a:lnTo>
                    <a:pt x="319570" y="352590"/>
                  </a:lnTo>
                  <a:lnTo>
                    <a:pt x="331685" y="370560"/>
                  </a:lnTo>
                  <a:lnTo>
                    <a:pt x="349656" y="382676"/>
                  </a:lnTo>
                  <a:lnTo>
                    <a:pt x="371678" y="387121"/>
                  </a:lnTo>
                  <a:lnTo>
                    <a:pt x="393700" y="382676"/>
                  </a:lnTo>
                  <a:lnTo>
                    <a:pt x="411695" y="370560"/>
                  </a:lnTo>
                  <a:lnTo>
                    <a:pt x="423824" y="352590"/>
                  </a:lnTo>
                  <a:lnTo>
                    <a:pt x="428282" y="330568"/>
                  </a:lnTo>
                  <a:close/>
                </a:path>
              </a:pathLst>
            </a:custGeom>
            <a:solidFill>
              <a:srgbClr val="0071CA"/>
            </a:solidFill>
          </p:spPr>
          <p:txBody>
            <a:bodyPr wrap="square" lIns="0" tIns="0" rIns="0" bIns="0" rtlCol="0"/>
            <a:lstStyle/>
            <a:p>
              <a:endParaRPr/>
            </a:p>
          </p:txBody>
        </p:sp>
        <p:sp>
          <p:nvSpPr>
            <p:cNvPr id="82" name="object 82"/>
            <p:cNvSpPr/>
            <p:nvPr/>
          </p:nvSpPr>
          <p:spPr>
            <a:xfrm>
              <a:off x="3105528" y="4769990"/>
              <a:ext cx="113110" cy="113141"/>
            </a:xfrm>
            <a:prstGeom prst="rect">
              <a:avLst/>
            </a:prstGeom>
            <a:blipFill>
              <a:blip r:embed="rId25" cstate="print"/>
              <a:stretch>
                <a:fillRect/>
              </a:stretch>
            </a:blipFill>
          </p:spPr>
          <p:txBody>
            <a:bodyPr wrap="square" lIns="0" tIns="0" rIns="0" bIns="0" rtlCol="0"/>
            <a:lstStyle/>
            <a:p>
              <a:endParaRPr/>
            </a:p>
          </p:txBody>
        </p:sp>
        <p:sp>
          <p:nvSpPr>
            <p:cNvPr id="83" name="object 83"/>
            <p:cNvSpPr/>
            <p:nvPr/>
          </p:nvSpPr>
          <p:spPr>
            <a:xfrm>
              <a:off x="6591189" y="1736919"/>
              <a:ext cx="367665" cy="167005"/>
            </a:xfrm>
            <a:custGeom>
              <a:avLst/>
              <a:gdLst/>
              <a:ahLst/>
              <a:cxnLst/>
              <a:rect l="l" t="t" r="r" b="b"/>
              <a:pathLst>
                <a:path w="367665" h="167005">
                  <a:moveTo>
                    <a:pt x="203603" y="0"/>
                  </a:moveTo>
                  <a:lnTo>
                    <a:pt x="160830" y="6822"/>
                  </a:lnTo>
                  <a:lnTo>
                    <a:pt x="119846" y="21831"/>
                  </a:lnTo>
                  <a:lnTo>
                    <a:pt x="81922" y="44947"/>
                  </a:lnTo>
                  <a:lnTo>
                    <a:pt x="48330" y="76091"/>
                  </a:lnTo>
                  <a:lnTo>
                    <a:pt x="18918" y="118376"/>
                  </a:lnTo>
                  <a:lnTo>
                    <a:pt x="0" y="166384"/>
                  </a:lnTo>
                  <a:lnTo>
                    <a:pt x="5511" y="163840"/>
                  </a:lnTo>
                  <a:lnTo>
                    <a:pt x="11870" y="163417"/>
                  </a:lnTo>
                  <a:lnTo>
                    <a:pt x="27687" y="163417"/>
                  </a:lnTo>
                  <a:lnTo>
                    <a:pt x="117859" y="148580"/>
                  </a:lnTo>
                  <a:lnTo>
                    <a:pt x="122946" y="140102"/>
                  </a:lnTo>
                  <a:lnTo>
                    <a:pt x="126060" y="140102"/>
                  </a:lnTo>
                  <a:lnTo>
                    <a:pt x="164003" y="111892"/>
                  </a:lnTo>
                  <a:lnTo>
                    <a:pt x="208797" y="99989"/>
                  </a:lnTo>
                  <a:lnTo>
                    <a:pt x="342395" y="99989"/>
                  </a:lnTo>
                  <a:lnTo>
                    <a:pt x="364599" y="77787"/>
                  </a:lnTo>
                  <a:lnTo>
                    <a:pt x="367143" y="56167"/>
                  </a:lnTo>
                  <a:lnTo>
                    <a:pt x="329935" y="29448"/>
                  </a:lnTo>
                  <a:lnTo>
                    <a:pt x="289427" y="11233"/>
                  </a:lnTo>
                  <a:lnTo>
                    <a:pt x="246893" y="1443"/>
                  </a:lnTo>
                  <a:lnTo>
                    <a:pt x="203603" y="0"/>
                  </a:lnTo>
                  <a:close/>
                </a:path>
                <a:path w="367665" h="167005">
                  <a:moveTo>
                    <a:pt x="27687" y="163417"/>
                  </a:moveTo>
                  <a:lnTo>
                    <a:pt x="11870" y="163417"/>
                  </a:lnTo>
                  <a:lnTo>
                    <a:pt x="17382" y="165112"/>
                  </a:lnTo>
                  <a:lnTo>
                    <a:pt x="27687" y="163417"/>
                  </a:lnTo>
                  <a:close/>
                </a:path>
                <a:path w="367665" h="167005">
                  <a:moveTo>
                    <a:pt x="126060" y="140102"/>
                  </a:moveTo>
                  <a:lnTo>
                    <a:pt x="122946" y="140102"/>
                  </a:lnTo>
                  <a:lnTo>
                    <a:pt x="125490" y="140525"/>
                  </a:lnTo>
                  <a:lnTo>
                    <a:pt x="126060" y="140102"/>
                  </a:lnTo>
                  <a:close/>
                </a:path>
                <a:path w="367665" h="167005">
                  <a:moveTo>
                    <a:pt x="342395" y="99989"/>
                  </a:moveTo>
                  <a:lnTo>
                    <a:pt x="208797" y="99989"/>
                  </a:lnTo>
                  <a:lnTo>
                    <a:pt x="254862" y="105175"/>
                  </a:lnTo>
                  <a:lnTo>
                    <a:pt x="297191" y="127808"/>
                  </a:lnTo>
                  <a:lnTo>
                    <a:pt x="314573" y="127808"/>
                  </a:lnTo>
                  <a:lnTo>
                    <a:pt x="342395" y="99989"/>
                  </a:lnTo>
                  <a:close/>
                </a:path>
              </a:pathLst>
            </a:custGeom>
            <a:solidFill>
              <a:srgbClr val="EA4335"/>
            </a:solidFill>
          </p:spPr>
          <p:txBody>
            <a:bodyPr wrap="square" lIns="0" tIns="0" rIns="0" bIns="0" rtlCol="0"/>
            <a:lstStyle/>
            <a:p>
              <a:endParaRPr/>
            </a:p>
          </p:txBody>
        </p:sp>
        <p:sp>
          <p:nvSpPr>
            <p:cNvPr id="84" name="object 84"/>
            <p:cNvSpPr/>
            <p:nvPr/>
          </p:nvSpPr>
          <p:spPr>
            <a:xfrm>
              <a:off x="6796807" y="1793087"/>
              <a:ext cx="303530" cy="408940"/>
            </a:xfrm>
            <a:custGeom>
              <a:avLst/>
              <a:gdLst/>
              <a:ahLst/>
              <a:cxnLst/>
              <a:rect l="l" t="t" r="r" b="b"/>
              <a:pathLst>
                <a:path w="303529" h="408939">
                  <a:moveTo>
                    <a:pt x="162374" y="0"/>
                  </a:moveTo>
                  <a:lnTo>
                    <a:pt x="91997" y="71216"/>
                  </a:lnTo>
                  <a:lnTo>
                    <a:pt x="111797" y="91484"/>
                  </a:lnTo>
                  <a:lnTo>
                    <a:pt x="126391" y="115409"/>
                  </a:lnTo>
                  <a:lnTo>
                    <a:pt x="135340" y="142036"/>
                  </a:lnTo>
                  <a:lnTo>
                    <a:pt x="138208" y="170411"/>
                  </a:lnTo>
                  <a:lnTo>
                    <a:pt x="138208" y="183128"/>
                  </a:lnTo>
                  <a:lnTo>
                    <a:pt x="162460" y="188977"/>
                  </a:lnTo>
                  <a:lnTo>
                    <a:pt x="181823" y="203211"/>
                  </a:lnTo>
                  <a:lnTo>
                    <a:pt x="194429" y="223724"/>
                  </a:lnTo>
                  <a:lnTo>
                    <a:pt x="198410" y="248410"/>
                  </a:lnTo>
                  <a:lnTo>
                    <a:pt x="193057" y="271348"/>
                  </a:lnTo>
                  <a:lnTo>
                    <a:pt x="180074" y="290112"/>
                  </a:lnTo>
                  <a:lnTo>
                    <a:pt x="161208" y="303075"/>
                  </a:lnTo>
                  <a:lnTo>
                    <a:pt x="138208" y="308605"/>
                  </a:lnTo>
                  <a:lnTo>
                    <a:pt x="12718" y="308605"/>
                  </a:lnTo>
                  <a:lnTo>
                    <a:pt x="0" y="321323"/>
                  </a:lnTo>
                  <a:lnTo>
                    <a:pt x="0" y="396312"/>
                  </a:lnTo>
                  <a:lnTo>
                    <a:pt x="12718" y="408818"/>
                  </a:lnTo>
                  <a:lnTo>
                    <a:pt x="138208" y="408818"/>
                  </a:lnTo>
                  <a:lnTo>
                    <a:pt x="181544" y="403618"/>
                  </a:lnTo>
                  <a:lnTo>
                    <a:pt x="220628" y="387767"/>
                  </a:lnTo>
                  <a:lnTo>
                    <a:pt x="253895" y="362792"/>
                  </a:lnTo>
                  <a:lnTo>
                    <a:pt x="279777" y="330222"/>
                  </a:lnTo>
                  <a:lnTo>
                    <a:pt x="296710" y="291585"/>
                  </a:lnTo>
                  <a:lnTo>
                    <a:pt x="303126" y="248410"/>
                  </a:lnTo>
                  <a:lnTo>
                    <a:pt x="298655" y="207927"/>
                  </a:lnTo>
                  <a:lnTo>
                    <a:pt x="284525" y="170305"/>
                  </a:lnTo>
                  <a:lnTo>
                    <a:pt x="261572" y="137293"/>
                  </a:lnTo>
                  <a:lnTo>
                    <a:pt x="230630" y="110216"/>
                  </a:lnTo>
                  <a:lnTo>
                    <a:pt x="219786" y="79045"/>
                  </a:lnTo>
                  <a:lnTo>
                    <a:pt x="204610" y="50021"/>
                  </a:lnTo>
                  <a:lnTo>
                    <a:pt x="185380" y="23540"/>
                  </a:lnTo>
                  <a:lnTo>
                    <a:pt x="162374" y="0"/>
                  </a:lnTo>
                  <a:close/>
                </a:path>
              </a:pathLst>
            </a:custGeom>
            <a:solidFill>
              <a:srgbClr val="4285F4"/>
            </a:solidFill>
          </p:spPr>
          <p:txBody>
            <a:bodyPr wrap="square" lIns="0" tIns="0" rIns="0" bIns="0" rtlCol="0"/>
            <a:lstStyle/>
            <a:p>
              <a:endParaRPr/>
            </a:p>
          </p:txBody>
        </p:sp>
        <p:sp>
          <p:nvSpPr>
            <p:cNvPr id="85" name="object 85"/>
            <p:cNvSpPr/>
            <p:nvPr/>
          </p:nvSpPr>
          <p:spPr>
            <a:xfrm>
              <a:off x="6584830" y="2094911"/>
              <a:ext cx="224271" cy="105892"/>
            </a:xfrm>
            <a:prstGeom prst="rect">
              <a:avLst/>
            </a:prstGeom>
            <a:blipFill>
              <a:blip r:embed="rId26" cstate="print"/>
              <a:stretch>
                <a:fillRect/>
              </a:stretch>
            </a:blipFill>
          </p:spPr>
          <p:txBody>
            <a:bodyPr wrap="square" lIns="0" tIns="0" rIns="0" bIns="0" rtlCol="0"/>
            <a:lstStyle/>
            <a:p>
              <a:endParaRPr/>
            </a:p>
          </p:txBody>
        </p:sp>
        <p:sp>
          <p:nvSpPr>
            <p:cNvPr id="86" name="object 86"/>
            <p:cNvSpPr/>
            <p:nvPr/>
          </p:nvSpPr>
          <p:spPr>
            <a:xfrm>
              <a:off x="6520813" y="1875326"/>
              <a:ext cx="293370" cy="292735"/>
            </a:xfrm>
            <a:custGeom>
              <a:avLst/>
              <a:gdLst/>
              <a:ahLst/>
              <a:cxnLst/>
              <a:rect l="l" t="t" r="r" b="b"/>
              <a:pathLst>
                <a:path w="293370" h="292735">
                  <a:moveTo>
                    <a:pt x="162798" y="0"/>
                  </a:moveTo>
                  <a:lnTo>
                    <a:pt x="119531" y="5787"/>
                  </a:lnTo>
                  <a:lnTo>
                    <a:pt x="80645" y="22137"/>
                  </a:lnTo>
                  <a:lnTo>
                    <a:pt x="47694" y="47530"/>
                  </a:lnTo>
                  <a:lnTo>
                    <a:pt x="22234" y="80448"/>
                  </a:lnTo>
                  <a:lnTo>
                    <a:pt x="5817" y="119371"/>
                  </a:lnTo>
                  <a:lnTo>
                    <a:pt x="0" y="162781"/>
                  </a:lnTo>
                  <a:lnTo>
                    <a:pt x="4345" y="200153"/>
                  </a:lnTo>
                  <a:lnTo>
                    <a:pt x="16958" y="235073"/>
                  </a:lnTo>
                  <a:lnTo>
                    <a:pt x="37201" y="266202"/>
                  </a:lnTo>
                  <a:lnTo>
                    <a:pt x="64440" y="292200"/>
                  </a:lnTo>
                  <a:lnTo>
                    <a:pt x="136936" y="219585"/>
                  </a:lnTo>
                  <a:lnTo>
                    <a:pt x="116772" y="204933"/>
                  </a:lnTo>
                  <a:lnTo>
                    <a:pt x="104080" y="184400"/>
                  </a:lnTo>
                  <a:lnTo>
                    <a:pt x="105564" y="136498"/>
                  </a:lnTo>
                  <a:lnTo>
                    <a:pt x="140593" y="103486"/>
                  </a:lnTo>
                  <a:lnTo>
                    <a:pt x="164288" y="99479"/>
                  </a:lnTo>
                  <a:lnTo>
                    <a:pt x="188659" y="105129"/>
                  </a:lnTo>
                  <a:lnTo>
                    <a:pt x="198569" y="110746"/>
                  </a:lnTo>
                  <a:lnTo>
                    <a:pt x="207207" y="117952"/>
                  </a:lnTo>
                  <a:lnTo>
                    <a:pt x="214414" y="126589"/>
                  </a:lnTo>
                  <a:lnTo>
                    <a:pt x="220031" y="136498"/>
                  </a:lnTo>
                  <a:lnTo>
                    <a:pt x="292951" y="63586"/>
                  </a:lnTo>
                  <a:lnTo>
                    <a:pt x="266713" y="36601"/>
                  </a:lnTo>
                  <a:lnTo>
                    <a:pt x="235347" y="16532"/>
                  </a:lnTo>
                  <a:lnTo>
                    <a:pt x="200245" y="4093"/>
                  </a:lnTo>
                  <a:lnTo>
                    <a:pt x="162798" y="0"/>
                  </a:lnTo>
                  <a:close/>
                </a:path>
              </a:pathLst>
            </a:custGeom>
            <a:solidFill>
              <a:srgbClr val="FABB04"/>
            </a:solidFill>
          </p:spPr>
          <p:txBody>
            <a:bodyPr wrap="square" lIns="0" tIns="0" rIns="0" bIns="0" rtlCol="0"/>
            <a:lstStyle/>
            <a:p>
              <a:endParaRPr/>
            </a:p>
          </p:txBody>
        </p:sp>
        <p:sp>
          <p:nvSpPr>
            <p:cNvPr id="87" name="object 87"/>
            <p:cNvSpPr/>
            <p:nvPr/>
          </p:nvSpPr>
          <p:spPr>
            <a:xfrm>
              <a:off x="6332175" y="2263372"/>
              <a:ext cx="954722" cy="169860"/>
            </a:xfrm>
            <a:prstGeom prst="rect">
              <a:avLst/>
            </a:prstGeom>
            <a:blipFill>
              <a:blip r:embed="rId27" cstate="print"/>
              <a:stretch>
                <a:fillRect/>
              </a:stretch>
            </a:blipFill>
          </p:spPr>
          <p:txBody>
            <a:bodyPr wrap="square" lIns="0" tIns="0" rIns="0" bIns="0" rtlCol="0"/>
            <a:lstStyle/>
            <a:p>
              <a:endParaRPr/>
            </a:p>
          </p:txBody>
        </p:sp>
        <p:sp>
          <p:nvSpPr>
            <p:cNvPr id="88" name="object 88"/>
            <p:cNvSpPr/>
            <p:nvPr/>
          </p:nvSpPr>
          <p:spPr>
            <a:xfrm>
              <a:off x="7417051" y="3004239"/>
              <a:ext cx="868680" cy="868680"/>
            </a:xfrm>
            <a:custGeom>
              <a:avLst/>
              <a:gdLst/>
              <a:ahLst/>
              <a:cxnLst/>
              <a:rect l="l" t="t" r="r" b="b"/>
              <a:pathLst>
                <a:path w="868679" h="868679">
                  <a:moveTo>
                    <a:pt x="434128" y="0"/>
                  </a:moveTo>
                  <a:lnTo>
                    <a:pt x="386791" y="2547"/>
                  </a:lnTo>
                  <a:lnTo>
                    <a:pt x="340939" y="10012"/>
                  </a:lnTo>
                  <a:lnTo>
                    <a:pt x="296835" y="22131"/>
                  </a:lnTo>
                  <a:lnTo>
                    <a:pt x="254743" y="38638"/>
                  </a:lnTo>
                  <a:lnTo>
                    <a:pt x="214928" y="59268"/>
                  </a:lnTo>
                  <a:lnTo>
                    <a:pt x="177653" y="83757"/>
                  </a:lnTo>
                  <a:lnTo>
                    <a:pt x="143181" y="111840"/>
                  </a:lnTo>
                  <a:lnTo>
                    <a:pt x="111778" y="143251"/>
                  </a:lnTo>
                  <a:lnTo>
                    <a:pt x="83705" y="177726"/>
                  </a:lnTo>
                  <a:lnTo>
                    <a:pt x="59227" y="215000"/>
                  </a:lnTo>
                  <a:lnTo>
                    <a:pt x="38609" y="254808"/>
                  </a:lnTo>
                  <a:lnTo>
                    <a:pt x="22113" y="296885"/>
                  </a:lnTo>
                  <a:lnTo>
                    <a:pt x="10004" y="340967"/>
                  </a:lnTo>
                  <a:lnTo>
                    <a:pt x="2544" y="386787"/>
                  </a:lnTo>
                  <a:lnTo>
                    <a:pt x="0" y="434083"/>
                  </a:lnTo>
                  <a:lnTo>
                    <a:pt x="2544" y="481386"/>
                  </a:lnTo>
                  <a:lnTo>
                    <a:pt x="10004" y="527213"/>
                  </a:lnTo>
                  <a:lnTo>
                    <a:pt x="22113" y="571301"/>
                  </a:lnTo>
                  <a:lnTo>
                    <a:pt x="38609" y="613383"/>
                  </a:lnTo>
                  <a:lnTo>
                    <a:pt x="59227" y="653195"/>
                  </a:lnTo>
                  <a:lnTo>
                    <a:pt x="83705" y="690473"/>
                  </a:lnTo>
                  <a:lnTo>
                    <a:pt x="111778" y="724950"/>
                  </a:lnTo>
                  <a:lnTo>
                    <a:pt x="143181" y="756364"/>
                  </a:lnTo>
                  <a:lnTo>
                    <a:pt x="177653" y="784448"/>
                  </a:lnTo>
                  <a:lnTo>
                    <a:pt x="214928" y="808938"/>
                  </a:lnTo>
                  <a:lnTo>
                    <a:pt x="254743" y="829569"/>
                  </a:lnTo>
                  <a:lnTo>
                    <a:pt x="296835" y="846076"/>
                  </a:lnTo>
                  <a:lnTo>
                    <a:pt x="340939" y="858195"/>
                  </a:lnTo>
                  <a:lnTo>
                    <a:pt x="386791" y="865661"/>
                  </a:lnTo>
                  <a:lnTo>
                    <a:pt x="434128" y="868208"/>
                  </a:lnTo>
                  <a:lnTo>
                    <a:pt x="481465" y="865661"/>
                  </a:lnTo>
                  <a:lnTo>
                    <a:pt x="527317" y="858195"/>
                  </a:lnTo>
                  <a:lnTo>
                    <a:pt x="571421" y="846076"/>
                  </a:lnTo>
                  <a:lnTo>
                    <a:pt x="613512" y="829569"/>
                  </a:lnTo>
                  <a:lnTo>
                    <a:pt x="653328" y="808938"/>
                  </a:lnTo>
                  <a:lnTo>
                    <a:pt x="690603" y="784448"/>
                  </a:lnTo>
                  <a:lnTo>
                    <a:pt x="725074" y="756364"/>
                  </a:lnTo>
                  <a:lnTo>
                    <a:pt x="756478" y="724950"/>
                  </a:lnTo>
                  <a:lnTo>
                    <a:pt x="784551" y="690473"/>
                  </a:lnTo>
                  <a:lnTo>
                    <a:pt x="809028" y="653195"/>
                  </a:lnTo>
                  <a:lnTo>
                    <a:pt x="829647" y="613383"/>
                  </a:lnTo>
                  <a:lnTo>
                    <a:pt x="846143" y="571301"/>
                  </a:lnTo>
                  <a:lnTo>
                    <a:pt x="858252" y="527213"/>
                  </a:lnTo>
                  <a:lnTo>
                    <a:pt x="865711" y="481386"/>
                  </a:lnTo>
                  <a:lnTo>
                    <a:pt x="868256" y="434083"/>
                  </a:lnTo>
                  <a:lnTo>
                    <a:pt x="865711" y="386787"/>
                  </a:lnTo>
                  <a:lnTo>
                    <a:pt x="858252" y="340967"/>
                  </a:lnTo>
                  <a:lnTo>
                    <a:pt x="846143" y="296885"/>
                  </a:lnTo>
                  <a:lnTo>
                    <a:pt x="829647" y="254808"/>
                  </a:lnTo>
                  <a:lnTo>
                    <a:pt x="809028" y="215000"/>
                  </a:lnTo>
                  <a:lnTo>
                    <a:pt x="784551" y="177726"/>
                  </a:lnTo>
                  <a:lnTo>
                    <a:pt x="756478" y="143251"/>
                  </a:lnTo>
                  <a:lnTo>
                    <a:pt x="725074" y="111840"/>
                  </a:lnTo>
                  <a:lnTo>
                    <a:pt x="690603" y="83757"/>
                  </a:lnTo>
                  <a:lnTo>
                    <a:pt x="653328" y="59268"/>
                  </a:lnTo>
                  <a:lnTo>
                    <a:pt x="613512" y="38638"/>
                  </a:lnTo>
                  <a:lnTo>
                    <a:pt x="571421" y="22131"/>
                  </a:lnTo>
                  <a:lnTo>
                    <a:pt x="527317" y="10012"/>
                  </a:lnTo>
                  <a:lnTo>
                    <a:pt x="481465" y="2547"/>
                  </a:lnTo>
                  <a:lnTo>
                    <a:pt x="434128" y="0"/>
                  </a:lnTo>
                  <a:close/>
                </a:path>
              </a:pathLst>
            </a:custGeom>
            <a:solidFill>
              <a:srgbClr val="F4F3F3"/>
            </a:solidFill>
          </p:spPr>
          <p:txBody>
            <a:bodyPr wrap="square" lIns="0" tIns="0" rIns="0" bIns="0" rtlCol="0"/>
            <a:lstStyle/>
            <a:p>
              <a:endParaRPr/>
            </a:p>
          </p:txBody>
        </p:sp>
        <p:sp>
          <p:nvSpPr>
            <p:cNvPr id="89" name="object 89"/>
            <p:cNvSpPr/>
            <p:nvPr/>
          </p:nvSpPr>
          <p:spPr>
            <a:xfrm>
              <a:off x="7456478" y="3530903"/>
              <a:ext cx="718185" cy="167005"/>
            </a:xfrm>
            <a:custGeom>
              <a:avLst/>
              <a:gdLst/>
              <a:ahLst/>
              <a:cxnLst/>
              <a:rect l="l" t="t" r="r" b="b"/>
              <a:pathLst>
                <a:path w="718184" h="167004">
                  <a:moveTo>
                    <a:pt x="8903" y="0"/>
                  </a:moveTo>
                  <a:lnTo>
                    <a:pt x="37625" y="44409"/>
                  </a:lnTo>
                  <a:lnTo>
                    <a:pt x="69104" y="67783"/>
                  </a:lnTo>
                  <a:lnTo>
                    <a:pt x="111829" y="94630"/>
                  </a:lnTo>
                  <a:lnTo>
                    <a:pt x="156587" y="117378"/>
                  </a:lnTo>
                  <a:lnTo>
                    <a:pt x="203072" y="135938"/>
                  </a:lnTo>
                  <a:lnTo>
                    <a:pt x="250981" y="150223"/>
                  </a:lnTo>
                  <a:lnTo>
                    <a:pt x="300010" y="160145"/>
                  </a:lnTo>
                  <a:lnTo>
                    <a:pt x="349855" y="165618"/>
                  </a:lnTo>
                  <a:lnTo>
                    <a:pt x="419601" y="166808"/>
                  </a:lnTo>
                  <a:lnTo>
                    <a:pt x="438950" y="166114"/>
                  </a:lnTo>
                  <a:lnTo>
                    <a:pt x="477371" y="161890"/>
                  </a:lnTo>
                  <a:lnTo>
                    <a:pt x="532697" y="150456"/>
                  </a:lnTo>
                  <a:lnTo>
                    <a:pt x="586751" y="133997"/>
                  </a:lnTo>
                  <a:lnTo>
                    <a:pt x="648542" y="106994"/>
                  </a:lnTo>
                  <a:lnTo>
                    <a:pt x="705882" y="71343"/>
                  </a:lnTo>
                  <a:lnTo>
                    <a:pt x="718177" y="62187"/>
                  </a:lnTo>
                  <a:lnTo>
                    <a:pt x="711817" y="46926"/>
                  </a:lnTo>
                  <a:lnTo>
                    <a:pt x="703762" y="45782"/>
                  </a:lnTo>
                  <a:lnTo>
                    <a:pt x="674933" y="57397"/>
                  </a:lnTo>
                  <a:lnTo>
                    <a:pt x="630206" y="73582"/>
                  </a:lnTo>
                  <a:lnTo>
                    <a:pt x="584525" y="86885"/>
                  </a:lnTo>
                  <a:lnTo>
                    <a:pt x="538049" y="97271"/>
                  </a:lnTo>
                  <a:lnTo>
                    <a:pt x="490938" y="104705"/>
                  </a:lnTo>
                  <a:lnTo>
                    <a:pt x="428987" y="109543"/>
                  </a:lnTo>
                  <a:lnTo>
                    <a:pt x="397873" y="110017"/>
                  </a:lnTo>
                  <a:lnTo>
                    <a:pt x="366719" y="109199"/>
                  </a:lnTo>
                  <a:lnTo>
                    <a:pt x="296873" y="102750"/>
                  </a:lnTo>
                  <a:lnTo>
                    <a:pt x="227663" y="89656"/>
                  </a:lnTo>
                  <a:lnTo>
                    <a:pt x="172860" y="74761"/>
                  </a:lnTo>
                  <a:lnTo>
                    <a:pt x="119289" y="55759"/>
                  </a:lnTo>
                  <a:lnTo>
                    <a:pt x="67229" y="32745"/>
                  </a:lnTo>
                  <a:lnTo>
                    <a:pt x="13142" y="3984"/>
                  </a:lnTo>
                  <a:close/>
                </a:path>
              </a:pathLst>
            </a:custGeom>
            <a:solidFill>
              <a:srgbClr val="FC9700"/>
            </a:solidFill>
          </p:spPr>
          <p:txBody>
            <a:bodyPr wrap="square" lIns="0" tIns="0" rIns="0" bIns="0" rtlCol="0"/>
            <a:lstStyle/>
            <a:p>
              <a:endParaRPr/>
            </a:p>
          </p:txBody>
        </p:sp>
        <p:sp>
          <p:nvSpPr>
            <p:cNvPr id="90" name="object 90"/>
            <p:cNvSpPr/>
            <p:nvPr/>
          </p:nvSpPr>
          <p:spPr>
            <a:xfrm>
              <a:off x="7703643" y="3234888"/>
              <a:ext cx="318770" cy="233045"/>
            </a:xfrm>
            <a:custGeom>
              <a:avLst/>
              <a:gdLst/>
              <a:ahLst/>
              <a:cxnLst/>
              <a:rect l="l" t="t" r="r" b="b"/>
              <a:pathLst>
                <a:path w="318770" h="233045">
                  <a:moveTo>
                    <a:pt x="276841" y="169"/>
                  </a:moveTo>
                  <a:lnTo>
                    <a:pt x="272178" y="5383"/>
                  </a:lnTo>
                  <a:lnTo>
                    <a:pt x="225543" y="184019"/>
                  </a:lnTo>
                  <a:lnTo>
                    <a:pt x="218514" y="157953"/>
                  </a:lnTo>
                  <a:lnTo>
                    <a:pt x="183571" y="12802"/>
                  </a:lnTo>
                  <a:lnTo>
                    <a:pt x="182723" y="5722"/>
                  </a:lnTo>
                  <a:lnTo>
                    <a:pt x="176788" y="678"/>
                  </a:lnTo>
                  <a:lnTo>
                    <a:pt x="170005" y="1398"/>
                  </a:lnTo>
                  <a:lnTo>
                    <a:pt x="139056" y="720"/>
                  </a:lnTo>
                  <a:lnTo>
                    <a:pt x="133545" y="4917"/>
                  </a:lnTo>
                  <a:lnTo>
                    <a:pt x="132697" y="10852"/>
                  </a:lnTo>
                  <a:lnTo>
                    <a:pt x="91573" y="183425"/>
                  </a:lnTo>
                  <a:lnTo>
                    <a:pt x="89454" y="179525"/>
                  </a:lnTo>
                  <a:lnTo>
                    <a:pt x="45786" y="5002"/>
                  </a:lnTo>
                  <a:lnTo>
                    <a:pt x="38579" y="0"/>
                  </a:lnTo>
                  <a:lnTo>
                    <a:pt x="23741" y="1907"/>
                  </a:lnTo>
                  <a:lnTo>
                    <a:pt x="1695" y="1102"/>
                  </a:lnTo>
                  <a:lnTo>
                    <a:pt x="0" y="4154"/>
                  </a:lnTo>
                  <a:lnTo>
                    <a:pt x="847" y="10046"/>
                  </a:lnTo>
                  <a:lnTo>
                    <a:pt x="65712" y="227342"/>
                  </a:lnTo>
                  <a:lnTo>
                    <a:pt x="70800" y="232938"/>
                  </a:lnTo>
                  <a:lnTo>
                    <a:pt x="81823" y="231624"/>
                  </a:lnTo>
                  <a:lnTo>
                    <a:pt x="111499" y="231539"/>
                  </a:lnTo>
                  <a:lnTo>
                    <a:pt x="114043" y="229716"/>
                  </a:lnTo>
                  <a:lnTo>
                    <a:pt x="156014" y="56761"/>
                  </a:lnTo>
                  <a:lnTo>
                    <a:pt x="158558" y="57863"/>
                  </a:lnTo>
                  <a:lnTo>
                    <a:pt x="159830" y="60279"/>
                  </a:lnTo>
                  <a:lnTo>
                    <a:pt x="159830" y="62950"/>
                  </a:lnTo>
                  <a:lnTo>
                    <a:pt x="198575" y="222327"/>
                  </a:lnTo>
                  <a:lnTo>
                    <a:pt x="202384" y="228423"/>
                  </a:lnTo>
                  <a:lnTo>
                    <a:pt x="208975" y="230927"/>
                  </a:lnTo>
                  <a:lnTo>
                    <a:pt x="220455" y="231412"/>
                  </a:lnTo>
                  <a:lnTo>
                    <a:pt x="239076" y="230978"/>
                  </a:lnTo>
                  <a:lnTo>
                    <a:pt x="245204" y="228831"/>
                  </a:lnTo>
                  <a:lnTo>
                    <a:pt x="249026" y="223704"/>
                  </a:lnTo>
                  <a:lnTo>
                    <a:pt x="318389" y="3645"/>
                  </a:lnTo>
                  <a:lnTo>
                    <a:pt x="316693" y="1398"/>
                  </a:lnTo>
                  <a:lnTo>
                    <a:pt x="298887" y="1695"/>
                  </a:lnTo>
                  <a:lnTo>
                    <a:pt x="276841" y="169"/>
                  </a:lnTo>
                  <a:close/>
                </a:path>
              </a:pathLst>
            </a:custGeom>
            <a:solidFill>
              <a:srgbClr val="222E3E"/>
            </a:solidFill>
          </p:spPr>
          <p:txBody>
            <a:bodyPr wrap="square" lIns="0" tIns="0" rIns="0" bIns="0" rtlCol="0"/>
            <a:lstStyle/>
            <a:p>
              <a:endParaRPr/>
            </a:p>
          </p:txBody>
        </p:sp>
        <p:sp>
          <p:nvSpPr>
            <p:cNvPr id="91" name="object 91"/>
            <p:cNvSpPr/>
            <p:nvPr/>
          </p:nvSpPr>
          <p:spPr>
            <a:xfrm>
              <a:off x="7492514" y="3229775"/>
              <a:ext cx="201377" cy="243220"/>
            </a:xfrm>
            <a:prstGeom prst="rect">
              <a:avLst/>
            </a:prstGeom>
            <a:blipFill>
              <a:blip r:embed="rId28" cstate="print"/>
              <a:stretch>
                <a:fillRect/>
              </a:stretch>
            </a:blipFill>
          </p:spPr>
          <p:txBody>
            <a:bodyPr wrap="square" lIns="0" tIns="0" rIns="0" bIns="0" rtlCol="0"/>
            <a:lstStyle/>
            <a:p>
              <a:endParaRPr/>
            </a:p>
          </p:txBody>
        </p:sp>
        <p:sp>
          <p:nvSpPr>
            <p:cNvPr id="92" name="object 92"/>
            <p:cNvSpPr/>
            <p:nvPr/>
          </p:nvSpPr>
          <p:spPr>
            <a:xfrm>
              <a:off x="8036533" y="3228990"/>
              <a:ext cx="171615" cy="244431"/>
            </a:xfrm>
            <a:prstGeom prst="rect">
              <a:avLst/>
            </a:prstGeom>
            <a:blipFill>
              <a:blip r:embed="rId29" cstate="print"/>
              <a:stretch>
                <a:fillRect/>
              </a:stretch>
            </a:blipFill>
          </p:spPr>
          <p:txBody>
            <a:bodyPr wrap="square" lIns="0" tIns="0" rIns="0" bIns="0" rtlCol="0"/>
            <a:lstStyle/>
            <a:p>
              <a:endParaRPr/>
            </a:p>
          </p:txBody>
        </p:sp>
        <p:sp>
          <p:nvSpPr>
            <p:cNvPr id="93" name="object 93"/>
            <p:cNvSpPr/>
            <p:nvPr/>
          </p:nvSpPr>
          <p:spPr>
            <a:xfrm>
              <a:off x="8094104" y="3523460"/>
              <a:ext cx="150503" cy="145002"/>
            </a:xfrm>
            <a:prstGeom prst="rect">
              <a:avLst/>
            </a:prstGeom>
            <a:blipFill>
              <a:blip r:embed="rId30" cstate="print"/>
              <a:stretch>
                <a:fillRect/>
              </a:stretch>
            </a:blipFill>
          </p:spPr>
          <p:txBody>
            <a:bodyPr wrap="square" lIns="0" tIns="0" rIns="0" bIns="0" rtlCol="0"/>
            <a:lstStyle/>
            <a:p>
              <a:endParaRPr/>
            </a:p>
          </p:txBody>
        </p:sp>
        <p:sp>
          <p:nvSpPr>
            <p:cNvPr id="94" name="object 94"/>
            <p:cNvSpPr/>
            <p:nvPr/>
          </p:nvSpPr>
          <p:spPr>
            <a:xfrm>
              <a:off x="7331405" y="4943970"/>
              <a:ext cx="446405" cy="431800"/>
            </a:xfrm>
            <a:custGeom>
              <a:avLst/>
              <a:gdLst/>
              <a:ahLst/>
              <a:cxnLst/>
              <a:rect l="l" t="t" r="r" b="b"/>
              <a:pathLst>
                <a:path w="446404" h="431800">
                  <a:moveTo>
                    <a:pt x="442188" y="46799"/>
                  </a:moveTo>
                  <a:lnTo>
                    <a:pt x="438924" y="25628"/>
                  </a:lnTo>
                  <a:lnTo>
                    <a:pt x="430047" y="11074"/>
                  </a:lnTo>
                  <a:lnTo>
                    <a:pt x="415061" y="2692"/>
                  </a:lnTo>
                  <a:lnTo>
                    <a:pt x="393433" y="0"/>
                  </a:lnTo>
                  <a:lnTo>
                    <a:pt x="45783" y="215"/>
                  </a:lnTo>
                  <a:lnTo>
                    <a:pt x="26416" y="3187"/>
                  </a:lnTo>
                  <a:lnTo>
                    <a:pt x="12242" y="11734"/>
                  </a:lnTo>
                  <a:lnTo>
                    <a:pt x="3403" y="25730"/>
                  </a:lnTo>
                  <a:lnTo>
                    <a:pt x="0" y="45059"/>
                  </a:lnTo>
                  <a:lnTo>
                    <a:pt x="0" y="134505"/>
                  </a:lnTo>
                  <a:lnTo>
                    <a:pt x="2971" y="139471"/>
                  </a:lnTo>
                  <a:lnTo>
                    <a:pt x="95389" y="139598"/>
                  </a:lnTo>
                  <a:lnTo>
                    <a:pt x="101752" y="138277"/>
                  </a:lnTo>
                  <a:lnTo>
                    <a:pt x="101752" y="126149"/>
                  </a:lnTo>
                  <a:lnTo>
                    <a:pt x="103479" y="114960"/>
                  </a:lnTo>
                  <a:lnTo>
                    <a:pt x="108635" y="107137"/>
                  </a:lnTo>
                  <a:lnTo>
                    <a:pt x="117132" y="102527"/>
                  </a:lnTo>
                  <a:lnTo>
                    <a:pt x="128879" y="101015"/>
                  </a:lnTo>
                  <a:lnTo>
                    <a:pt x="314998" y="101015"/>
                  </a:lnTo>
                  <a:lnTo>
                    <a:pt x="323532" y="101587"/>
                  </a:lnTo>
                  <a:lnTo>
                    <a:pt x="331165" y="103733"/>
                  </a:lnTo>
                  <a:lnTo>
                    <a:pt x="336638" y="107962"/>
                  </a:lnTo>
                  <a:lnTo>
                    <a:pt x="342823" y="131546"/>
                  </a:lnTo>
                  <a:lnTo>
                    <a:pt x="352361" y="138544"/>
                  </a:lnTo>
                  <a:lnTo>
                    <a:pt x="365150" y="139788"/>
                  </a:lnTo>
                  <a:lnTo>
                    <a:pt x="431215" y="138849"/>
                  </a:lnTo>
                  <a:lnTo>
                    <a:pt x="437730" y="135877"/>
                  </a:lnTo>
                  <a:lnTo>
                    <a:pt x="441388" y="129730"/>
                  </a:lnTo>
                  <a:lnTo>
                    <a:pt x="442188" y="119748"/>
                  </a:lnTo>
                  <a:lnTo>
                    <a:pt x="442188" y="46799"/>
                  </a:lnTo>
                  <a:close/>
                </a:path>
                <a:path w="446404" h="431800">
                  <a:moveTo>
                    <a:pt x="446214" y="330428"/>
                  </a:moveTo>
                  <a:lnTo>
                    <a:pt x="445592" y="312547"/>
                  </a:lnTo>
                  <a:lnTo>
                    <a:pt x="438365" y="298386"/>
                  </a:lnTo>
                  <a:lnTo>
                    <a:pt x="423697" y="291299"/>
                  </a:lnTo>
                  <a:lnTo>
                    <a:pt x="405295" y="290639"/>
                  </a:lnTo>
                  <a:lnTo>
                    <a:pt x="385305" y="292531"/>
                  </a:lnTo>
                  <a:lnTo>
                    <a:pt x="356425" y="292849"/>
                  </a:lnTo>
                  <a:lnTo>
                    <a:pt x="348805" y="294754"/>
                  </a:lnTo>
                  <a:lnTo>
                    <a:pt x="343573" y="300443"/>
                  </a:lnTo>
                  <a:lnTo>
                    <a:pt x="341287" y="311531"/>
                  </a:lnTo>
                  <a:lnTo>
                    <a:pt x="338239" y="321449"/>
                  </a:lnTo>
                  <a:lnTo>
                    <a:pt x="331266" y="327698"/>
                  </a:lnTo>
                  <a:lnTo>
                    <a:pt x="321665" y="330949"/>
                  </a:lnTo>
                  <a:lnTo>
                    <a:pt x="310756" y="331876"/>
                  </a:lnTo>
                  <a:lnTo>
                    <a:pt x="131851" y="331876"/>
                  </a:lnTo>
                  <a:lnTo>
                    <a:pt x="100965" y="300621"/>
                  </a:lnTo>
                  <a:lnTo>
                    <a:pt x="93319" y="294157"/>
                  </a:lnTo>
                  <a:lnTo>
                    <a:pt x="82588" y="292785"/>
                  </a:lnTo>
                  <a:lnTo>
                    <a:pt x="4241" y="292709"/>
                  </a:lnTo>
                  <a:lnTo>
                    <a:pt x="419" y="296773"/>
                  </a:lnTo>
                  <a:lnTo>
                    <a:pt x="419" y="378167"/>
                  </a:lnTo>
                  <a:lnTo>
                    <a:pt x="3403" y="403123"/>
                  </a:lnTo>
                  <a:lnTo>
                    <a:pt x="12458" y="419646"/>
                  </a:lnTo>
                  <a:lnTo>
                    <a:pt x="28740" y="428777"/>
                  </a:lnTo>
                  <a:lnTo>
                    <a:pt x="53416" y="431584"/>
                  </a:lnTo>
                  <a:lnTo>
                    <a:pt x="379018" y="431457"/>
                  </a:lnTo>
                  <a:lnTo>
                    <a:pt x="411899" y="429183"/>
                  </a:lnTo>
                  <a:lnTo>
                    <a:pt x="431317" y="420179"/>
                  </a:lnTo>
                  <a:lnTo>
                    <a:pt x="440486" y="401218"/>
                  </a:lnTo>
                  <a:lnTo>
                    <a:pt x="442607" y="369011"/>
                  </a:lnTo>
                  <a:lnTo>
                    <a:pt x="446214" y="330428"/>
                  </a:lnTo>
                  <a:close/>
                </a:path>
              </a:pathLst>
            </a:custGeom>
            <a:solidFill>
              <a:srgbClr val="EB2344"/>
            </a:solidFill>
          </p:spPr>
          <p:txBody>
            <a:bodyPr wrap="square" lIns="0" tIns="0" rIns="0" bIns="0" rtlCol="0"/>
            <a:lstStyle/>
            <a:p>
              <a:endParaRPr/>
            </a:p>
          </p:txBody>
        </p:sp>
        <p:sp>
          <p:nvSpPr>
            <p:cNvPr id="95" name="object 95"/>
            <p:cNvSpPr/>
            <p:nvPr/>
          </p:nvSpPr>
          <p:spPr>
            <a:xfrm>
              <a:off x="7219950" y="5401576"/>
              <a:ext cx="668655" cy="139700"/>
            </a:xfrm>
            <a:custGeom>
              <a:avLst/>
              <a:gdLst/>
              <a:ahLst/>
              <a:cxnLst/>
              <a:rect l="l" t="t" r="r" b="b"/>
              <a:pathLst>
                <a:path w="668654" h="139700">
                  <a:moveTo>
                    <a:pt x="76263" y="72364"/>
                  </a:moveTo>
                  <a:lnTo>
                    <a:pt x="74091" y="56083"/>
                  </a:lnTo>
                  <a:lnTo>
                    <a:pt x="68491" y="44894"/>
                  </a:lnTo>
                  <a:lnTo>
                    <a:pt x="67475" y="42862"/>
                  </a:lnTo>
                  <a:lnTo>
                    <a:pt x="58889" y="35179"/>
                  </a:lnTo>
                  <a:lnTo>
                    <a:pt x="58889" y="73164"/>
                  </a:lnTo>
                  <a:lnTo>
                    <a:pt x="58039" y="79362"/>
                  </a:lnTo>
                  <a:lnTo>
                    <a:pt x="57188" y="82410"/>
                  </a:lnTo>
                  <a:lnTo>
                    <a:pt x="55918" y="91313"/>
                  </a:lnTo>
                  <a:lnTo>
                    <a:pt x="48717" y="98094"/>
                  </a:lnTo>
                  <a:lnTo>
                    <a:pt x="39801" y="98894"/>
                  </a:lnTo>
                  <a:lnTo>
                    <a:pt x="30480" y="99364"/>
                  </a:lnTo>
                  <a:lnTo>
                    <a:pt x="21996" y="92925"/>
                  </a:lnTo>
                  <a:lnTo>
                    <a:pt x="20307" y="83731"/>
                  </a:lnTo>
                  <a:lnTo>
                    <a:pt x="17767" y="76352"/>
                  </a:lnTo>
                  <a:lnTo>
                    <a:pt x="17767" y="68376"/>
                  </a:lnTo>
                  <a:lnTo>
                    <a:pt x="20307" y="60960"/>
                  </a:lnTo>
                  <a:lnTo>
                    <a:pt x="21996" y="52184"/>
                  </a:lnTo>
                  <a:lnTo>
                    <a:pt x="29210" y="45656"/>
                  </a:lnTo>
                  <a:lnTo>
                    <a:pt x="38531" y="44894"/>
                  </a:lnTo>
                  <a:lnTo>
                    <a:pt x="47015" y="45529"/>
                  </a:lnTo>
                  <a:lnTo>
                    <a:pt x="54648" y="51714"/>
                  </a:lnTo>
                  <a:lnTo>
                    <a:pt x="57188" y="60325"/>
                  </a:lnTo>
                  <a:lnTo>
                    <a:pt x="58788" y="68376"/>
                  </a:lnTo>
                  <a:lnTo>
                    <a:pt x="58889" y="73164"/>
                  </a:lnTo>
                  <a:lnTo>
                    <a:pt x="58889" y="35179"/>
                  </a:lnTo>
                  <a:lnTo>
                    <a:pt x="57188" y="33655"/>
                  </a:lnTo>
                  <a:lnTo>
                    <a:pt x="44043" y="29425"/>
                  </a:lnTo>
                  <a:lnTo>
                    <a:pt x="29006" y="30200"/>
                  </a:lnTo>
                  <a:lnTo>
                    <a:pt x="15963" y="36474"/>
                  </a:lnTo>
                  <a:lnTo>
                    <a:pt x="6248" y="47205"/>
                  </a:lnTo>
                  <a:lnTo>
                    <a:pt x="1231" y="61379"/>
                  </a:lnTo>
                  <a:lnTo>
                    <a:pt x="800" y="62026"/>
                  </a:lnTo>
                  <a:lnTo>
                    <a:pt x="800" y="63296"/>
                  </a:lnTo>
                  <a:lnTo>
                    <a:pt x="0" y="78473"/>
                  </a:lnTo>
                  <a:lnTo>
                    <a:pt x="4191" y="92621"/>
                  </a:lnTo>
                  <a:lnTo>
                    <a:pt x="12852" y="104559"/>
                  </a:lnTo>
                  <a:lnTo>
                    <a:pt x="25387" y="113055"/>
                  </a:lnTo>
                  <a:lnTo>
                    <a:pt x="44615" y="114808"/>
                  </a:lnTo>
                  <a:lnTo>
                    <a:pt x="60845" y="107543"/>
                  </a:lnTo>
                  <a:lnTo>
                    <a:pt x="67106" y="99364"/>
                  </a:lnTo>
                  <a:lnTo>
                    <a:pt x="72034" y="92925"/>
                  </a:lnTo>
                  <a:lnTo>
                    <a:pt x="72123" y="92621"/>
                  </a:lnTo>
                  <a:lnTo>
                    <a:pt x="76263" y="72364"/>
                  </a:lnTo>
                  <a:close/>
                </a:path>
                <a:path w="668654" h="139700">
                  <a:moveTo>
                    <a:pt x="161061" y="70319"/>
                  </a:moveTo>
                  <a:lnTo>
                    <a:pt x="159639" y="59512"/>
                  </a:lnTo>
                  <a:lnTo>
                    <a:pt x="156400" y="49047"/>
                  </a:lnTo>
                  <a:lnTo>
                    <a:pt x="154216" y="45275"/>
                  </a:lnTo>
                  <a:lnTo>
                    <a:pt x="152107" y="41630"/>
                  </a:lnTo>
                  <a:lnTo>
                    <a:pt x="150977" y="39662"/>
                  </a:lnTo>
                  <a:lnTo>
                    <a:pt x="142938" y="32969"/>
                  </a:lnTo>
                  <a:lnTo>
                    <a:pt x="141986" y="32639"/>
                  </a:lnTo>
                  <a:lnTo>
                    <a:pt x="141986" y="66763"/>
                  </a:lnTo>
                  <a:lnTo>
                    <a:pt x="141566" y="72097"/>
                  </a:lnTo>
                  <a:lnTo>
                    <a:pt x="116967" y="99110"/>
                  </a:lnTo>
                  <a:lnTo>
                    <a:pt x="110604" y="95084"/>
                  </a:lnTo>
                  <a:lnTo>
                    <a:pt x="107645" y="88646"/>
                  </a:lnTo>
                  <a:lnTo>
                    <a:pt x="104546" y="80543"/>
                  </a:lnTo>
                  <a:lnTo>
                    <a:pt x="103505" y="72097"/>
                  </a:lnTo>
                  <a:lnTo>
                    <a:pt x="104546" y="63652"/>
                  </a:lnTo>
                  <a:lnTo>
                    <a:pt x="107645" y="55575"/>
                  </a:lnTo>
                  <a:lnTo>
                    <a:pt x="110185" y="49352"/>
                  </a:lnTo>
                  <a:lnTo>
                    <a:pt x="116547" y="45275"/>
                  </a:lnTo>
                  <a:lnTo>
                    <a:pt x="130111" y="45567"/>
                  </a:lnTo>
                  <a:lnTo>
                    <a:pt x="136474" y="50063"/>
                  </a:lnTo>
                  <a:lnTo>
                    <a:pt x="138595" y="56680"/>
                  </a:lnTo>
                  <a:lnTo>
                    <a:pt x="141135" y="61468"/>
                  </a:lnTo>
                  <a:lnTo>
                    <a:pt x="141986" y="66763"/>
                  </a:lnTo>
                  <a:lnTo>
                    <a:pt x="141986" y="32639"/>
                  </a:lnTo>
                  <a:lnTo>
                    <a:pt x="133146" y="29451"/>
                  </a:lnTo>
                  <a:lnTo>
                    <a:pt x="122478" y="29629"/>
                  </a:lnTo>
                  <a:lnTo>
                    <a:pt x="114846" y="30734"/>
                  </a:lnTo>
                  <a:lnTo>
                    <a:pt x="110185" y="36334"/>
                  </a:lnTo>
                  <a:lnTo>
                    <a:pt x="102971" y="41630"/>
                  </a:lnTo>
                  <a:lnTo>
                    <a:pt x="107162" y="30441"/>
                  </a:lnTo>
                  <a:lnTo>
                    <a:pt x="107213" y="30314"/>
                  </a:lnTo>
                  <a:lnTo>
                    <a:pt x="101282" y="30137"/>
                  </a:lnTo>
                  <a:lnTo>
                    <a:pt x="94500" y="30441"/>
                  </a:lnTo>
                  <a:lnTo>
                    <a:pt x="89839" y="30441"/>
                  </a:lnTo>
                  <a:lnTo>
                    <a:pt x="86017" y="29718"/>
                  </a:lnTo>
                  <a:lnTo>
                    <a:pt x="86017" y="137985"/>
                  </a:lnTo>
                  <a:lnTo>
                    <a:pt x="90258" y="137058"/>
                  </a:lnTo>
                  <a:lnTo>
                    <a:pt x="98742" y="136461"/>
                  </a:lnTo>
                  <a:lnTo>
                    <a:pt x="104673" y="139293"/>
                  </a:lnTo>
                  <a:lnTo>
                    <a:pt x="104673" y="136461"/>
                  </a:lnTo>
                  <a:lnTo>
                    <a:pt x="104673" y="103695"/>
                  </a:lnTo>
                  <a:lnTo>
                    <a:pt x="121361" y="112915"/>
                  </a:lnTo>
                  <a:lnTo>
                    <a:pt x="136791" y="113715"/>
                  </a:lnTo>
                  <a:lnTo>
                    <a:pt x="160566" y="81191"/>
                  </a:lnTo>
                  <a:lnTo>
                    <a:pt x="161061" y="70319"/>
                  </a:lnTo>
                  <a:close/>
                </a:path>
                <a:path w="668654" h="139700">
                  <a:moveTo>
                    <a:pt x="240169" y="66395"/>
                  </a:moveTo>
                  <a:lnTo>
                    <a:pt x="221678" y="33794"/>
                  </a:lnTo>
                  <a:lnTo>
                    <a:pt x="221678" y="63080"/>
                  </a:lnTo>
                  <a:lnTo>
                    <a:pt x="221678" y="66433"/>
                  </a:lnTo>
                  <a:lnTo>
                    <a:pt x="197942" y="66433"/>
                  </a:lnTo>
                  <a:lnTo>
                    <a:pt x="186918" y="66636"/>
                  </a:lnTo>
                  <a:lnTo>
                    <a:pt x="185648" y="64096"/>
                  </a:lnTo>
                  <a:lnTo>
                    <a:pt x="190309" y="54648"/>
                  </a:lnTo>
                  <a:lnTo>
                    <a:pt x="192849" y="47180"/>
                  </a:lnTo>
                  <a:lnTo>
                    <a:pt x="200482" y="42811"/>
                  </a:lnTo>
                  <a:lnTo>
                    <a:pt x="208546" y="44475"/>
                  </a:lnTo>
                  <a:lnTo>
                    <a:pt x="216166" y="47612"/>
                  </a:lnTo>
                  <a:lnTo>
                    <a:pt x="221259" y="54851"/>
                  </a:lnTo>
                  <a:lnTo>
                    <a:pt x="221678" y="63080"/>
                  </a:lnTo>
                  <a:lnTo>
                    <a:pt x="221678" y="33794"/>
                  </a:lnTo>
                  <a:lnTo>
                    <a:pt x="217982" y="31559"/>
                  </a:lnTo>
                  <a:lnTo>
                    <a:pt x="208546" y="29298"/>
                  </a:lnTo>
                  <a:lnTo>
                    <a:pt x="197688" y="29857"/>
                  </a:lnTo>
                  <a:lnTo>
                    <a:pt x="170586" y="59385"/>
                  </a:lnTo>
                  <a:lnTo>
                    <a:pt x="169278" y="69481"/>
                  </a:lnTo>
                  <a:lnTo>
                    <a:pt x="169786" y="79654"/>
                  </a:lnTo>
                  <a:lnTo>
                    <a:pt x="172085" y="89662"/>
                  </a:lnTo>
                  <a:lnTo>
                    <a:pt x="179438" y="102654"/>
                  </a:lnTo>
                  <a:lnTo>
                    <a:pt x="190893" y="111480"/>
                  </a:lnTo>
                  <a:lnTo>
                    <a:pt x="204812" y="115366"/>
                  </a:lnTo>
                  <a:lnTo>
                    <a:pt x="219570" y="113525"/>
                  </a:lnTo>
                  <a:lnTo>
                    <a:pt x="223799" y="112166"/>
                  </a:lnTo>
                  <a:lnTo>
                    <a:pt x="227622" y="110045"/>
                  </a:lnTo>
                  <a:lnTo>
                    <a:pt x="231432" y="107340"/>
                  </a:lnTo>
                  <a:lnTo>
                    <a:pt x="233553" y="105308"/>
                  </a:lnTo>
                  <a:lnTo>
                    <a:pt x="238645" y="103187"/>
                  </a:lnTo>
                  <a:lnTo>
                    <a:pt x="235216" y="99885"/>
                  </a:lnTo>
                  <a:lnTo>
                    <a:pt x="233984" y="98691"/>
                  </a:lnTo>
                  <a:lnTo>
                    <a:pt x="228892" y="94234"/>
                  </a:lnTo>
                  <a:lnTo>
                    <a:pt x="229311" y="89319"/>
                  </a:lnTo>
                  <a:lnTo>
                    <a:pt x="222110" y="94919"/>
                  </a:lnTo>
                  <a:lnTo>
                    <a:pt x="215036" y="98920"/>
                  </a:lnTo>
                  <a:lnTo>
                    <a:pt x="189458" y="86906"/>
                  </a:lnTo>
                  <a:lnTo>
                    <a:pt x="187337" y="81521"/>
                  </a:lnTo>
                  <a:lnTo>
                    <a:pt x="187769" y="78638"/>
                  </a:lnTo>
                  <a:lnTo>
                    <a:pt x="194551" y="79057"/>
                  </a:lnTo>
                  <a:lnTo>
                    <a:pt x="217868" y="79057"/>
                  </a:lnTo>
                  <a:lnTo>
                    <a:pt x="224294" y="78638"/>
                  </a:lnTo>
                  <a:lnTo>
                    <a:pt x="231876" y="78143"/>
                  </a:lnTo>
                  <a:lnTo>
                    <a:pt x="238963" y="74396"/>
                  </a:lnTo>
                  <a:lnTo>
                    <a:pt x="240131" y="66636"/>
                  </a:lnTo>
                  <a:lnTo>
                    <a:pt x="240169" y="66395"/>
                  </a:lnTo>
                  <a:close/>
                </a:path>
                <a:path w="668654" h="139700">
                  <a:moveTo>
                    <a:pt x="316699" y="94881"/>
                  </a:moveTo>
                  <a:lnTo>
                    <a:pt x="315798" y="51676"/>
                  </a:lnTo>
                  <a:lnTo>
                    <a:pt x="286131" y="29425"/>
                  </a:lnTo>
                  <a:lnTo>
                    <a:pt x="279336" y="31115"/>
                  </a:lnTo>
                  <a:lnTo>
                    <a:pt x="272986" y="35064"/>
                  </a:lnTo>
                  <a:lnTo>
                    <a:pt x="268312" y="40703"/>
                  </a:lnTo>
                  <a:lnTo>
                    <a:pt x="270433" y="27597"/>
                  </a:lnTo>
                  <a:lnTo>
                    <a:pt x="262382" y="30822"/>
                  </a:lnTo>
                  <a:lnTo>
                    <a:pt x="247116" y="29933"/>
                  </a:lnTo>
                  <a:lnTo>
                    <a:pt x="249669" y="36029"/>
                  </a:lnTo>
                  <a:lnTo>
                    <a:pt x="249669" y="116116"/>
                  </a:lnTo>
                  <a:lnTo>
                    <a:pt x="255181" y="113233"/>
                  </a:lnTo>
                  <a:lnTo>
                    <a:pt x="264083" y="113652"/>
                  </a:lnTo>
                  <a:lnTo>
                    <a:pt x="268312" y="114973"/>
                  </a:lnTo>
                  <a:lnTo>
                    <a:pt x="268312" y="52311"/>
                  </a:lnTo>
                  <a:lnTo>
                    <a:pt x="273405" y="45783"/>
                  </a:lnTo>
                  <a:lnTo>
                    <a:pt x="292912" y="45402"/>
                  </a:lnTo>
                  <a:lnTo>
                    <a:pt x="297992" y="51295"/>
                  </a:lnTo>
                  <a:lnTo>
                    <a:pt x="297992" y="113868"/>
                  </a:lnTo>
                  <a:lnTo>
                    <a:pt x="300545" y="114376"/>
                  </a:lnTo>
                  <a:lnTo>
                    <a:pt x="308597" y="112344"/>
                  </a:lnTo>
                  <a:lnTo>
                    <a:pt x="316230" y="117208"/>
                  </a:lnTo>
                  <a:lnTo>
                    <a:pt x="316699" y="94881"/>
                  </a:lnTo>
                  <a:close/>
                </a:path>
                <a:path w="668654" h="139700">
                  <a:moveTo>
                    <a:pt x="386600" y="39382"/>
                  </a:moveTo>
                  <a:lnTo>
                    <a:pt x="385330" y="36842"/>
                  </a:lnTo>
                  <a:lnTo>
                    <a:pt x="374027" y="31584"/>
                  </a:lnTo>
                  <a:lnTo>
                    <a:pt x="366941" y="29705"/>
                  </a:lnTo>
                  <a:lnTo>
                    <a:pt x="359625" y="28968"/>
                  </a:lnTo>
                  <a:lnTo>
                    <a:pt x="352259" y="29425"/>
                  </a:lnTo>
                  <a:lnTo>
                    <a:pt x="331381" y="55981"/>
                  </a:lnTo>
                  <a:lnTo>
                    <a:pt x="333400" y="63004"/>
                  </a:lnTo>
                  <a:lnTo>
                    <a:pt x="337629" y="68935"/>
                  </a:lnTo>
                  <a:lnTo>
                    <a:pt x="350989" y="77241"/>
                  </a:lnTo>
                  <a:lnTo>
                    <a:pt x="357771" y="79870"/>
                  </a:lnTo>
                  <a:lnTo>
                    <a:pt x="367944" y="85166"/>
                  </a:lnTo>
                  <a:lnTo>
                    <a:pt x="371335" y="87795"/>
                  </a:lnTo>
                  <a:lnTo>
                    <a:pt x="369214" y="97332"/>
                  </a:lnTo>
                  <a:lnTo>
                    <a:pt x="364985" y="100469"/>
                  </a:lnTo>
                  <a:lnTo>
                    <a:pt x="353110" y="100088"/>
                  </a:lnTo>
                  <a:lnTo>
                    <a:pt x="346748" y="97713"/>
                  </a:lnTo>
                  <a:lnTo>
                    <a:pt x="333603" y="88214"/>
                  </a:lnTo>
                  <a:lnTo>
                    <a:pt x="334454" y="95338"/>
                  </a:lnTo>
                  <a:lnTo>
                    <a:pt x="327672" y="101447"/>
                  </a:lnTo>
                  <a:lnTo>
                    <a:pt x="327672" y="104076"/>
                  </a:lnTo>
                  <a:lnTo>
                    <a:pt x="339547" y="111442"/>
                  </a:lnTo>
                  <a:lnTo>
                    <a:pt x="347599" y="114249"/>
                  </a:lnTo>
                  <a:lnTo>
                    <a:pt x="356082" y="114973"/>
                  </a:lnTo>
                  <a:lnTo>
                    <a:pt x="367626" y="113601"/>
                  </a:lnTo>
                  <a:lnTo>
                    <a:pt x="376326" y="109702"/>
                  </a:lnTo>
                  <a:lnTo>
                    <a:pt x="382308" y="103517"/>
                  </a:lnTo>
                  <a:lnTo>
                    <a:pt x="385749" y="95338"/>
                  </a:lnTo>
                  <a:lnTo>
                    <a:pt x="386524" y="86855"/>
                  </a:lnTo>
                  <a:lnTo>
                    <a:pt x="384327" y="79463"/>
                  </a:lnTo>
                  <a:lnTo>
                    <a:pt x="379018" y="72999"/>
                  </a:lnTo>
                  <a:lnTo>
                    <a:pt x="370497" y="67271"/>
                  </a:lnTo>
                  <a:lnTo>
                    <a:pt x="353529" y="59016"/>
                  </a:lnTo>
                  <a:lnTo>
                    <a:pt x="346748" y="54216"/>
                  </a:lnTo>
                  <a:lnTo>
                    <a:pt x="350139" y="45529"/>
                  </a:lnTo>
                  <a:lnTo>
                    <a:pt x="354380" y="43243"/>
                  </a:lnTo>
                  <a:lnTo>
                    <a:pt x="364134" y="43967"/>
                  </a:lnTo>
                  <a:lnTo>
                    <a:pt x="369214" y="45567"/>
                  </a:lnTo>
                  <a:lnTo>
                    <a:pt x="381088" y="53632"/>
                  </a:lnTo>
                  <a:lnTo>
                    <a:pt x="379818" y="46507"/>
                  </a:lnTo>
                  <a:lnTo>
                    <a:pt x="386600" y="39382"/>
                  </a:lnTo>
                  <a:close/>
                </a:path>
                <a:path w="668654" h="139700">
                  <a:moveTo>
                    <a:pt x="516953" y="71729"/>
                  </a:moveTo>
                  <a:lnTo>
                    <a:pt x="516940" y="67830"/>
                  </a:lnTo>
                  <a:lnTo>
                    <a:pt x="516775" y="64223"/>
                  </a:lnTo>
                  <a:lnTo>
                    <a:pt x="516331" y="53924"/>
                  </a:lnTo>
                  <a:lnTo>
                    <a:pt x="514197" y="45529"/>
                  </a:lnTo>
                  <a:lnTo>
                    <a:pt x="513905" y="44348"/>
                  </a:lnTo>
                  <a:lnTo>
                    <a:pt x="508330" y="36588"/>
                  </a:lnTo>
                  <a:lnTo>
                    <a:pt x="500646" y="31610"/>
                  </a:lnTo>
                  <a:lnTo>
                    <a:pt x="500646" y="92290"/>
                  </a:lnTo>
                  <a:lnTo>
                    <a:pt x="493864" y="100342"/>
                  </a:lnTo>
                  <a:lnTo>
                    <a:pt x="484962" y="101193"/>
                  </a:lnTo>
                  <a:lnTo>
                    <a:pt x="484111" y="101231"/>
                  </a:lnTo>
                  <a:lnTo>
                    <a:pt x="483692" y="101269"/>
                  </a:lnTo>
                  <a:lnTo>
                    <a:pt x="482841" y="101231"/>
                  </a:lnTo>
                  <a:lnTo>
                    <a:pt x="482841" y="100850"/>
                  </a:lnTo>
                  <a:lnTo>
                    <a:pt x="476059" y="101523"/>
                  </a:lnTo>
                  <a:lnTo>
                    <a:pt x="470115" y="96659"/>
                  </a:lnTo>
                  <a:lnTo>
                    <a:pt x="469277" y="89954"/>
                  </a:lnTo>
                  <a:lnTo>
                    <a:pt x="469277" y="79146"/>
                  </a:lnTo>
                  <a:lnTo>
                    <a:pt x="475627" y="73977"/>
                  </a:lnTo>
                  <a:lnTo>
                    <a:pt x="486232" y="74053"/>
                  </a:lnTo>
                  <a:lnTo>
                    <a:pt x="490893" y="76225"/>
                  </a:lnTo>
                  <a:lnTo>
                    <a:pt x="495554" y="73977"/>
                  </a:lnTo>
                  <a:lnTo>
                    <a:pt x="500227" y="71729"/>
                  </a:lnTo>
                  <a:lnTo>
                    <a:pt x="499795" y="83210"/>
                  </a:lnTo>
                  <a:lnTo>
                    <a:pt x="500646" y="92290"/>
                  </a:lnTo>
                  <a:lnTo>
                    <a:pt x="500646" y="31610"/>
                  </a:lnTo>
                  <a:lnTo>
                    <a:pt x="500291" y="31369"/>
                  </a:lnTo>
                  <a:lnTo>
                    <a:pt x="490474" y="29425"/>
                  </a:lnTo>
                  <a:lnTo>
                    <a:pt x="482409" y="28448"/>
                  </a:lnTo>
                  <a:lnTo>
                    <a:pt x="473938" y="29375"/>
                  </a:lnTo>
                  <a:lnTo>
                    <a:pt x="461213" y="33794"/>
                  </a:lnTo>
                  <a:lnTo>
                    <a:pt x="456133" y="34302"/>
                  </a:lnTo>
                  <a:lnTo>
                    <a:pt x="461213" y="50368"/>
                  </a:lnTo>
                  <a:lnTo>
                    <a:pt x="463765" y="50876"/>
                  </a:lnTo>
                  <a:lnTo>
                    <a:pt x="470547" y="47815"/>
                  </a:lnTo>
                  <a:lnTo>
                    <a:pt x="474357" y="46215"/>
                  </a:lnTo>
                  <a:lnTo>
                    <a:pt x="478599" y="45529"/>
                  </a:lnTo>
                  <a:lnTo>
                    <a:pt x="483260" y="45783"/>
                  </a:lnTo>
                  <a:lnTo>
                    <a:pt x="494715" y="45783"/>
                  </a:lnTo>
                  <a:lnTo>
                    <a:pt x="499795" y="52184"/>
                  </a:lnTo>
                  <a:lnTo>
                    <a:pt x="498944" y="64223"/>
                  </a:lnTo>
                  <a:lnTo>
                    <a:pt x="481965" y="62395"/>
                  </a:lnTo>
                  <a:lnTo>
                    <a:pt x="468960" y="63830"/>
                  </a:lnTo>
                  <a:lnTo>
                    <a:pt x="459600" y="68592"/>
                  </a:lnTo>
                  <a:lnTo>
                    <a:pt x="453580" y="76733"/>
                  </a:lnTo>
                  <a:lnTo>
                    <a:pt x="451256" y="85521"/>
                  </a:lnTo>
                  <a:lnTo>
                    <a:pt x="451789" y="94386"/>
                  </a:lnTo>
                  <a:lnTo>
                    <a:pt x="455015" y="102704"/>
                  </a:lnTo>
                  <a:lnTo>
                    <a:pt x="460794" y="109791"/>
                  </a:lnTo>
                  <a:lnTo>
                    <a:pt x="469150" y="114134"/>
                  </a:lnTo>
                  <a:lnTo>
                    <a:pt x="478650" y="114871"/>
                  </a:lnTo>
                  <a:lnTo>
                    <a:pt x="488873" y="111963"/>
                  </a:lnTo>
                  <a:lnTo>
                    <a:pt x="499376" y="105308"/>
                  </a:lnTo>
                  <a:lnTo>
                    <a:pt x="497674" y="117297"/>
                  </a:lnTo>
                  <a:lnTo>
                    <a:pt x="505726" y="112852"/>
                  </a:lnTo>
                  <a:lnTo>
                    <a:pt x="509549" y="113360"/>
                  </a:lnTo>
                  <a:lnTo>
                    <a:pt x="512521" y="113360"/>
                  </a:lnTo>
                  <a:lnTo>
                    <a:pt x="516750" y="114884"/>
                  </a:lnTo>
                  <a:lnTo>
                    <a:pt x="516750" y="112852"/>
                  </a:lnTo>
                  <a:lnTo>
                    <a:pt x="516788" y="105308"/>
                  </a:lnTo>
                  <a:lnTo>
                    <a:pt x="516813" y="101523"/>
                  </a:lnTo>
                  <a:lnTo>
                    <a:pt x="516813" y="101269"/>
                  </a:lnTo>
                  <a:lnTo>
                    <a:pt x="516928" y="89954"/>
                  </a:lnTo>
                  <a:lnTo>
                    <a:pt x="516953" y="71729"/>
                  </a:lnTo>
                  <a:close/>
                </a:path>
                <a:path w="668654" h="139700">
                  <a:moveTo>
                    <a:pt x="668108" y="31242"/>
                  </a:moveTo>
                  <a:lnTo>
                    <a:pt x="659485" y="29794"/>
                  </a:lnTo>
                  <a:lnTo>
                    <a:pt x="651256" y="31381"/>
                  </a:lnTo>
                  <a:lnTo>
                    <a:pt x="644144" y="35725"/>
                  </a:lnTo>
                  <a:lnTo>
                    <a:pt x="620623" y="66128"/>
                  </a:lnTo>
                  <a:lnTo>
                    <a:pt x="621474" y="2552"/>
                  </a:lnTo>
                  <a:lnTo>
                    <a:pt x="618502" y="0"/>
                  </a:lnTo>
                  <a:lnTo>
                    <a:pt x="606628" y="1016"/>
                  </a:lnTo>
                  <a:lnTo>
                    <a:pt x="602399" y="127"/>
                  </a:lnTo>
                  <a:lnTo>
                    <a:pt x="602399" y="113563"/>
                  </a:lnTo>
                  <a:lnTo>
                    <a:pt x="622325" y="114071"/>
                  </a:lnTo>
                  <a:lnTo>
                    <a:pt x="621042" y="105727"/>
                  </a:lnTo>
                  <a:lnTo>
                    <a:pt x="620788" y="97713"/>
                  </a:lnTo>
                  <a:lnTo>
                    <a:pt x="622477" y="89979"/>
                  </a:lnTo>
                  <a:lnTo>
                    <a:pt x="625995" y="82905"/>
                  </a:lnTo>
                  <a:lnTo>
                    <a:pt x="664718" y="37058"/>
                  </a:lnTo>
                  <a:lnTo>
                    <a:pt x="668108" y="33870"/>
                  </a:lnTo>
                  <a:lnTo>
                    <a:pt x="668108" y="31242"/>
                  </a:lnTo>
                  <a:close/>
                </a:path>
              </a:pathLst>
            </a:custGeom>
            <a:solidFill>
              <a:srgbClr val="4E4540"/>
            </a:solidFill>
          </p:spPr>
          <p:txBody>
            <a:bodyPr wrap="square" lIns="0" tIns="0" rIns="0" bIns="0" rtlCol="0"/>
            <a:lstStyle/>
            <a:p>
              <a:endParaRPr/>
            </a:p>
          </p:txBody>
        </p:sp>
        <p:sp>
          <p:nvSpPr>
            <p:cNvPr id="96" name="object 96"/>
            <p:cNvSpPr/>
            <p:nvPr/>
          </p:nvSpPr>
          <p:spPr>
            <a:xfrm>
              <a:off x="7616309" y="5409415"/>
              <a:ext cx="46355" cy="107314"/>
            </a:xfrm>
            <a:custGeom>
              <a:avLst/>
              <a:gdLst/>
              <a:ahLst/>
              <a:cxnLst/>
              <a:rect l="l" t="t" r="r" b="b"/>
              <a:pathLst>
                <a:path w="46354" h="107314">
                  <a:moveTo>
                    <a:pt x="26285" y="0"/>
                  </a:moveTo>
                  <a:lnTo>
                    <a:pt x="10174" y="0"/>
                  </a:lnTo>
                  <a:lnTo>
                    <a:pt x="8479" y="2840"/>
                  </a:lnTo>
                  <a:lnTo>
                    <a:pt x="8903" y="14243"/>
                  </a:lnTo>
                  <a:lnTo>
                    <a:pt x="11870" y="20050"/>
                  </a:lnTo>
                  <a:lnTo>
                    <a:pt x="0" y="24332"/>
                  </a:lnTo>
                  <a:lnTo>
                    <a:pt x="1695" y="31030"/>
                  </a:lnTo>
                  <a:lnTo>
                    <a:pt x="1695" y="37134"/>
                  </a:lnTo>
                  <a:lnTo>
                    <a:pt x="12294" y="39084"/>
                  </a:lnTo>
                  <a:lnTo>
                    <a:pt x="8903" y="45697"/>
                  </a:lnTo>
                  <a:lnTo>
                    <a:pt x="8843" y="81759"/>
                  </a:lnTo>
                  <a:lnTo>
                    <a:pt x="9750" y="92157"/>
                  </a:lnTo>
                  <a:lnTo>
                    <a:pt x="12572" y="99259"/>
                  </a:lnTo>
                  <a:lnTo>
                    <a:pt x="18018" y="104138"/>
                  </a:lnTo>
                  <a:lnTo>
                    <a:pt x="25370" y="106673"/>
                  </a:lnTo>
                  <a:lnTo>
                    <a:pt x="33916" y="106740"/>
                  </a:lnTo>
                  <a:lnTo>
                    <a:pt x="45786" y="105087"/>
                  </a:lnTo>
                  <a:lnTo>
                    <a:pt x="44939" y="89105"/>
                  </a:lnTo>
                  <a:lnTo>
                    <a:pt x="35532" y="90518"/>
                  </a:lnTo>
                  <a:lnTo>
                    <a:pt x="30100" y="89153"/>
                  </a:lnTo>
                  <a:lnTo>
                    <a:pt x="27530" y="84235"/>
                  </a:lnTo>
                  <a:lnTo>
                    <a:pt x="26709" y="66638"/>
                  </a:lnTo>
                  <a:lnTo>
                    <a:pt x="27556" y="58796"/>
                  </a:lnTo>
                  <a:lnTo>
                    <a:pt x="26285" y="41119"/>
                  </a:lnTo>
                  <a:lnTo>
                    <a:pt x="27980" y="36201"/>
                  </a:lnTo>
                  <a:lnTo>
                    <a:pt x="44939" y="39593"/>
                  </a:lnTo>
                  <a:lnTo>
                    <a:pt x="45786" y="35311"/>
                  </a:lnTo>
                  <a:lnTo>
                    <a:pt x="45363" y="21449"/>
                  </a:lnTo>
                  <a:lnTo>
                    <a:pt x="27133" y="24841"/>
                  </a:lnTo>
                  <a:lnTo>
                    <a:pt x="25437" y="18821"/>
                  </a:lnTo>
                  <a:lnTo>
                    <a:pt x="28404" y="2755"/>
                  </a:lnTo>
                  <a:lnTo>
                    <a:pt x="26285" y="0"/>
                  </a:lnTo>
                  <a:close/>
                </a:path>
              </a:pathLst>
            </a:custGeom>
            <a:solidFill>
              <a:srgbClr val="4F4641"/>
            </a:solidFill>
          </p:spPr>
          <p:txBody>
            <a:bodyPr wrap="square" lIns="0" tIns="0" rIns="0" bIns="0" rtlCol="0"/>
            <a:lstStyle/>
            <a:p>
              <a:endParaRPr/>
            </a:p>
          </p:txBody>
        </p:sp>
        <p:sp>
          <p:nvSpPr>
            <p:cNvPr id="97" name="object 97"/>
            <p:cNvSpPr/>
            <p:nvPr/>
          </p:nvSpPr>
          <p:spPr>
            <a:xfrm>
              <a:off x="7746887" y="5430730"/>
              <a:ext cx="66675" cy="86360"/>
            </a:xfrm>
            <a:custGeom>
              <a:avLst/>
              <a:gdLst/>
              <a:ahLst/>
              <a:cxnLst/>
              <a:rect l="l" t="t" r="r" b="b"/>
              <a:pathLst>
                <a:path w="66675" h="86360">
                  <a:moveTo>
                    <a:pt x="31836" y="0"/>
                  </a:moveTo>
                  <a:lnTo>
                    <a:pt x="15580" y="7193"/>
                  </a:lnTo>
                  <a:lnTo>
                    <a:pt x="4252" y="22112"/>
                  </a:lnTo>
                  <a:lnTo>
                    <a:pt x="0" y="42992"/>
                  </a:lnTo>
                  <a:lnTo>
                    <a:pt x="0" y="45832"/>
                  </a:lnTo>
                  <a:lnTo>
                    <a:pt x="23317" y="83178"/>
                  </a:lnTo>
                  <a:lnTo>
                    <a:pt x="41812" y="86151"/>
                  </a:lnTo>
                  <a:lnTo>
                    <a:pt x="50920" y="83804"/>
                  </a:lnTo>
                  <a:lnTo>
                    <a:pt x="59353" y="78982"/>
                  </a:lnTo>
                  <a:lnTo>
                    <a:pt x="66560" y="73810"/>
                  </a:lnTo>
                  <a:lnTo>
                    <a:pt x="58505" y="65671"/>
                  </a:lnTo>
                  <a:lnTo>
                    <a:pt x="56809" y="59991"/>
                  </a:lnTo>
                  <a:lnTo>
                    <a:pt x="46210" y="68257"/>
                  </a:lnTo>
                  <a:lnTo>
                    <a:pt x="37062" y="69927"/>
                  </a:lnTo>
                  <a:lnTo>
                    <a:pt x="30471" y="68183"/>
                  </a:lnTo>
                  <a:lnTo>
                    <a:pt x="25072" y="64101"/>
                  </a:lnTo>
                  <a:lnTo>
                    <a:pt x="21621" y="58041"/>
                  </a:lnTo>
                  <a:lnTo>
                    <a:pt x="19568" y="51836"/>
                  </a:lnTo>
                  <a:lnTo>
                    <a:pt x="18547" y="45408"/>
                  </a:lnTo>
                  <a:lnTo>
                    <a:pt x="18640" y="38917"/>
                  </a:lnTo>
                  <a:lnTo>
                    <a:pt x="22045" y="25951"/>
                  </a:lnTo>
                  <a:lnTo>
                    <a:pt x="24165" y="23322"/>
                  </a:lnTo>
                  <a:lnTo>
                    <a:pt x="30060" y="18684"/>
                  </a:lnTo>
                  <a:lnTo>
                    <a:pt x="36989" y="16704"/>
                  </a:lnTo>
                  <a:lnTo>
                    <a:pt x="44077" y="17451"/>
                  </a:lnTo>
                  <a:lnTo>
                    <a:pt x="50450" y="20991"/>
                  </a:lnTo>
                  <a:lnTo>
                    <a:pt x="53418" y="24255"/>
                  </a:lnTo>
                  <a:lnTo>
                    <a:pt x="64440" y="17430"/>
                  </a:lnTo>
                  <a:lnTo>
                    <a:pt x="64864" y="9715"/>
                  </a:lnTo>
                  <a:lnTo>
                    <a:pt x="52994" y="2890"/>
                  </a:lnTo>
                  <a:lnTo>
                    <a:pt x="31836" y="0"/>
                  </a:lnTo>
                  <a:close/>
                </a:path>
              </a:pathLst>
            </a:custGeom>
            <a:solidFill>
              <a:srgbClr val="4E4540"/>
            </a:solidFill>
          </p:spPr>
          <p:txBody>
            <a:bodyPr wrap="square" lIns="0" tIns="0" rIns="0" bIns="0" rtlCol="0"/>
            <a:lstStyle/>
            <a:p>
              <a:endParaRPr/>
            </a:p>
          </p:txBody>
        </p:sp>
        <p:sp>
          <p:nvSpPr>
            <p:cNvPr id="98" name="object 98"/>
            <p:cNvSpPr/>
            <p:nvPr/>
          </p:nvSpPr>
          <p:spPr>
            <a:xfrm>
              <a:off x="7332260" y="5108779"/>
              <a:ext cx="100476" cy="101738"/>
            </a:xfrm>
            <a:prstGeom prst="rect">
              <a:avLst/>
            </a:prstGeom>
            <a:blipFill>
              <a:blip r:embed="rId31" cstate="print"/>
              <a:stretch>
                <a:fillRect/>
              </a:stretch>
            </a:blipFill>
          </p:spPr>
          <p:txBody>
            <a:bodyPr wrap="square" lIns="0" tIns="0" rIns="0" bIns="0" rtlCol="0"/>
            <a:lstStyle/>
            <a:p>
              <a:endParaRPr/>
            </a:p>
          </p:txBody>
        </p:sp>
        <p:sp>
          <p:nvSpPr>
            <p:cNvPr id="99" name="object 99"/>
            <p:cNvSpPr/>
            <p:nvPr/>
          </p:nvSpPr>
          <p:spPr>
            <a:xfrm>
              <a:off x="7673967" y="5109584"/>
              <a:ext cx="100053" cy="100848"/>
            </a:xfrm>
            <a:prstGeom prst="rect">
              <a:avLst/>
            </a:prstGeom>
            <a:blipFill>
              <a:blip r:embed="rId32" cstate="print"/>
              <a:stretch>
                <a:fillRect/>
              </a:stretch>
            </a:blipFill>
          </p:spPr>
          <p:txBody>
            <a:bodyPr wrap="square" lIns="0" tIns="0" rIns="0" bIns="0" rtlCol="0"/>
            <a:lstStyle/>
            <a:p>
              <a:endParaRPr/>
            </a:p>
          </p:txBody>
        </p:sp>
        <p:sp>
          <p:nvSpPr>
            <p:cNvPr id="100" name="object 100"/>
            <p:cNvSpPr/>
            <p:nvPr/>
          </p:nvSpPr>
          <p:spPr>
            <a:xfrm>
              <a:off x="7853299" y="5471476"/>
              <a:ext cx="37465" cy="43815"/>
            </a:xfrm>
            <a:custGeom>
              <a:avLst/>
              <a:gdLst/>
              <a:ahLst/>
              <a:cxnLst/>
              <a:rect l="l" t="t" r="r" b="b"/>
              <a:pathLst>
                <a:path w="37465" h="43814">
                  <a:moveTo>
                    <a:pt x="12294" y="0"/>
                  </a:moveTo>
                  <a:lnTo>
                    <a:pt x="0" y="12250"/>
                  </a:lnTo>
                  <a:lnTo>
                    <a:pt x="0" y="15515"/>
                  </a:lnTo>
                  <a:lnTo>
                    <a:pt x="15262" y="42390"/>
                  </a:lnTo>
                  <a:lnTo>
                    <a:pt x="17382" y="43662"/>
                  </a:lnTo>
                  <a:lnTo>
                    <a:pt x="37307" y="43535"/>
                  </a:lnTo>
                  <a:lnTo>
                    <a:pt x="12294" y="0"/>
                  </a:lnTo>
                  <a:close/>
                </a:path>
              </a:pathLst>
            </a:custGeom>
            <a:solidFill>
              <a:srgbClr val="4F4641"/>
            </a:solidFill>
          </p:spPr>
          <p:txBody>
            <a:bodyPr wrap="square" lIns="0" tIns="0" rIns="0" bIns="0" rtlCol="0"/>
            <a:lstStyle/>
            <a:p>
              <a:endParaRPr/>
            </a:p>
          </p:txBody>
        </p:sp>
        <p:sp>
          <p:nvSpPr>
            <p:cNvPr id="101" name="object 101"/>
            <p:cNvSpPr/>
            <p:nvPr/>
          </p:nvSpPr>
          <p:spPr>
            <a:xfrm>
              <a:off x="7894846" y="5493264"/>
              <a:ext cx="22225" cy="22225"/>
            </a:xfrm>
            <a:custGeom>
              <a:avLst/>
              <a:gdLst/>
              <a:ahLst/>
              <a:cxnLst/>
              <a:rect l="l" t="t" r="r" b="b"/>
              <a:pathLst>
                <a:path w="22225" h="22225">
                  <a:moveTo>
                    <a:pt x="6783" y="0"/>
                  </a:moveTo>
                  <a:lnTo>
                    <a:pt x="2119" y="3476"/>
                  </a:lnTo>
                  <a:lnTo>
                    <a:pt x="1271" y="8562"/>
                  </a:lnTo>
                  <a:lnTo>
                    <a:pt x="847" y="9368"/>
                  </a:lnTo>
                  <a:lnTo>
                    <a:pt x="959" y="10385"/>
                  </a:lnTo>
                  <a:lnTo>
                    <a:pt x="1271" y="10979"/>
                  </a:lnTo>
                  <a:lnTo>
                    <a:pt x="0" y="16108"/>
                  </a:lnTo>
                  <a:lnTo>
                    <a:pt x="3815" y="21025"/>
                  </a:lnTo>
                  <a:lnTo>
                    <a:pt x="8903" y="21958"/>
                  </a:lnTo>
                  <a:lnTo>
                    <a:pt x="9750" y="22085"/>
                  </a:lnTo>
                  <a:lnTo>
                    <a:pt x="10598" y="22128"/>
                  </a:lnTo>
                  <a:lnTo>
                    <a:pt x="11446" y="22043"/>
                  </a:lnTo>
                  <a:lnTo>
                    <a:pt x="17806" y="22043"/>
                  </a:lnTo>
                  <a:lnTo>
                    <a:pt x="21621" y="18100"/>
                  </a:lnTo>
                  <a:lnTo>
                    <a:pt x="21777" y="15811"/>
                  </a:lnTo>
                  <a:lnTo>
                    <a:pt x="15686" y="15811"/>
                  </a:lnTo>
                  <a:lnTo>
                    <a:pt x="14838" y="15642"/>
                  </a:lnTo>
                  <a:lnTo>
                    <a:pt x="13990" y="14073"/>
                  </a:lnTo>
                  <a:lnTo>
                    <a:pt x="13142" y="12208"/>
                  </a:lnTo>
                  <a:lnTo>
                    <a:pt x="13142" y="7630"/>
                  </a:lnTo>
                  <a:lnTo>
                    <a:pt x="11446" y="6189"/>
                  </a:lnTo>
                  <a:lnTo>
                    <a:pt x="10174" y="3433"/>
                  </a:lnTo>
                  <a:lnTo>
                    <a:pt x="20380" y="3433"/>
                  </a:lnTo>
                  <a:lnTo>
                    <a:pt x="18653" y="1017"/>
                  </a:lnTo>
                  <a:lnTo>
                    <a:pt x="11870" y="805"/>
                  </a:lnTo>
                  <a:lnTo>
                    <a:pt x="6783" y="0"/>
                  </a:lnTo>
                  <a:close/>
                </a:path>
                <a:path w="22225" h="22225">
                  <a:moveTo>
                    <a:pt x="20380" y="3433"/>
                  </a:moveTo>
                  <a:lnTo>
                    <a:pt x="13142" y="3433"/>
                  </a:lnTo>
                  <a:lnTo>
                    <a:pt x="16534" y="5214"/>
                  </a:lnTo>
                  <a:lnTo>
                    <a:pt x="17806" y="8139"/>
                  </a:lnTo>
                  <a:lnTo>
                    <a:pt x="18957" y="10173"/>
                  </a:lnTo>
                  <a:lnTo>
                    <a:pt x="18983" y="10979"/>
                  </a:lnTo>
                  <a:lnTo>
                    <a:pt x="18653" y="13056"/>
                  </a:lnTo>
                  <a:lnTo>
                    <a:pt x="17382" y="15133"/>
                  </a:lnTo>
                  <a:lnTo>
                    <a:pt x="16958" y="15642"/>
                  </a:lnTo>
                  <a:lnTo>
                    <a:pt x="15686" y="15811"/>
                  </a:lnTo>
                  <a:lnTo>
                    <a:pt x="21777" y="15811"/>
                  </a:lnTo>
                  <a:lnTo>
                    <a:pt x="22022" y="12208"/>
                  </a:lnTo>
                  <a:lnTo>
                    <a:pt x="21938" y="10173"/>
                  </a:lnTo>
                  <a:lnTo>
                    <a:pt x="21621" y="5171"/>
                  </a:lnTo>
                  <a:lnTo>
                    <a:pt x="20380" y="3433"/>
                  </a:lnTo>
                  <a:close/>
                </a:path>
              </a:pathLst>
            </a:custGeom>
            <a:solidFill>
              <a:srgbClr val="69605D"/>
            </a:solidFill>
          </p:spPr>
          <p:txBody>
            <a:bodyPr wrap="square" lIns="0" tIns="0" rIns="0" bIns="0" rtlCol="0"/>
            <a:lstStyle/>
            <a:p>
              <a:endParaRPr/>
            </a:p>
          </p:txBody>
        </p:sp>
      </p:grpSp>
      <p:sp>
        <p:nvSpPr>
          <p:cNvPr id="102" name="Footer Placeholder 101">
            <a:extLst>
              <a:ext uri="{FF2B5EF4-FFF2-40B4-BE49-F238E27FC236}">
                <a16:creationId xmlns:a16="http://schemas.microsoft.com/office/drawing/2014/main" id="{223812ED-F0AF-B52F-766F-2A43A43CA1FA}"/>
              </a:ext>
            </a:extLst>
          </p:cNvPr>
          <p:cNvSpPr>
            <a:spLocks noGrp="1"/>
          </p:cNvSpPr>
          <p:nvPr>
            <p:ph type="ftr" sz="quarter" idx="11"/>
          </p:nvPr>
        </p:nvSpPr>
        <p:spPr/>
        <p:txBody>
          <a:bodyPr/>
          <a:lstStyle/>
          <a:p>
            <a:r>
              <a:rPr lang="en-US"/>
              <a:t>CHAITANYA R GAAJULA</a:t>
            </a:r>
            <a:endParaRPr lang="en-IN"/>
          </a:p>
        </p:txBody>
      </p:sp>
      <p:sp>
        <p:nvSpPr>
          <p:cNvPr id="103" name="Slide Number Placeholder 102">
            <a:extLst>
              <a:ext uri="{FF2B5EF4-FFF2-40B4-BE49-F238E27FC236}">
                <a16:creationId xmlns:a16="http://schemas.microsoft.com/office/drawing/2014/main" id="{9BF423EC-367F-84AA-23DC-F18A312E22EC}"/>
              </a:ext>
            </a:extLst>
          </p:cNvPr>
          <p:cNvSpPr>
            <a:spLocks noGrp="1"/>
          </p:cNvSpPr>
          <p:nvPr>
            <p:ph type="sldNum" sz="quarter" idx="12"/>
          </p:nvPr>
        </p:nvSpPr>
        <p:spPr/>
        <p:txBody>
          <a:bodyPr/>
          <a:lstStyle/>
          <a:p>
            <a:fld id="{B6F15528-21DE-4FAA-801E-634DDDAF4B2B}" type="slidenum">
              <a:rPr lang="en-IN" smtClean="0"/>
              <a:t>20</a:t>
            </a:fld>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228600"/>
            <a:ext cx="7929880" cy="566822"/>
          </a:xfrm>
          <a:prstGeom prst="rect">
            <a:avLst/>
          </a:prstGeom>
        </p:spPr>
        <p:txBody>
          <a:bodyPr vert="horz" wrap="square" lIns="0" tIns="12700" rIns="0" bIns="0" rtlCol="0">
            <a:spAutoFit/>
          </a:bodyPr>
          <a:lstStyle/>
          <a:p>
            <a:pPr marL="12700">
              <a:lnSpc>
                <a:spcPct val="100000"/>
              </a:lnSpc>
              <a:spcBef>
                <a:spcPts val="100"/>
              </a:spcBef>
            </a:pPr>
            <a:r>
              <a:rPr sz="3600" b="1" spc="5" dirty="0">
                <a:solidFill>
                  <a:schemeClr val="tx1"/>
                </a:solidFill>
                <a:latin typeface="Calibri Light" panose="020F0302020204030204" pitchFamily="34" charset="0"/>
                <a:cs typeface="Calibri Light" panose="020F0302020204030204" pitchFamily="34" charset="0"/>
              </a:rPr>
              <a:t>Managed </a:t>
            </a:r>
            <a:r>
              <a:rPr sz="3600" b="1" spc="-5" dirty="0">
                <a:solidFill>
                  <a:schemeClr val="tx1"/>
                </a:solidFill>
                <a:latin typeface="Calibri Light" panose="020F0302020204030204" pitchFamily="34" charset="0"/>
                <a:cs typeface="Calibri Light" panose="020F0302020204030204" pitchFamily="34" charset="0"/>
              </a:rPr>
              <a:t>Kubernetes</a:t>
            </a:r>
            <a:r>
              <a:rPr sz="3600" b="1" spc="-135" dirty="0">
                <a:solidFill>
                  <a:schemeClr val="tx1"/>
                </a:solidFill>
                <a:latin typeface="Calibri Light" panose="020F0302020204030204" pitchFamily="34" charset="0"/>
                <a:cs typeface="Calibri Light" panose="020F0302020204030204" pitchFamily="34" charset="0"/>
              </a:rPr>
              <a:t> </a:t>
            </a:r>
            <a:r>
              <a:rPr sz="3600" b="1" dirty="0">
                <a:solidFill>
                  <a:schemeClr val="tx1"/>
                </a:solidFill>
                <a:latin typeface="Calibri Light" panose="020F0302020204030204" pitchFamily="34" charset="0"/>
                <a:cs typeface="Calibri Light" panose="020F0302020204030204" pitchFamily="34" charset="0"/>
              </a:rPr>
              <a:t>Services</a:t>
            </a:r>
          </a:p>
        </p:txBody>
      </p:sp>
      <p:sp>
        <p:nvSpPr>
          <p:cNvPr id="3" name="object 3"/>
          <p:cNvSpPr txBox="1"/>
          <p:nvPr/>
        </p:nvSpPr>
        <p:spPr>
          <a:xfrm>
            <a:off x="76200" y="1824330"/>
            <a:ext cx="12192000" cy="3209340"/>
          </a:xfrm>
          <a:prstGeom prst="rect">
            <a:avLst/>
          </a:prstGeom>
        </p:spPr>
        <p:txBody>
          <a:bodyPr vert="horz" wrap="square" lIns="0" tIns="12065" rIns="0" bIns="0" rtlCol="0">
            <a:spAutoFit/>
          </a:bodyPr>
          <a:lstStyle/>
          <a:p>
            <a:pPr marL="354965" indent="-342900">
              <a:lnSpc>
                <a:spcPts val="2160"/>
              </a:lnSpc>
              <a:spcBef>
                <a:spcPts val="95"/>
              </a:spcBef>
              <a:buClr>
                <a:schemeClr val="tx1"/>
              </a:buClr>
              <a:buSzPct val="78947"/>
              <a:buFont typeface="Wingdings" panose="05000000000000000000" pitchFamily="2" charset="2"/>
              <a:buChar char="§"/>
              <a:tabLst>
                <a:tab pos="356870" algn="l"/>
                <a:tab pos="357505" algn="l"/>
              </a:tabLst>
            </a:pPr>
            <a:r>
              <a:rPr lang="en-US" sz="2200" dirty="0">
                <a:latin typeface="Calibri Light" panose="020F0302020204030204" pitchFamily="34" charset="0"/>
                <a:cs typeface="Calibri Light" panose="020F0302020204030204" pitchFamily="34" charset="0"/>
              </a:rPr>
              <a:t>Open Source system approach for automating deployment, scaling, and management of containerized applications.</a:t>
            </a:r>
          </a:p>
          <a:p>
            <a:pPr marL="354965" indent="-342900">
              <a:lnSpc>
                <a:spcPts val="2160"/>
              </a:lnSpc>
              <a:spcBef>
                <a:spcPts val="95"/>
              </a:spcBef>
              <a:buClr>
                <a:schemeClr val="tx1"/>
              </a:buClr>
              <a:buSzPct val="78947"/>
              <a:buFont typeface="Wingdings" panose="05000000000000000000" pitchFamily="2" charset="2"/>
              <a:buChar char="§"/>
              <a:tabLst>
                <a:tab pos="356870" algn="l"/>
                <a:tab pos="357505" algn="l"/>
              </a:tabLst>
            </a:pPr>
            <a:endParaRPr lang="en-US" sz="2200" dirty="0">
              <a:latin typeface="Calibri Light" panose="020F0302020204030204" pitchFamily="34" charset="0"/>
              <a:cs typeface="Calibri Light" panose="020F0302020204030204" pitchFamily="34" charset="0"/>
            </a:endParaRPr>
          </a:p>
          <a:p>
            <a:pPr marL="354965" indent="-342900">
              <a:lnSpc>
                <a:spcPts val="2160"/>
              </a:lnSpc>
              <a:spcBef>
                <a:spcPts val="95"/>
              </a:spcBef>
              <a:buClr>
                <a:schemeClr val="tx1"/>
              </a:buClr>
              <a:buSzPct val="78947"/>
              <a:buFont typeface="Wingdings" panose="05000000000000000000" pitchFamily="2" charset="2"/>
              <a:buChar char="§"/>
              <a:tabLst>
                <a:tab pos="356870" algn="l"/>
                <a:tab pos="357505" algn="l"/>
              </a:tabLst>
            </a:pPr>
            <a:endParaRPr lang="en-US" sz="2200" dirty="0">
              <a:latin typeface="Calibri Light" panose="020F0302020204030204" pitchFamily="34" charset="0"/>
              <a:cs typeface="Calibri Light" panose="020F0302020204030204" pitchFamily="34" charset="0"/>
            </a:endParaRPr>
          </a:p>
          <a:p>
            <a:pPr marL="354965" indent="-342900">
              <a:lnSpc>
                <a:spcPts val="2160"/>
              </a:lnSpc>
              <a:spcBef>
                <a:spcPts val="95"/>
              </a:spcBef>
              <a:buClr>
                <a:schemeClr val="tx1"/>
              </a:buClr>
              <a:buSzPct val="78947"/>
              <a:buFont typeface="Wingdings" panose="05000000000000000000" pitchFamily="2" charset="2"/>
              <a:buChar char="§"/>
              <a:tabLst>
                <a:tab pos="356870" algn="l"/>
                <a:tab pos="357505" algn="l"/>
              </a:tabLst>
            </a:pPr>
            <a:r>
              <a:rPr lang="en-US" sz="2200" dirty="0">
                <a:latin typeface="Calibri Light" panose="020F0302020204030204" pitchFamily="34" charset="0"/>
                <a:cs typeface="Calibri Light" panose="020F0302020204030204" pitchFamily="34" charset="0"/>
              </a:rPr>
              <a:t>No need to install, manage, operate and scale Kubernetes clusters across  the enterprise data center.</a:t>
            </a:r>
          </a:p>
          <a:p>
            <a:pPr marL="354965" indent="-342900">
              <a:lnSpc>
                <a:spcPts val="2160"/>
              </a:lnSpc>
              <a:spcBef>
                <a:spcPts val="95"/>
              </a:spcBef>
              <a:buClr>
                <a:schemeClr val="tx1"/>
              </a:buClr>
              <a:buSzPct val="78947"/>
              <a:buFont typeface="Wingdings" panose="05000000000000000000" pitchFamily="2" charset="2"/>
              <a:buChar char="§"/>
              <a:tabLst>
                <a:tab pos="356870" algn="l"/>
                <a:tab pos="357505" algn="l"/>
              </a:tabLst>
            </a:pPr>
            <a:endParaRPr lang="en-US" sz="2200" dirty="0">
              <a:latin typeface="Calibri Light" panose="020F0302020204030204" pitchFamily="34" charset="0"/>
              <a:cs typeface="Calibri Light" panose="020F0302020204030204" pitchFamily="34" charset="0"/>
            </a:endParaRPr>
          </a:p>
          <a:p>
            <a:pPr marL="354965" indent="-342900">
              <a:lnSpc>
                <a:spcPts val="2160"/>
              </a:lnSpc>
              <a:spcBef>
                <a:spcPts val="95"/>
              </a:spcBef>
              <a:buClr>
                <a:schemeClr val="tx1"/>
              </a:buClr>
              <a:buSzPct val="78947"/>
              <a:buFont typeface="Wingdings" panose="05000000000000000000" pitchFamily="2" charset="2"/>
              <a:buChar char="§"/>
              <a:tabLst>
                <a:tab pos="356870" algn="l"/>
                <a:tab pos="357505" algn="l"/>
              </a:tabLst>
            </a:pPr>
            <a:endParaRPr lang="en-US" sz="2200" dirty="0">
              <a:latin typeface="Calibri Light" panose="020F0302020204030204" pitchFamily="34" charset="0"/>
              <a:cs typeface="Calibri Light" panose="020F0302020204030204" pitchFamily="34" charset="0"/>
            </a:endParaRPr>
          </a:p>
          <a:p>
            <a:pPr marL="354965" indent="-342900">
              <a:lnSpc>
                <a:spcPts val="2160"/>
              </a:lnSpc>
              <a:spcBef>
                <a:spcPts val="95"/>
              </a:spcBef>
              <a:buClr>
                <a:schemeClr val="tx1"/>
              </a:buClr>
              <a:buSzPct val="78947"/>
              <a:buFont typeface="Wingdings" panose="05000000000000000000" pitchFamily="2" charset="2"/>
              <a:buChar char="§"/>
              <a:tabLst>
                <a:tab pos="356870" algn="l"/>
                <a:tab pos="357505" algn="l"/>
              </a:tabLst>
            </a:pPr>
            <a:r>
              <a:rPr lang="en-US" sz="2200" dirty="0">
                <a:latin typeface="Calibri Light" panose="020F0302020204030204" pitchFamily="34" charset="0"/>
                <a:cs typeface="Calibri Light" panose="020F0302020204030204" pitchFamily="34" charset="0"/>
              </a:rPr>
              <a:t>Provides a platform for automating deployment, scaling, and operations of  the application and make it easy to run Kubernetes on AWS, Microsoft  Azure, Google Cloud without needing to install and operate your own  Kubernetes Cluster.</a:t>
            </a:r>
          </a:p>
          <a:p>
            <a:pPr marL="354965" indent="-342900">
              <a:lnSpc>
                <a:spcPts val="2160"/>
              </a:lnSpc>
              <a:spcBef>
                <a:spcPts val="95"/>
              </a:spcBef>
              <a:buClr>
                <a:schemeClr val="tx1"/>
              </a:buClr>
              <a:buSzPct val="78947"/>
              <a:buFont typeface="Wingdings" panose="05000000000000000000" pitchFamily="2" charset="2"/>
              <a:buChar char="§"/>
              <a:tabLst>
                <a:tab pos="356870" algn="l"/>
                <a:tab pos="357505" algn="l"/>
              </a:tabLst>
            </a:pPr>
            <a:endParaRPr sz="2200" dirty="0">
              <a:latin typeface="Calibri Light" panose="020F0302020204030204" pitchFamily="34" charset="0"/>
              <a:cs typeface="Calibri Light" panose="020F0302020204030204" pitchFamily="34" charset="0"/>
            </a:endParaRPr>
          </a:p>
        </p:txBody>
      </p:sp>
      <p:sp>
        <p:nvSpPr>
          <p:cNvPr id="4" name="Footer Placeholder 3">
            <a:extLst>
              <a:ext uri="{FF2B5EF4-FFF2-40B4-BE49-F238E27FC236}">
                <a16:creationId xmlns:a16="http://schemas.microsoft.com/office/drawing/2014/main" id="{5C19FD33-9072-34DD-5F5F-E530BB4EB57B}"/>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D217474A-328F-4113-9BA8-93BFC1475001}"/>
              </a:ext>
            </a:extLst>
          </p:cNvPr>
          <p:cNvSpPr>
            <a:spLocks noGrp="1"/>
          </p:cNvSpPr>
          <p:nvPr>
            <p:ph type="sldNum" sz="quarter" idx="12"/>
          </p:nvPr>
        </p:nvSpPr>
        <p:spPr/>
        <p:txBody>
          <a:bodyPr/>
          <a:lstStyle/>
          <a:p>
            <a:fld id="{B6F15528-21DE-4FAA-801E-634DDDAF4B2B}" type="slidenum">
              <a:rPr lang="en-IN" smtClean="0"/>
              <a:t>21</a:t>
            </a:fld>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71600" y="2739068"/>
            <a:ext cx="8714739" cy="689932"/>
          </a:xfrm>
          <a:prstGeom prst="rect">
            <a:avLst/>
          </a:prstGeom>
        </p:spPr>
        <p:txBody>
          <a:bodyPr vert="horz" wrap="square" lIns="0" tIns="12700" rIns="0" bIns="0" rtlCol="0">
            <a:spAutoFit/>
          </a:bodyPr>
          <a:lstStyle/>
          <a:p>
            <a:pPr marL="12700">
              <a:lnSpc>
                <a:spcPct val="100000"/>
              </a:lnSpc>
              <a:spcBef>
                <a:spcPts val="100"/>
              </a:spcBef>
            </a:pPr>
            <a:r>
              <a:rPr lang="en-IN" sz="4400" dirty="0">
                <a:solidFill>
                  <a:schemeClr val="tx1"/>
                </a:solidFill>
                <a:latin typeface="+mj-lt"/>
              </a:rPr>
              <a:t>Kubernetes </a:t>
            </a:r>
            <a:r>
              <a:rPr sz="4400" dirty="0">
                <a:solidFill>
                  <a:schemeClr val="tx1"/>
                </a:solidFill>
                <a:latin typeface="+mj-lt"/>
              </a:rPr>
              <a:t>Namespaces</a:t>
            </a:r>
            <a:r>
              <a:rPr lang="en-IN" sz="4400" dirty="0">
                <a:solidFill>
                  <a:schemeClr val="tx1"/>
                </a:solidFill>
                <a:latin typeface="+mj-lt"/>
              </a:rPr>
              <a:t> and Pods</a:t>
            </a:r>
            <a:endParaRPr sz="4400" dirty="0">
              <a:solidFill>
                <a:schemeClr val="tx1"/>
              </a:solidFill>
              <a:latin typeface="+mj-lt"/>
            </a:endParaRPr>
          </a:p>
        </p:txBody>
      </p:sp>
      <p:sp>
        <p:nvSpPr>
          <p:cNvPr id="3" name="Footer Placeholder 2">
            <a:extLst>
              <a:ext uri="{FF2B5EF4-FFF2-40B4-BE49-F238E27FC236}">
                <a16:creationId xmlns:a16="http://schemas.microsoft.com/office/drawing/2014/main" id="{B789B95A-3A6E-2801-ECC3-55320FF1AC55}"/>
              </a:ext>
            </a:extLst>
          </p:cNvPr>
          <p:cNvSpPr>
            <a:spLocks noGrp="1"/>
          </p:cNvSpPr>
          <p:nvPr>
            <p:ph type="ftr" sz="quarter" idx="11"/>
          </p:nvPr>
        </p:nvSpPr>
        <p:spPr/>
        <p:txBody>
          <a:bodyPr/>
          <a:lstStyle/>
          <a:p>
            <a:r>
              <a:rPr lang="en-US"/>
              <a:t>CHAITANYA R GAAJULA</a:t>
            </a:r>
            <a:endParaRPr lang="en-IN"/>
          </a:p>
        </p:txBody>
      </p:sp>
      <p:sp>
        <p:nvSpPr>
          <p:cNvPr id="4" name="Slide Number Placeholder 3">
            <a:extLst>
              <a:ext uri="{FF2B5EF4-FFF2-40B4-BE49-F238E27FC236}">
                <a16:creationId xmlns:a16="http://schemas.microsoft.com/office/drawing/2014/main" id="{4443BA7E-FBF8-6B1A-36D5-2299D817FEF9}"/>
              </a:ext>
            </a:extLst>
          </p:cNvPr>
          <p:cNvSpPr>
            <a:spLocks noGrp="1"/>
          </p:cNvSpPr>
          <p:nvPr>
            <p:ph type="sldNum" sz="quarter" idx="12"/>
          </p:nvPr>
        </p:nvSpPr>
        <p:spPr/>
        <p:txBody>
          <a:bodyPr/>
          <a:lstStyle/>
          <a:p>
            <a:fld id="{B6F15528-21DE-4FAA-801E-634DDDAF4B2B}" type="slidenum">
              <a:rPr lang="en-IN" smtClean="0"/>
              <a:t>22</a:t>
            </a:fld>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185535"/>
            <a:ext cx="7467599" cy="566822"/>
          </a:xfrm>
          <a:prstGeom prst="rect">
            <a:avLst/>
          </a:prstGeom>
        </p:spPr>
        <p:txBody>
          <a:bodyPr vert="horz" wrap="square" lIns="0" tIns="12700" rIns="0" bIns="0" rtlCol="0">
            <a:spAutoFit/>
          </a:bodyPr>
          <a:lstStyle/>
          <a:p>
            <a:pPr marL="12700">
              <a:lnSpc>
                <a:spcPct val="100000"/>
              </a:lnSpc>
              <a:spcBef>
                <a:spcPts val="100"/>
              </a:spcBef>
            </a:pPr>
            <a:r>
              <a:rPr lang="en-IN" sz="3600" b="1" dirty="0">
                <a:solidFill>
                  <a:schemeClr val="tx1"/>
                </a:solidFill>
                <a:latin typeface="Calibri Light" panose="020F0302020204030204" pitchFamily="34" charset="0"/>
                <a:cs typeface="Calibri Light" panose="020F0302020204030204" pitchFamily="34" charset="0"/>
              </a:rPr>
              <a:t>Kubernetes </a:t>
            </a:r>
            <a:r>
              <a:rPr sz="3600" b="1" dirty="0">
                <a:solidFill>
                  <a:schemeClr val="tx1"/>
                </a:solidFill>
                <a:latin typeface="Calibri Light" panose="020F0302020204030204" pitchFamily="34" charset="0"/>
                <a:cs typeface="Calibri Light" panose="020F0302020204030204" pitchFamily="34" charset="0"/>
              </a:rPr>
              <a:t>Namespaces</a:t>
            </a:r>
          </a:p>
        </p:txBody>
      </p:sp>
      <p:sp>
        <p:nvSpPr>
          <p:cNvPr id="3" name="object 3"/>
          <p:cNvSpPr txBox="1"/>
          <p:nvPr/>
        </p:nvSpPr>
        <p:spPr>
          <a:xfrm>
            <a:off x="457200" y="990600"/>
            <a:ext cx="7583805" cy="446917"/>
          </a:xfrm>
          <a:prstGeom prst="rect">
            <a:avLst/>
          </a:prstGeom>
        </p:spPr>
        <p:txBody>
          <a:bodyPr vert="horz" wrap="square" lIns="0" tIns="137795" rIns="0" bIns="0" rtlCol="0">
            <a:spAutoFit/>
          </a:bodyPr>
          <a:lstStyle/>
          <a:p>
            <a:pPr marL="298450" indent="-285750">
              <a:lnSpc>
                <a:spcPct val="100000"/>
              </a:lnSpc>
              <a:spcBef>
                <a:spcPts val="1085"/>
              </a:spcBef>
              <a:buFont typeface="Wingdings" panose="05000000000000000000" pitchFamily="2" charset="2"/>
              <a:buChar char="§"/>
              <a:tabLst>
                <a:tab pos="356870" algn="l"/>
              </a:tabLst>
            </a:pPr>
            <a:endParaRPr sz="2000" dirty="0">
              <a:latin typeface="Century Gothic"/>
              <a:cs typeface="Century Gothic"/>
            </a:endParaRPr>
          </a:p>
        </p:txBody>
      </p:sp>
      <p:sp>
        <p:nvSpPr>
          <p:cNvPr id="4" name="object 4"/>
          <p:cNvSpPr/>
          <p:nvPr/>
        </p:nvSpPr>
        <p:spPr>
          <a:xfrm>
            <a:off x="914400" y="1828800"/>
            <a:ext cx="9701783" cy="4514087"/>
          </a:xfrm>
          <a:prstGeom prst="rect">
            <a:avLst/>
          </a:prstGeom>
          <a:blipFill>
            <a:blip r:embed="rId2" cstate="print"/>
            <a:stretch>
              <a:fillRect/>
            </a:stretch>
          </a:blipFill>
        </p:spPr>
        <p:txBody>
          <a:bodyPr wrap="square" lIns="0" tIns="0" rIns="0" bIns="0" rtlCol="0"/>
          <a:lstStyle/>
          <a:p>
            <a:endParaRPr/>
          </a:p>
        </p:txBody>
      </p:sp>
      <p:sp>
        <p:nvSpPr>
          <p:cNvPr id="5" name="Footer Placeholder 4">
            <a:extLst>
              <a:ext uri="{FF2B5EF4-FFF2-40B4-BE49-F238E27FC236}">
                <a16:creationId xmlns:a16="http://schemas.microsoft.com/office/drawing/2014/main" id="{D6ACB1E1-286D-8ED5-F9EB-F849F04F198B}"/>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87F6D9B0-CE2A-ED11-779F-11B1A0E2A330}"/>
              </a:ext>
            </a:extLst>
          </p:cNvPr>
          <p:cNvSpPr>
            <a:spLocks noGrp="1"/>
          </p:cNvSpPr>
          <p:nvPr>
            <p:ph type="sldNum" sz="quarter" idx="12"/>
          </p:nvPr>
        </p:nvSpPr>
        <p:spPr/>
        <p:txBody>
          <a:bodyPr/>
          <a:lstStyle/>
          <a:p>
            <a:fld id="{B6F15528-21DE-4FAA-801E-634DDDAF4B2B}" type="slidenum">
              <a:rPr lang="en-IN" smtClean="0"/>
              <a:t>23</a:t>
            </a:fld>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9928"/>
            <a:ext cx="6322060" cy="566822"/>
          </a:xfrm>
          <a:prstGeom prst="rect">
            <a:avLst/>
          </a:prstGeom>
        </p:spPr>
        <p:txBody>
          <a:bodyPr vert="horz" wrap="square" lIns="0" tIns="12700" rIns="0" bIns="0" rtlCol="0">
            <a:spAutoFit/>
          </a:bodyPr>
          <a:lstStyle/>
          <a:p>
            <a:pPr marL="12700">
              <a:lnSpc>
                <a:spcPct val="100000"/>
              </a:lnSpc>
              <a:spcBef>
                <a:spcPts val="100"/>
              </a:spcBef>
            </a:pPr>
            <a:r>
              <a:rPr sz="3600" b="1" spc="-5" dirty="0">
                <a:solidFill>
                  <a:schemeClr val="tx1"/>
                </a:solidFill>
                <a:latin typeface="Calibri Light" panose="020F0302020204030204" pitchFamily="34" charset="0"/>
                <a:cs typeface="Calibri Light" panose="020F0302020204030204" pitchFamily="34" charset="0"/>
              </a:rPr>
              <a:t>Kubernetes</a:t>
            </a:r>
            <a:r>
              <a:rPr sz="3600" b="1" spc="-95" dirty="0">
                <a:solidFill>
                  <a:schemeClr val="tx1"/>
                </a:solidFill>
                <a:latin typeface="Calibri Light" panose="020F0302020204030204" pitchFamily="34" charset="0"/>
                <a:cs typeface="Calibri Light" panose="020F0302020204030204" pitchFamily="34" charset="0"/>
              </a:rPr>
              <a:t> </a:t>
            </a:r>
            <a:r>
              <a:rPr sz="3600" b="1" dirty="0">
                <a:solidFill>
                  <a:schemeClr val="tx1"/>
                </a:solidFill>
                <a:latin typeface="Calibri Light" panose="020F0302020204030204" pitchFamily="34" charset="0"/>
                <a:cs typeface="Calibri Light" panose="020F0302020204030204" pitchFamily="34" charset="0"/>
              </a:rPr>
              <a:t>Namespace</a:t>
            </a:r>
          </a:p>
        </p:txBody>
      </p:sp>
      <p:sp>
        <p:nvSpPr>
          <p:cNvPr id="3" name="object 3"/>
          <p:cNvSpPr txBox="1"/>
          <p:nvPr/>
        </p:nvSpPr>
        <p:spPr>
          <a:xfrm>
            <a:off x="228600" y="1371600"/>
            <a:ext cx="12420600" cy="2107628"/>
          </a:xfrm>
          <a:prstGeom prst="rect">
            <a:avLst/>
          </a:prstGeom>
        </p:spPr>
        <p:txBody>
          <a:bodyPr vert="horz" wrap="square" lIns="0" tIns="12065" rIns="0" bIns="0" rtlCol="0">
            <a:spAutoFit/>
          </a:bodyPr>
          <a:lstStyle/>
          <a:p>
            <a:pPr marL="355600" indent="-342900">
              <a:lnSpc>
                <a:spcPct val="100000"/>
              </a:lnSpc>
              <a:spcBef>
                <a:spcPts val="95"/>
              </a:spcBef>
              <a:buFont typeface="Wingdings" panose="05000000000000000000" pitchFamily="2" charset="2"/>
              <a:buChar char="§"/>
              <a:tabLst>
                <a:tab pos="356870" algn="l"/>
              </a:tabLst>
            </a:pPr>
            <a:r>
              <a:rPr lang="en-US" sz="2200" dirty="0">
                <a:latin typeface="Calibri Light" panose="020F0302020204030204" pitchFamily="34" charset="0"/>
                <a:cs typeface="Calibri Light" panose="020F0302020204030204" pitchFamily="34" charset="0"/>
              </a:rPr>
              <a:t>Kubernetes objects which partitions a single Kubernetes Cluster into multiple Virtual Clusters</a:t>
            </a:r>
          </a:p>
          <a:p>
            <a:pPr marL="355600" indent="-342900">
              <a:lnSpc>
                <a:spcPct val="100000"/>
              </a:lnSpc>
              <a:spcBef>
                <a:spcPts val="95"/>
              </a:spcBef>
              <a:buFont typeface="Wingdings" panose="05000000000000000000" pitchFamily="2" charset="2"/>
              <a:buChar char="§"/>
              <a:tabLst>
                <a:tab pos="356870" algn="l"/>
              </a:tabLst>
            </a:pPr>
            <a:endParaRPr lang="en-US" sz="2200" dirty="0">
              <a:latin typeface="Calibri Light" panose="020F0302020204030204" pitchFamily="34" charset="0"/>
              <a:cs typeface="Calibri Light" panose="020F0302020204030204" pitchFamily="34" charset="0"/>
            </a:endParaRPr>
          </a:p>
          <a:p>
            <a:pPr marL="355600" indent="-342900">
              <a:lnSpc>
                <a:spcPct val="100000"/>
              </a:lnSpc>
              <a:spcBef>
                <a:spcPts val="95"/>
              </a:spcBef>
              <a:buFont typeface="Wingdings" panose="05000000000000000000" pitchFamily="2" charset="2"/>
              <a:buChar char="§"/>
              <a:tabLst>
                <a:tab pos="356870" algn="l"/>
              </a:tabLst>
            </a:pPr>
            <a:endParaRPr lang="en-US" sz="2200" dirty="0">
              <a:latin typeface="Calibri Light" panose="020F0302020204030204" pitchFamily="34" charset="0"/>
              <a:cs typeface="Calibri Light" panose="020F0302020204030204" pitchFamily="34" charset="0"/>
            </a:endParaRPr>
          </a:p>
          <a:p>
            <a:pPr marL="355600" indent="-342900">
              <a:lnSpc>
                <a:spcPct val="100000"/>
              </a:lnSpc>
              <a:spcBef>
                <a:spcPts val="95"/>
              </a:spcBef>
              <a:buFont typeface="Wingdings" panose="05000000000000000000" pitchFamily="2" charset="2"/>
              <a:buChar char="§"/>
              <a:tabLst>
                <a:tab pos="356870" algn="l"/>
              </a:tabLst>
            </a:pPr>
            <a:r>
              <a:rPr lang="en-US" sz="2200" dirty="0">
                <a:latin typeface="Calibri Light" panose="020F0302020204030204" pitchFamily="34" charset="0"/>
                <a:cs typeface="Calibri Light" panose="020F0302020204030204" pitchFamily="34" charset="0"/>
              </a:rPr>
              <a:t>By default the below 3 namespaces are created in a Kubernetes Cluster</a:t>
            </a:r>
          </a:p>
          <a:p>
            <a:pPr marL="355600" indent="-342900">
              <a:lnSpc>
                <a:spcPct val="100000"/>
              </a:lnSpc>
              <a:spcBef>
                <a:spcPts val="95"/>
              </a:spcBef>
              <a:buFont typeface="Wingdings" panose="05000000000000000000" pitchFamily="2" charset="2"/>
              <a:buChar char="§"/>
              <a:tabLst>
                <a:tab pos="356870" algn="l"/>
              </a:tabLst>
            </a:pPr>
            <a:endParaRPr lang="en-IN" sz="2200" dirty="0">
              <a:latin typeface="Calibri Light" panose="020F0302020204030204" pitchFamily="34" charset="0"/>
              <a:cs typeface="Calibri Light" panose="020F0302020204030204" pitchFamily="34" charset="0"/>
            </a:endParaRPr>
          </a:p>
          <a:p>
            <a:pPr marL="355600" indent="-342900">
              <a:lnSpc>
                <a:spcPct val="100000"/>
              </a:lnSpc>
              <a:spcBef>
                <a:spcPts val="95"/>
              </a:spcBef>
              <a:buFont typeface="Wingdings" panose="05000000000000000000" pitchFamily="2" charset="2"/>
              <a:buChar char="§"/>
              <a:tabLst>
                <a:tab pos="356870" algn="l"/>
              </a:tabLst>
            </a:pPr>
            <a:endParaRPr sz="2200" dirty="0">
              <a:latin typeface="Calibri Light" panose="020F0302020204030204" pitchFamily="34" charset="0"/>
              <a:cs typeface="Calibri Light" panose="020F0302020204030204" pitchFamily="34" charset="0"/>
            </a:endParaRPr>
          </a:p>
        </p:txBody>
      </p:sp>
      <p:sp>
        <p:nvSpPr>
          <p:cNvPr id="7" name="object 7"/>
          <p:cNvSpPr txBox="1"/>
          <p:nvPr/>
        </p:nvSpPr>
        <p:spPr>
          <a:xfrm>
            <a:off x="381000" y="3124200"/>
            <a:ext cx="2701162" cy="1481046"/>
          </a:xfrm>
          <a:prstGeom prst="rect">
            <a:avLst/>
          </a:prstGeom>
        </p:spPr>
        <p:txBody>
          <a:bodyPr vert="horz" wrap="square" lIns="0" tIns="12065" rIns="0" bIns="0" rtlCol="0">
            <a:spAutoFit/>
          </a:bodyPr>
          <a:lstStyle/>
          <a:p>
            <a:pPr marL="355600" marR="5080" indent="-342900">
              <a:lnSpc>
                <a:spcPct val="146700"/>
              </a:lnSpc>
              <a:spcBef>
                <a:spcPts val="95"/>
              </a:spcBef>
              <a:buFont typeface="Arial" panose="020B0604020202020204" pitchFamily="34" charset="0"/>
              <a:buChar char="•"/>
            </a:pPr>
            <a:r>
              <a:rPr sz="2200" spc="-5" dirty="0">
                <a:latin typeface="Calibri Light" panose="020F0302020204030204" pitchFamily="34" charset="0"/>
                <a:cs typeface="Calibri Light" panose="020F0302020204030204" pitchFamily="34" charset="0"/>
              </a:rPr>
              <a:t>default </a:t>
            </a:r>
            <a:endParaRPr lang="en-IN" sz="2200" spc="-5" dirty="0">
              <a:latin typeface="Calibri Light" panose="020F0302020204030204" pitchFamily="34" charset="0"/>
              <a:cs typeface="Calibri Light" panose="020F0302020204030204" pitchFamily="34" charset="0"/>
            </a:endParaRPr>
          </a:p>
          <a:p>
            <a:pPr marL="355600" marR="5080" indent="-342900">
              <a:lnSpc>
                <a:spcPct val="146700"/>
              </a:lnSpc>
              <a:spcBef>
                <a:spcPts val="95"/>
              </a:spcBef>
              <a:buFont typeface="Arial" panose="020B0604020202020204" pitchFamily="34" charset="0"/>
              <a:buChar char="•"/>
            </a:pPr>
            <a:r>
              <a:rPr sz="2200" spc="-5" dirty="0">
                <a:latin typeface="Calibri Light" panose="020F0302020204030204" pitchFamily="34" charset="0"/>
                <a:cs typeface="Calibri Light" panose="020F0302020204030204" pitchFamily="34" charset="0"/>
              </a:rPr>
              <a:t> </a:t>
            </a:r>
            <a:r>
              <a:rPr sz="2200" spc="5" dirty="0" err="1">
                <a:latin typeface="Calibri Light" panose="020F0302020204030204" pitchFamily="34" charset="0"/>
                <a:cs typeface="Calibri Light" panose="020F0302020204030204" pitchFamily="34" charset="0"/>
              </a:rPr>
              <a:t>ku</a:t>
            </a:r>
            <a:r>
              <a:rPr sz="2200" spc="-5" dirty="0" err="1">
                <a:latin typeface="Calibri Light" panose="020F0302020204030204" pitchFamily="34" charset="0"/>
                <a:cs typeface="Calibri Light" panose="020F0302020204030204" pitchFamily="34" charset="0"/>
              </a:rPr>
              <a:t>b</a:t>
            </a:r>
            <a:r>
              <a:rPr sz="2200" dirty="0" err="1">
                <a:latin typeface="Calibri Light" panose="020F0302020204030204" pitchFamily="34" charset="0"/>
                <a:cs typeface="Calibri Light" panose="020F0302020204030204" pitchFamily="34" charset="0"/>
              </a:rPr>
              <a:t>e</a:t>
            </a:r>
            <a:r>
              <a:rPr sz="2200" dirty="0">
                <a:latin typeface="Calibri Light" panose="020F0302020204030204" pitchFamily="34" charset="0"/>
                <a:cs typeface="Calibri Light" panose="020F0302020204030204" pitchFamily="34" charset="0"/>
              </a:rPr>
              <a:t>-</a:t>
            </a:r>
            <a:r>
              <a:rPr sz="2200" spc="-5" dirty="0">
                <a:latin typeface="Calibri Light" panose="020F0302020204030204" pitchFamily="34" charset="0"/>
                <a:cs typeface="Calibri Light" panose="020F0302020204030204" pitchFamily="34" charset="0"/>
              </a:rPr>
              <a:t>s</a:t>
            </a:r>
            <a:r>
              <a:rPr sz="2200" spc="-10" dirty="0">
                <a:latin typeface="Calibri Light" panose="020F0302020204030204" pitchFamily="34" charset="0"/>
                <a:cs typeface="Calibri Light" panose="020F0302020204030204" pitchFamily="34" charset="0"/>
              </a:rPr>
              <a:t>y</a:t>
            </a:r>
            <a:r>
              <a:rPr sz="2200" spc="-5" dirty="0">
                <a:latin typeface="Calibri Light" panose="020F0302020204030204" pitchFamily="34" charset="0"/>
                <a:cs typeface="Calibri Light" panose="020F0302020204030204" pitchFamily="34" charset="0"/>
              </a:rPr>
              <a:t>s</a:t>
            </a:r>
            <a:r>
              <a:rPr sz="2200" spc="-15" dirty="0">
                <a:latin typeface="Calibri Light" panose="020F0302020204030204" pitchFamily="34" charset="0"/>
                <a:cs typeface="Calibri Light" panose="020F0302020204030204" pitchFamily="34" charset="0"/>
              </a:rPr>
              <a:t>t</a:t>
            </a:r>
            <a:r>
              <a:rPr sz="2200" dirty="0">
                <a:latin typeface="Calibri Light" panose="020F0302020204030204" pitchFamily="34" charset="0"/>
                <a:cs typeface="Calibri Light" panose="020F0302020204030204" pitchFamily="34" charset="0"/>
              </a:rPr>
              <a:t>em</a:t>
            </a:r>
            <a:endParaRPr lang="en-IN" sz="2200" dirty="0">
              <a:latin typeface="Calibri Light" panose="020F0302020204030204" pitchFamily="34" charset="0"/>
              <a:cs typeface="Calibri Light" panose="020F0302020204030204" pitchFamily="34" charset="0"/>
            </a:endParaRPr>
          </a:p>
          <a:p>
            <a:pPr marL="355600" marR="5080" indent="-342900">
              <a:lnSpc>
                <a:spcPct val="146700"/>
              </a:lnSpc>
              <a:spcBef>
                <a:spcPts val="95"/>
              </a:spcBef>
              <a:buFont typeface="Arial" panose="020B0604020202020204" pitchFamily="34" charset="0"/>
              <a:buChar char="•"/>
            </a:pPr>
            <a:r>
              <a:rPr sz="2200" dirty="0">
                <a:latin typeface="Calibri Light" panose="020F0302020204030204" pitchFamily="34" charset="0"/>
                <a:cs typeface="Calibri Light" panose="020F0302020204030204" pitchFamily="34" charset="0"/>
              </a:rPr>
              <a:t> kube-public</a:t>
            </a:r>
          </a:p>
        </p:txBody>
      </p:sp>
      <p:sp>
        <p:nvSpPr>
          <p:cNvPr id="4" name="Footer Placeholder 3">
            <a:extLst>
              <a:ext uri="{FF2B5EF4-FFF2-40B4-BE49-F238E27FC236}">
                <a16:creationId xmlns:a16="http://schemas.microsoft.com/office/drawing/2014/main" id="{FDBE41FC-AAF2-9B44-F3F4-7C3AED32A050}"/>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7074566F-8105-0FC6-B9CE-32663A66565C}"/>
              </a:ext>
            </a:extLst>
          </p:cNvPr>
          <p:cNvSpPr>
            <a:spLocks noGrp="1"/>
          </p:cNvSpPr>
          <p:nvPr>
            <p:ph type="sldNum" sz="quarter" idx="12"/>
          </p:nvPr>
        </p:nvSpPr>
        <p:spPr/>
        <p:txBody>
          <a:bodyPr/>
          <a:lstStyle/>
          <a:p>
            <a:fld id="{B6F15528-21DE-4FAA-801E-634DDDAF4B2B}" type="slidenum">
              <a:rPr lang="en-IN" smtClean="0"/>
              <a:t>24</a:t>
            </a:fld>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156" y="457200"/>
            <a:ext cx="7058659" cy="566822"/>
          </a:xfrm>
          <a:prstGeom prst="rect">
            <a:avLst/>
          </a:prstGeom>
        </p:spPr>
        <p:txBody>
          <a:bodyPr vert="horz" wrap="square" lIns="0" tIns="12700" rIns="0" bIns="0" rtlCol="0">
            <a:spAutoFit/>
          </a:bodyPr>
          <a:lstStyle/>
          <a:p>
            <a:pPr marL="12700">
              <a:lnSpc>
                <a:spcPct val="100000"/>
              </a:lnSpc>
              <a:spcBef>
                <a:spcPts val="100"/>
              </a:spcBef>
            </a:pPr>
            <a:r>
              <a:rPr sz="3600" b="1" dirty="0">
                <a:solidFill>
                  <a:schemeClr val="tx1"/>
                </a:solidFill>
                <a:uFill>
                  <a:solidFill>
                    <a:srgbClr val="EBEBEB"/>
                  </a:solidFill>
                </a:uFill>
                <a:latin typeface="Calibri Light" panose="020F0302020204030204" pitchFamily="34" charset="0"/>
                <a:cs typeface="Calibri Light" panose="020F0302020204030204" pitchFamily="34" charset="0"/>
              </a:rPr>
              <a:t> </a:t>
            </a:r>
            <a:r>
              <a:rPr sz="3600" b="1" spc="-5" dirty="0">
                <a:solidFill>
                  <a:schemeClr val="tx1"/>
                </a:solidFill>
                <a:uFill>
                  <a:solidFill>
                    <a:srgbClr val="EBEBEB"/>
                  </a:solidFill>
                </a:uFill>
                <a:latin typeface="Calibri Light" panose="020F0302020204030204" pitchFamily="34" charset="0"/>
                <a:cs typeface="Calibri Light" panose="020F0302020204030204" pitchFamily="34" charset="0"/>
              </a:rPr>
              <a:t>Use </a:t>
            </a:r>
            <a:r>
              <a:rPr sz="3600" b="1" dirty="0">
                <a:solidFill>
                  <a:schemeClr val="tx1"/>
                </a:solidFill>
                <a:uFill>
                  <a:solidFill>
                    <a:srgbClr val="EBEBEB"/>
                  </a:solidFill>
                </a:uFill>
                <a:latin typeface="Calibri Light" panose="020F0302020204030204" pitchFamily="34" charset="0"/>
                <a:cs typeface="Calibri Light" panose="020F0302020204030204" pitchFamily="34" charset="0"/>
              </a:rPr>
              <a:t>Cases </a:t>
            </a:r>
            <a:r>
              <a:rPr sz="3600" b="1" spc="-5" dirty="0">
                <a:solidFill>
                  <a:schemeClr val="tx1"/>
                </a:solidFill>
                <a:uFill>
                  <a:solidFill>
                    <a:srgbClr val="EBEBEB"/>
                  </a:solidFill>
                </a:uFill>
                <a:latin typeface="Calibri Light" panose="020F0302020204030204" pitchFamily="34" charset="0"/>
                <a:cs typeface="Calibri Light" panose="020F0302020204030204" pitchFamily="34" charset="0"/>
              </a:rPr>
              <a:t>of</a:t>
            </a:r>
            <a:r>
              <a:rPr sz="3600" b="1" spc="-95" dirty="0">
                <a:solidFill>
                  <a:schemeClr val="tx1"/>
                </a:solidFill>
                <a:uFill>
                  <a:solidFill>
                    <a:srgbClr val="EBEBEB"/>
                  </a:solidFill>
                </a:uFill>
                <a:latin typeface="Calibri Light" panose="020F0302020204030204" pitchFamily="34" charset="0"/>
                <a:cs typeface="Calibri Light" panose="020F0302020204030204" pitchFamily="34" charset="0"/>
              </a:rPr>
              <a:t> </a:t>
            </a:r>
            <a:r>
              <a:rPr sz="3600" b="1" dirty="0">
                <a:solidFill>
                  <a:schemeClr val="tx1"/>
                </a:solidFill>
                <a:uFill>
                  <a:solidFill>
                    <a:srgbClr val="EBEBEB"/>
                  </a:solidFill>
                </a:uFill>
                <a:latin typeface="Calibri Light" panose="020F0302020204030204" pitchFamily="34" charset="0"/>
                <a:cs typeface="Calibri Light" panose="020F0302020204030204" pitchFamily="34" charset="0"/>
              </a:rPr>
              <a:t>Namespaces</a:t>
            </a:r>
            <a:endParaRPr sz="3600" b="1" dirty="0">
              <a:solidFill>
                <a:schemeClr val="tx1"/>
              </a:solidFill>
              <a:latin typeface="Calibri Light" panose="020F0302020204030204" pitchFamily="34" charset="0"/>
              <a:cs typeface="Calibri Light" panose="020F0302020204030204" pitchFamily="34" charset="0"/>
            </a:endParaRPr>
          </a:p>
        </p:txBody>
      </p:sp>
      <p:sp>
        <p:nvSpPr>
          <p:cNvPr id="3" name="object 3"/>
          <p:cNvSpPr txBox="1"/>
          <p:nvPr/>
        </p:nvSpPr>
        <p:spPr>
          <a:xfrm>
            <a:off x="272156" y="2346011"/>
            <a:ext cx="11647688" cy="2165978"/>
          </a:xfrm>
          <a:prstGeom prst="rect">
            <a:avLst/>
          </a:prstGeom>
        </p:spPr>
        <p:txBody>
          <a:bodyPr vert="horz" wrap="square" lIns="0" tIns="11430" rIns="0" bIns="0" rtlCol="0">
            <a:spAutoFit/>
          </a:bodyPr>
          <a:lstStyle/>
          <a:p>
            <a:pPr marL="354965" marR="5080" indent="-342900">
              <a:lnSpc>
                <a:spcPct val="100000"/>
              </a:lnSpc>
              <a:spcBef>
                <a:spcPts val="90"/>
              </a:spcBef>
              <a:buFont typeface="Wingdings" panose="05000000000000000000" pitchFamily="2" charset="2"/>
              <a:buChar char="§"/>
              <a:tabLst>
                <a:tab pos="356870" algn="l"/>
              </a:tabLst>
            </a:pPr>
            <a:r>
              <a:rPr sz="2200" spc="-10" dirty="0">
                <a:latin typeface="Calibri Light" panose="020F0302020204030204" pitchFamily="34" charset="0"/>
                <a:cs typeface="Calibri Light" panose="020F0302020204030204" pitchFamily="34" charset="0"/>
              </a:rPr>
              <a:t>To segregate </a:t>
            </a:r>
            <a:r>
              <a:rPr sz="2200" spc="-5" dirty="0">
                <a:latin typeface="Calibri Light" panose="020F0302020204030204" pitchFamily="34" charset="0"/>
                <a:cs typeface="Calibri Light" panose="020F0302020204030204" pitchFamily="34" charset="0"/>
              </a:rPr>
              <a:t>cluster </a:t>
            </a:r>
            <a:r>
              <a:rPr sz="2200" spc="-10" dirty="0">
                <a:latin typeface="Calibri Light" panose="020F0302020204030204" pitchFamily="34" charset="0"/>
                <a:cs typeface="Calibri Light" panose="020F0302020204030204" pitchFamily="34" charset="0"/>
              </a:rPr>
              <a:t>resources </a:t>
            </a:r>
            <a:r>
              <a:rPr sz="2200" spc="-5" dirty="0">
                <a:latin typeface="Calibri Light" panose="020F0302020204030204" pitchFamily="34" charset="0"/>
                <a:cs typeface="Calibri Light" panose="020F0302020204030204" pitchFamily="34" charset="0"/>
              </a:rPr>
              <a:t>across different teams, </a:t>
            </a:r>
            <a:r>
              <a:rPr sz="2200" spc="-10" dirty="0">
                <a:latin typeface="Calibri Light" panose="020F0302020204030204" pitchFamily="34" charset="0"/>
                <a:cs typeface="Calibri Light" panose="020F0302020204030204" pitchFamily="34" charset="0"/>
              </a:rPr>
              <a:t>users </a:t>
            </a:r>
            <a:r>
              <a:rPr sz="2200" spc="-5" dirty="0">
                <a:latin typeface="Calibri Light" panose="020F0302020204030204" pitchFamily="34" charset="0"/>
                <a:cs typeface="Calibri Light" panose="020F0302020204030204" pitchFamily="34" charset="0"/>
              </a:rPr>
              <a:t>and  </a:t>
            </a:r>
            <a:r>
              <a:rPr sz="2200" dirty="0">
                <a:latin typeface="Calibri Light" panose="020F0302020204030204" pitchFamily="34" charset="0"/>
                <a:cs typeface="Calibri Light" panose="020F0302020204030204" pitchFamily="34" charset="0"/>
              </a:rPr>
              <a:t>applications</a:t>
            </a:r>
          </a:p>
          <a:p>
            <a:pPr marL="342900" indent="-342900">
              <a:lnSpc>
                <a:spcPct val="100000"/>
              </a:lnSpc>
              <a:buFont typeface="Wingdings" panose="05000000000000000000" pitchFamily="2" charset="2"/>
              <a:buChar char="§"/>
            </a:pPr>
            <a:endParaRPr sz="2200" dirty="0">
              <a:latin typeface="Calibri Light" panose="020F0302020204030204" pitchFamily="34" charset="0"/>
              <a:cs typeface="Calibri Light" panose="020F0302020204030204" pitchFamily="34" charset="0"/>
            </a:endParaRPr>
          </a:p>
          <a:p>
            <a:pPr marL="355600" indent="-342900">
              <a:lnSpc>
                <a:spcPct val="100000"/>
              </a:lnSpc>
              <a:spcBef>
                <a:spcPts val="1750"/>
              </a:spcBef>
              <a:buFont typeface="Wingdings" panose="05000000000000000000" pitchFamily="2" charset="2"/>
              <a:buChar char="§"/>
              <a:tabLst>
                <a:tab pos="356870" algn="l"/>
              </a:tabLst>
            </a:pPr>
            <a:r>
              <a:rPr sz="2200" spc="-5" dirty="0">
                <a:latin typeface="Calibri Light" panose="020F0302020204030204" pitchFamily="34" charset="0"/>
                <a:cs typeface="Calibri Light" panose="020F0302020204030204" pitchFamily="34" charset="0"/>
              </a:rPr>
              <a:t>Specify </a:t>
            </a:r>
            <a:r>
              <a:rPr sz="2200" spc="-10" dirty="0">
                <a:latin typeface="Calibri Light" panose="020F0302020204030204" pitchFamily="34" charset="0"/>
                <a:cs typeface="Calibri Light" panose="020F0302020204030204" pitchFamily="34" charset="0"/>
              </a:rPr>
              <a:t>Resource Consumption </a:t>
            </a:r>
            <a:r>
              <a:rPr sz="2200" spc="-5" dirty="0">
                <a:latin typeface="Calibri Light" panose="020F0302020204030204" pitchFamily="34" charset="0"/>
                <a:cs typeface="Calibri Light" panose="020F0302020204030204" pitchFamily="34" charset="0"/>
              </a:rPr>
              <a:t>policies like </a:t>
            </a:r>
            <a:r>
              <a:rPr sz="2200" spc="-10" dirty="0">
                <a:latin typeface="Calibri Light" panose="020F0302020204030204" pitchFamily="34" charset="0"/>
                <a:cs typeface="Calibri Light" panose="020F0302020204030204" pitchFamily="34" charset="0"/>
              </a:rPr>
              <a:t>Resource</a:t>
            </a:r>
            <a:r>
              <a:rPr sz="2200" spc="180" dirty="0">
                <a:latin typeface="Calibri Light" panose="020F0302020204030204" pitchFamily="34" charset="0"/>
                <a:cs typeface="Calibri Light" panose="020F0302020204030204" pitchFamily="34" charset="0"/>
              </a:rPr>
              <a:t> </a:t>
            </a:r>
            <a:r>
              <a:rPr sz="2200" spc="-10" dirty="0">
                <a:latin typeface="Calibri Light" panose="020F0302020204030204" pitchFamily="34" charset="0"/>
                <a:cs typeface="Calibri Light" panose="020F0302020204030204" pitchFamily="34" charset="0"/>
              </a:rPr>
              <a:t>Quota</a:t>
            </a:r>
            <a:endParaRPr sz="2200" dirty="0">
              <a:latin typeface="Calibri Light" panose="020F0302020204030204" pitchFamily="34" charset="0"/>
              <a:cs typeface="Calibri Light" panose="020F0302020204030204" pitchFamily="34" charset="0"/>
            </a:endParaRPr>
          </a:p>
          <a:p>
            <a:pPr marL="342900" indent="-342900">
              <a:lnSpc>
                <a:spcPct val="100000"/>
              </a:lnSpc>
              <a:buFont typeface="Wingdings" panose="05000000000000000000" pitchFamily="2" charset="2"/>
              <a:buChar char="§"/>
            </a:pPr>
            <a:endParaRPr sz="2200" dirty="0">
              <a:latin typeface="Calibri Light" panose="020F0302020204030204" pitchFamily="34" charset="0"/>
              <a:cs typeface="Calibri Light" panose="020F0302020204030204" pitchFamily="34" charset="0"/>
            </a:endParaRPr>
          </a:p>
          <a:p>
            <a:pPr marL="355600" indent="-342900">
              <a:lnSpc>
                <a:spcPct val="100000"/>
              </a:lnSpc>
              <a:spcBef>
                <a:spcPts val="1750"/>
              </a:spcBef>
              <a:buFont typeface="Wingdings" panose="05000000000000000000" pitchFamily="2" charset="2"/>
              <a:buChar char="§"/>
              <a:tabLst>
                <a:tab pos="356870" algn="l"/>
              </a:tabLst>
            </a:pPr>
            <a:r>
              <a:rPr sz="2200" spc="-10" dirty="0">
                <a:latin typeface="Calibri Light" panose="020F0302020204030204" pitchFamily="34" charset="0"/>
                <a:cs typeface="Calibri Light" panose="020F0302020204030204" pitchFamily="34" charset="0"/>
              </a:rPr>
              <a:t>Ability </a:t>
            </a:r>
            <a:r>
              <a:rPr sz="2200" dirty="0">
                <a:latin typeface="Calibri Light" panose="020F0302020204030204" pitchFamily="34" charset="0"/>
                <a:cs typeface="Calibri Light" panose="020F0302020204030204" pitchFamily="34" charset="0"/>
              </a:rPr>
              <a:t>to </a:t>
            </a:r>
            <a:r>
              <a:rPr sz="2200" spc="-5" dirty="0">
                <a:latin typeface="Calibri Light" panose="020F0302020204030204" pitchFamily="34" charset="0"/>
                <a:cs typeface="Calibri Light" panose="020F0302020204030204" pitchFamily="34" charset="0"/>
              </a:rPr>
              <a:t>specify </a:t>
            </a:r>
            <a:r>
              <a:rPr sz="2200" spc="-15" dirty="0">
                <a:latin typeface="Calibri Light" panose="020F0302020204030204" pitchFamily="34" charset="0"/>
                <a:cs typeface="Calibri Light" panose="020F0302020204030204" pitchFamily="34" charset="0"/>
              </a:rPr>
              <a:t>Access </a:t>
            </a:r>
            <a:r>
              <a:rPr sz="2200" spc="-5" dirty="0">
                <a:latin typeface="Calibri Light" panose="020F0302020204030204" pitchFamily="34" charset="0"/>
                <a:cs typeface="Calibri Light" panose="020F0302020204030204" pitchFamily="34" charset="0"/>
              </a:rPr>
              <a:t>Policy </a:t>
            </a:r>
            <a:r>
              <a:rPr sz="2200" dirty="0">
                <a:latin typeface="Calibri Light" panose="020F0302020204030204" pitchFamily="34" charset="0"/>
                <a:cs typeface="Calibri Light" panose="020F0302020204030204" pitchFamily="34" charset="0"/>
              </a:rPr>
              <a:t>like </a:t>
            </a:r>
            <a:r>
              <a:rPr sz="2200" spc="-10" dirty="0">
                <a:latin typeface="Calibri Light" panose="020F0302020204030204" pitchFamily="34" charset="0"/>
                <a:cs typeface="Calibri Light" panose="020F0302020204030204" pitchFamily="34" charset="0"/>
              </a:rPr>
              <a:t>Role Based </a:t>
            </a:r>
            <a:r>
              <a:rPr sz="2200" spc="-15" dirty="0">
                <a:latin typeface="Calibri Light" panose="020F0302020204030204" pitchFamily="34" charset="0"/>
                <a:cs typeface="Calibri Light" panose="020F0302020204030204" pitchFamily="34" charset="0"/>
              </a:rPr>
              <a:t>Access</a:t>
            </a:r>
            <a:r>
              <a:rPr sz="2200" spc="190" dirty="0">
                <a:latin typeface="Calibri Light" panose="020F0302020204030204" pitchFamily="34" charset="0"/>
                <a:cs typeface="Calibri Light" panose="020F0302020204030204" pitchFamily="34" charset="0"/>
              </a:rPr>
              <a:t> </a:t>
            </a:r>
            <a:r>
              <a:rPr sz="2200" spc="-5" dirty="0">
                <a:latin typeface="Calibri Light" panose="020F0302020204030204" pitchFamily="34" charset="0"/>
                <a:cs typeface="Calibri Light" panose="020F0302020204030204" pitchFamily="34" charset="0"/>
              </a:rPr>
              <a:t>Control</a:t>
            </a:r>
            <a:r>
              <a:rPr lang="en-IN" sz="2200" spc="-5" dirty="0">
                <a:latin typeface="Calibri Light" panose="020F0302020204030204" pitchFamily="34" charset="0"/>
                <a:cs typeface="Calibri Light" panose="020F0302020204030204" pitchFamily="34" charset="0"/>
              </a:rPr>
              <a:t> (RBAC)</a:t>
            </a:r>
            <a:endParaRPr sz="2200" dirty="0">
              <a:latin typeface="Calibri Light" panose="020F0302020204030204" pitchFamily="34" charset="0"/>
              <a:cs typeface="Calibri Light" panose="020F0302020204030204" pitchFamily="34" charset="0"/>
            </a:endParaRPr>
          </a:p>
        </p:txBody>
      </p:sp>
      <p:sp>
        <p:nvSpPr>
          <p:cNvPr id="4" name="Footer Placeholder 3">
            <a:extLst>
              <a:ext uri="{FF2B5EF4-FFF2-40B4-BE49-F238E27FC236}">
                <a16:creationId xmlns:a16="http://schemas.microsoft.com/office/drawing/2014/main" id="{E41F5F98-584F-D6FF-8B54-D8AABE5C15FD}"/>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3E20992C-B3FC-1EEA-AF16-807704D2F2FB}"/>
              </a:ext>
            </a:extLst>
          </p:cNvPr>
          <p:cNvSpPr>
            <a:spLocks noGrp="1"/>
          </p:cNvSpPr>
          <p:nvPr>
            <p:ph type="sldNum" sz="quarter" idx="12"/>
          </p:nvPr>
        </p:nvSpPr>
        <p:spPr/>
        <p:txBody>
          <a:bodyPr/>
          <a:lstStyle/>
          <a:p>
            <a:fld id="{B6F15528-21DE-4FAA-801E-634DDDAF4B2B}" type="slidenum">
              <a:rPr lang="en-IN" smtClean="0"/>
              <a:t>25</a:t>
            </a:fld>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381000"/>
            <a:ext cx="4404360" cy="566822"/>
          </a:xfrm>
          <a:prstGeom prst="rect">
            <a:avLst/>
          </a:prstGeom>
        </p:spPr>
        <p:txBody>
          <a:bodyPr vert="horz" wrap="square" lIns="0" tIns="12700" rIns="0" bIns="0" rtlCol="0">
            <a:spAutoFit/>
          </a:bodyPr>
          <a:lstStyle/>
          <a:p>
            <a:pPr marL="12700">
              <a:lnSpc>
                <a:spcPct val="100000"/>
              </a:lnSpc>
              <a:spcBef>
                <a:spcPts val="100"/>
              </a:spcBef>
            </a:pPr>
            <a:r>
              <a:rPr sz="3600" b="1" spc="-10" dirty="0">
                <a:solidFill>
                  <a:schemeClr val="tx1"/>
                </a:solidFill>
                <a:uFill>
                  <a:solidFill>
                    <a:srgbClr val="EBEBEB"/>
                  </a:solidFill>
                </a:uFill>
                <a:latin typeface="Calibri Light" panose="020F0302020204030204" pitchFamily="34" charset="0"/>
                <a:cs typeface="Calibri Light" panose="020F0302020204030204" pitchFamily="34" charset="0"/>
              </a:rPr>
              <a:t> </a:t>
            </a:r>
            <a:r>
              <a:rPr sz="3600" b="1" dirty="0">
                <a:solidFill>
                  <a:schemeClr val="tx1"/>
                </a:solidFill>
                <a:uFill>
                  <a:solidFill>
                    <a:srgbClr val="EBEBEB"/>
                  </a:solidFill>
                </a:uFill>
                <a:latin typeface="Calibri Light" panose="020F0302020204030204" pitchFamily="34" charset="0"/>
                <a:cs typeface="Calibri Light" panose="020F0302020204030204" pitchFamily="34" charset="0"/>
              </a:rPr>
              <a:t>Resource</a:t>
            </a:r>
            <a:r>
              <a:rPr sz="3600" b="1" spc="-105" dirty="0">
                <a:solidFill>
                  <a:schemeClr val="tx1"/>
                </a:solidFill>
                <a:uFill>
                  <a:solidFill>
                    <a:srgbClr val="EBEBEB"/>
                  </a:solidFill>
                </a:uFill>
                <a:latin typeface="Calibri Light" panose="020F0302020204030204" pitchFamily="34" charset="0"/>
                <a:cs typeface="Calibri Light" panose="020F0302020204030204" pitchFamily="34" charset="0"/>
              </a:rPr>
              <a:t> </a:t>
            </a:r>
            <a:r>
              <a:rPr sz="3600" b="1" spc="-5" dirty="0">
                <a:solidFill>
                  <a:schemeClr val="tx1"/>
                </a:solidFill>
                <a:uFill>
                  <a:solidFill>
                    <a:srgbClr val="EBEBEB"/>
                  </a:solidFill>
                </a:uFill>
                <a:latin typeface="Calibri Light" panose="020F0302020204030204" pitchFamily="34" charset="0"/>
                <a:cs typeface="Calibri Light" panose="020F0302020204030204" pitchFamily="34" charset="0"/>
              </a:rPr>
              <a:t>Quota</a:t>
            </a:r>
            <a:endParaRPr sz="3600" b="1" dirty="0">
              <a:solidFill>
                <a:schemeClr val="tx1"/>
              </a:solidFill>
              <a:latin typeface="Calibri Light" panose="020F0302020204030204" pitchFamily="34" charset="0"/>
              <a:cs typeface="Calibri Light" panose="020F0302020204030204" pitchFamily="34" charset="0"/>
            </a:endParaRPr>
          </a:p>
        </p:txBody>
      </p:sp>
      <p:sp>
        <p:nvSpPr>
          <p:cNvPr id="3" name="object 3"/>
          <p:cNvSpPr txBox="1"/>
          <p:nvPr/>
        </p:nvSpPr>
        <p:spPr>
          <a:xfrm>
            <a:off x="152400" y="1398813"/>
            <a:ext cx="11734800" cy="4859022"/>
          </a:xfrm>
          <a:prstGeom prst="rect">
            <a:avLst/>
          </a:prstGeom>
        </p:spPr>
        <p:txBody>
          <a:bodyPr vert="horz" wrap="square" lIns="0" tIns="11430" rIns="0" bIns="0" rtlCol="0">
            <a:spAutoFit/>
          </a:bodyPr>
          <a:lstStyle/>
          <a:p>
            <a:pPr marL="356870" marR="955675" indent="-344805">
              <a:lnSpc>
                <a:spcPct val="100000"/>
              </a:lnSpc>
              <a:spcBef>
                <a:spcPts val="90"/>
              </a:spcBef>
              <a:buFont typeface="Wingdings" panose="05000000000000000000" pitchFamily="2" charset="2"/>
              <a:buChar char="§"/>
              <a:tabLst>
                <a:tab pos="356870" algn="l"/>
              </a:tabLst>
            </a:pPr>
            <a:r>
              <a:rPr sz="2400" spc="-10" dirty="0">
                <a:latin typeface="Calibri Light" panose="020F0302020204030204" pitchFamily="34" charset="0"/>
                <a:cs typeface="Calibri Light" panose="020F0302020204030204" pitchFamily="34" charset="0"/>
              </a:rPr>
              <a:t>Provides </a:t>
            </a:r>
            <a:r>
              <a:rPr sz="2400" spc="-5" dirty="0">
                <a:latin typeface="Calibri Light" panose="020F0302020204030204" pitchFamily="34" charset="0"/>
                <a:cs typeface="Calibri Light" panose="020F0302020204030204" pitchFamily="34" charset="0"/>
              </a:rPr>
              <a:t>constraints </a:t>
            </a:r>
            <a:r>
              <a:rPr sz="2400" dirty="0">
                <a:latin typeface="Calibri Light" panose="020F0302020204030204" pitchFamily="34" charset="0"/>
                <a:cs typeface="Calibri Light" panose="020F0302020204030204" pitchFamily="34" charset="0"/>
              </a:rPr>
              <a:t>that limit total </a:t>
            </a:r>
            <a:r>
              <a:rPr sz="2400" spc="-10" dirty="0">
                <a:latin typeface="Calibri Light" panose="020F0302020204030204" pitchFamily="34" charset="0"/>
                <a:cs typeface="Calibri Light" panose="020F0302020204030204" pitchFamily="34" charset="0"/>
              </a:rPr>
              <a:t>resource consumption </a:t>
            </a:r>
            <a:r>
              <a:rPr sz="2400" spc="-5" dirty="0">
                <a:latin typeface="Calibri Light" panose="020F0302020204030204" pitchFamily="34" charset="0"/>
                <a:cs typeface="Calibri Light" panose="020F0302020204030204" pitchFamily="34" charset="0"/>
              </a:rPr>
              <a:t>per</a:t>
            </a:r>
            <a:r>
              <a:rPr lang="en-IN" sz="2400" spc="-5" dirty="0">
                <a:latin typeface="Calibri Light" panose="020F0302020204030204" pitchFamily="34" charset="0"/>
                <a:cs typeface="Calibri Light" panose="020F0302020204030204" pitchFamily="34" charset="0"/>
              </a:rPr>
              <a:t> </a:t>
            </a:r>
            <a:r>
              <a:rPr sz="2400" spc="-5" dirty="0">
                <a:latin typeface="Calibri Light" panose="020F0302020204030204" pitchFamily="34" charset="0"/>
                <a:cs typeface="Calibri Light" panose="020F0302020204030204" pitchFamily="34" charset="0"/>
              </a:rPr>
              <a:t>namespace</a:t>
            </a:r>
            <a:endParaRPr sz="2400" dirty="0">
              <a:latin typeface="Calibri Light" panose="020F0302020204030204" pitchFamily="34" charset="0"/>
              <a:cs typeface="Calibri Light" panose="020F0302020204030204" pitchFamily="34" charset="0"/>
            </a:endParaRPr>
          </a:p>
          <a:p>
            <a:pPr marL="342900" indent="-342900">
              <a:lnSpc>
                <a:spcPct val="100000"/>
              </a:lnSpc>
              <a:buFont typeface="Wingdings" panose="05000000000000000000" pitchFamily="2" charset="2"/>
              <a:buChar char="§"/>
            </a:pPr>
            <a:endParaRPr sz="2400" dirty="0">
              <a:latin typeface="Calibri Light" panose="020F0302020204030204" pitchFamily="34" charset="0"/>
              <a:cs typeface="Calibri Light" panose="020F0302020204030204" pitchFamily="34" charset="0"/>
            </a:endParaRPr>
          </a:p>
          <a:p>
            <a:pPr marL="355600" indent="-342900">
              <a:lnSpc>
                <a:spcPct val="100000"/>
              </a:lnSpc>
              <a:spcBef>
                <a:spcPts val="1750"/>
              </a:spcBef>
              <a:buFont typeface="Wingdings" panose="05000000000000000000" pitchFamily="2" charset="2"/>
              <a:buChar char="§"/>
              <a:tabLst>
                <a:tab pos="356870" algn="l"/>
              </a:tabLst>
            </a:pPr>
            <a:r>
              <a:rPr sz="2400" spc="-10" dirty="0">
                <a:latin typeface="Calibri Light" panose="020F0302020204030204" pitchFamily="34" charset="0"/>
                <a:cs typeface="Calibri Light" panose="020F0302020204030204" pitchFamily="34" charset="0"/>
              </a:rPr>
              <a:t>To </a:t>
            </a:r>
            <a:r>
              <a:rPr sz="2400" dirty="0">
                <a:latin typeface="Calibri Light" panose="020F0302020204030204" pitchFamily="34" charset="0"/>
                <a:cs typeface="Calibri Light" panose="020F0302020204030204" pitchFamily="34" charset="0"/>
              </a:rPr>
              <a:t>limit the </a:t>
            </a:r>
            <a:r>
              <a:rPr sz="2400" spc="-10" dirty="0">
                <a:latin typeface="Calibri Light" panose="020F0302020204030204" pitchFamily="34" charset="0"/>
                <a:cs typeface="Calibri Light" panose="020F0302020204030204" pitchFamily="34" charset="0"/>
              </a:rPr>
              <a:t>number of </a:t>
            </a:r>
            <a:r>
              <a:rPr sz="2400" spc="-5" dirty="0">
                <a:latin typeface="Calibri Light" panose="020F0302020204030204" pitchFamily="34" charset="0"/>
                <a:cs typeface="Calibri Light" panose="020F0302020204030204" pitchFamily="34" charset="0"/>
              </a:rPr>
              <a:t>objects </a:t>
            </a:r>
            <a:r>
              <a:rPr sz="2400" dirty="0">
                <a:latin typeface="Calibri Light" panose="020F0302020204030204" pitchFamily="34" charset="0"/>
                <a:cs typeface="Calibri Light" panose="020F0302020204030204" pitchFamily="34" charset="0"/>
              </a:rPr>
              <a:t>that </a:t>
            </a:r>
            <a:r>
              <a:rPr sz="2400" spc="-5" dirty="0">
                <a:latin typeface="Calibri Light" panose="020F0302020204030204" pitchFamily="34" charset="0"/>
                <a:cs typeface="Calibri Light" panose="020F0302020204030204" pitchFamily="34" charset="0"/>
              </a:rPr>
              <a:t>can be created in </a:t>
            </a:r>
            <a:r>
              <a:rPr sz="2400" spc="-10" dirty="0">
                <a:latin typeface="Calibri Light" panose="020F0302020204030204" pitchFamily="34" charset="0"/>
                <a:cs typeface="Calibri Light" panose="020F0302020204030204" pitchFamily="34" charset="0"/>
              </a:rPr>
              <a:t>a</a:t>
            </a:r>
            <a:r>
              <a:rPr sz="2400" spc="10" dirty="0">
                <a:latin typeface="Calibri Light" panose="020F0302020204030204" pitchFamily="34" charset="0"/>
                <a:cs typeface="Calibri Light" panose="020F0302020204030204" pitchFamily="34" charset="0"/>
              </a:rPr>
              <a:t> </a:t>
            </a:r>
            <a:r>
              <a:rPr sz="2400" spc="-5" dirty="0">
                <a:latin typeface="Calibri Light" panose="020F0302020204030204" pitchFamily="34" charset="0"/>
                <a:cs typeface="Calibri Light" panose="020F0302020204030204" pitchFamily="34" charset="0"/>
              </a:rPr>
              <a:t>namespace.</a:t>
            </a:r>
            <a:endParaRPr lang="en-IN" sz="2400" spc="-5" dirty="0">
              <a:latin typeface="Calibri Light" panose="020F0302020204030204" pitchFamily="34" charset="0"/>
              <a:cs typeface="Calibri Light" panose="020F0302020204030204" pitchFamily="34" charset="0"/>
            </a:endParaRPr>
          </a:p>
          <a:p>
            <a:pPr marL="342900" indent="-342900">
              <a:lnSpc>
                <a:spcPct val="100000"/>
              </a:lnSpc>
              <a:buFont typeface="Wingdings" panose="05000000000000000000" pitchFamily="2" charset="2"/>
              <a:buChar char="§"/>
            </a:pPr>
            <a:endParaRPr sz="2400" dirty="0">
              <a:latin typeface="Calibri Light" panose="020F0302020204030204" pitchFamily="34" charset="0"/>
              <a:cs typeface="Calibri Light" panose="020F0302020204030204" pitchFamily="34" charset="0"/>
            </a:endParaRPr>
          </a:p>
          <a:p>
            <a:pPr marL="355600" indent="-342900">
              <a:lnSpc>
                <a:spcPct val="100000"/>
              </a:lnSpc>
              <a:spcBef>
                <a:spcPts val="1750"/>
              </a:spcBef>
              <a:buFont typeface="Wingdings" panose="05000000000000000000" pitchFamily="2" charset="2"/>
              <a:buChar char="§"/>
              <a:tabLst>
                <a:tab pos="356870" algn="l"/>
              </a:tabLst>
            </a:pPr>
            <a:r>
              <a:rPr sz="2400" spc="-10" dirty="0">
                <a:latin typeface="Calibri Light" panose="020F0302020204030204" pitchFamily="34" charset="0"/>
                <a:cs typeface="Calibri Light" panose="020F0302020204030204" pitchFamily="34" charset="0"/>
              </a:rPr>
              <a:t>To </a:t>
            </a:r>
            <a:r>
              <a:rPr sz="2400" dirty="0">
                <a:latin typeface="Calibri Light" panose="020F0302020204030204" pitchFamily="34" charset="0"/>
                <a:cs typeface="Calibri Light" panose="020F0302020204030204" pitchFamily="34" charset="0"/>
              </a:rPr>
              <a:t>limit the </a:t>
            </a:r>
            <a:r>
              <a:rPr sz="2400" spc="-10" dirty="0">
                <a:latin typeface="Calibri Light" panose="020F0302020204030204" pitchFamily="34" charset="0"/>
                <a:cs typeface="Calibri Light" panose="020F0302020204030204" pitchFamily="34" charset="0"/>
              </a:rPr>
              <a:t>resource </a:t>
            </a:r>
            <a:r>
              <a:rPr sz="2400" spc="-5" dirty="0">
                <a:latin typeface="Calibri Light" panose="020F0302020204030204" pitchFamily="34" charset="0"/>
                <a:cs typeface="Calibri Light" panose="020F0302020204030204" pitchFamily="34" charset="0"/>
              </a:rPr>
              <a:t>consumption </a:t>
            </a:r>
            <a:r>
              <a:rPr sz="2400" spc="-10" dirty="0">
                <a:latin typeface="Calibri Light" panose="020F0302020204030204" pitchFamily="34" charset="0"/>
                <a:cs typeface="Calibri Light" panose="020F0302020204030204" pitchFamily="34" charset="0"/>
              </a:rPr>
              <a:t>of </a:t>
            </a:r>
            <a:r>
              <a:rPr sz="2400" spc="-5" dirty="0">
                <a:latin typeface="Calibri Light" panose="020F0302020204030204" pitchFamily="34" charset="0"/>
                <a:cs typeface="Calibri Light" panose="020F0302020204030204" pitchFamily="34" charset="0"/>
              </a:rPr>
              <a:t>compute </a:t>
            </a:r>
            <a:r>
              <a:rPr sz="2400" spc="-10" dirty="0">
                <a:latin typeface="Calibri Light" panose="020F0302020204030204" pitchFamily="34" charset="0"/>
                <a:cs typeface="Calibri Light" panose="020F0302020204030204" pitchFamily="34" charset="0"/>
              </a:rPr>
              <a:t>resources </a:t>
            </a:r>
            <a:r>
              <a:rPr sz="2400" spc="-5" dirty="0">
                <a:latin typeface="Calibri Light" panose="020F0302020204030204" pitchFamily="34" charset="0"/>
                <a:cs typeface="Calibri Light" panose="020F0302020204030204" pitchFamily="34" charset="0"/>
              </a:rPr>
              <a:t>by</a:t>
            </a:r>
            <a:r>
              <a:rPr sz="2400" spc="150" dirty="0">
                <a:latin typeface="Calibri Light" panose="020F0302020204030204" pitchFamily="34" charset="0"/>
                <a:cs typeface="Calibri Light" panose="020F0302020204030204" pitchFamily="34" charset="0"/>
              </a:rPr>
              <a:t> </a:t>
            </a:r>
            <a:r>
              <a:rPr sz="2400" spc="-5" dirty="0">
                <a:latin typeface="Calibri Light" panose="020F0302020204030204" pitchFamily="34" charset="0"/>
                <a:cs typeface="Calibri Light" panose="020F0302020204030204" pitchFamily="34" charset="0"/>
              </a:rPr>
              <a:t>objects</a:t>
            </a:r>
            <a:r>
              <a:rPr lang="en-IN" sz="2400" spc="-5" dirty="0">
                <a:latin typeface="Calibri Light" panose="020F0302020204030204" pitchFamily="34" charset="0"/>
                <a:cs typeface="Calibri Light" panose="020F0302020204030204" pitchFamily="34" charset="0"/>
              </a:rPr>
              <a:t> </a:t>
            </a:r>
            <a:r>
              <a:rPr sz="2400" spc="-5" dirty="0">
                <a:latin typeface="Calibri Light" panose="020F0302020204030204" pitchFamily="34" charset="0"/>
                <a:cs typeface="Calibri Light" panose="020F0302020204030204" pitchFamily="34" charset="0"/>
              </a:rPr>
              <a:t>created </a:t>
            </a:r>
            <a:r>
              <a:rPr sz="2400" dirty="0">
                <a:latin typeface="Calibri Light" panose="020F0302020204030204" pitchFamily="34" charset="0"/>
                <a:cs typeface="Calibri Light" panose="020F0302020204030204" pitchFamily="34" charset="0"/>
              </a:rPr>
              <a:t>in </a:t>
            </a:r>
            <a:r>
              <a:rPr sz="2400" spc="-10" dirty="0">
                <a:latin typeface="Calibri Light" panose="020F0302020204030204" pitchFamily="34" charset="0"/>
                <a:cs typeface="Calibri Light" panose="020F0302020204030204" pitchFamily="34" charset="0"/>
              </a:rPr>
              <a:t>a</a:t>
            </a:r>
            <a:r>
              <a:rPr sz="2400" spc="-25" dirty="0">
                <a:latin typeface="Calibri Light" panose="020F0302020204030204" pitchFamily="34" charset="0"/>
                <a:cs typeface="Calibri Light" panose="020F0302020204030204" pitchFamily="34" charset="0"/>
              </a:rPr>
              <a:t> </a:t>
            </a:r>
            <a:r>
              <a:rPr sz="2400" spc="-5" dirty="0">
                <a:latin typeface="Calibri Light" panose="020F0302020204030204" pitchFamily="34" charset="0"/>
                <a:cs typeface="Calibri Light" panose="020F0302020204030204" pitchFamily="34" charset="0"/>
              </a:rPr>
              <a:t>namespace</a:t>
            </a:r>
            <a:endParaRPr lang="en-IN" sz="2400" spc="-5" dirty="0">
              <a:latin typeface="Calibri Light" panose="020F0302020204030204" pitchFamily="34" charset="0"/>
              <a:cs typeface="Calibri Light" panose="020F0302020204030204" pitchFamily="34" charset="0"/>
            </a:endParaRPr>
          </a:p>
          <a:p>
            <a:pPr marL="12700">
              <a:lnSpc>
                <a:spcPct val="100000"/>
              </a:lnSpc>
              <a:spcBef>
                <a:spcPts val="1750"/>
              </a:spcBef>
              <a:tabLst>
                <a:tab pos="356870" algn="l"/>
              </a:tabLst>
            </a:pPr>
            <a:r>
              <a:rPr lang="en-US" sz="2400" b="1" dirty="0">
                <a:latin typeface="Calibri Light" panose="020F0302020204030204" pitchFamily="34" charset="0"/>
                <a:cs typeface="Calibri Light" panose="020F0302020204030204" pitchFamily="34" charset="0"/>
              </a:rPr>
              <a:t>Examples of policies that could be created using namespaces and quotas are:</a:t>
            </a:r>
          </a:p>
          <a:p>
            <a:pPr marL="355600" indent="-342900">
              <a:lnSpc>
                <a:spcPct val="100000"/>
              </a:lnSpc>
              <a:spcBef>
                <a:spcPts val="1750"/>
              </a:spcBef>
              <a:buFont typeface="Wingdings" panose="05000000000000000000" pitchFamily="2" charset="2"/>
              <a:buChar char="§"/>
              <a:tabLst>
                <a:tab pos="356870" algn="l"/>
              </a:tabLst>
            </a:pPr>
            <a:r>
              <a:rPr lang="en-US" sz="2400" dirty="0">
                <a:latin typeface="Calibri Light" panose="020F0302020204030204" pitchFamily="34" charset="0"/>
                <a:cs typeface="Calibri Light" panose="020F0302020204030204" pitchFamily="34" charset="0"/>
              </a:rPr>
              <a:t>In a cluster with a capacity of 32 GiB RAM, and 16 cores, let team A use 20 GiB and 10 cores, let B use 10GiB and 4 cores, and hold 2GiB and 2 cores in reserve for future allocation.</a:t>
            </a:r>
          </a:p>
          <a:p>
            <a:pPr marL="355600" indent="-342900">
              <a:lnSpc>
                <a:spcPct val="100000"/>
              </a:lnSpc>
              <a:spcBef>
                <a:spcPts val="1750"/>
              </a:spcBef>
              <a:buFont typeface="Wingdings" panose="05000000000000000000" pitchFamily="2" charset="2"/>
              <a:buChar char="§"/>
              <a:tabLst>
                <a:tab pos="356870" algn="l"/>
              </a:tabLst>
            </a:pPr>
            <a:r>
              <a:rPr lang="en-US" sz="2400" dirty="0">
                <a:latin typeface="Calibri Light" panose="020F0302020204030204" pitchFamily="34" charset="0"/>
                <a:cs typeface="Calibri Light" panose="020F0302020204030204" pitchFamily="34" charset="0"/>
              </a:rPr>
              <a:t>Limit the "testing" namespace to using 1 core and 1GiB RAM. Let the "production" namespace use any amount.</a:t>
            </a:r>
            <a:endParaRPr sz="2400" dirty="0">
              <a:latin typeface="Calibri Light" panose="020F0302020204030204" pitchFamily="34" charset="0"/>
              <a:cs typeface="Calibri Light" panose="020F0302020204030204" pitchFamily="34" charset="0"/>
            </a:endParaRPr>
          </a:p>
        </p:txBody>
      </p:sp>
      <p:sp>
        <p:nvSpPr>
          <p:cNvPr id="4" name="Footer Placeholder 3">
            <a:extLst>
              <a:ext uri="{FF2B5EF4-FFF2-40B4-BE49-F238E27FC236}">
                <a16:creationId xmlns:a16="http://schemas.microsoft.com/office/drawing/2014/main" id="{99CAAFD8-79CC-6CA4-3338-3773277B5606}"/>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0C78ED46-5F72-1F1B-78DA-117B22A44DB0}"/>
              </a:ext>
            </a:extLst>
          </p:cNvPr>
          <p:cNvSpPr>
            <a:spLocks noGrp="1"/>
          </p:cNvSpPr>
          <p:nvPr>
            <p:ph type="sldNum" sz="quarter" idx="12"/>
          </p:nvPr>
        </p:nvSpPr>
        <p:spPr/>
        <p:txBody>
          <a:bodyPr/>
          <a:lstStyle/>
          <a:p>
            <a:fld id="{B6F15528-21DE-4FAA-801E-634DDDAF4B2B}" type="slidenum">
              <a:rPr lang="en-IN" smtClean="0"/>
              <a:t>26</a:t>
            </a:fld>
            <a:endParaRPr lang="en-I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2333" y="381000"/>
            <a:ext cx="6878955" cy="566822"/>
          </a:xfrm>
          <a:prstGeom prst="rect">
            <a:avLst/>
          </a:prstGeom>
        </p:spPr>
        <p:txBody>
          <a:bodyPr vert="horz" wrap="square" lIns="0" tIns="12700" rIns="0" bIns="0" rtlCol="0">
            <a:spAutoFit/>
          </a:bodyPr>
          <a:lstStyle/>
          <a:p>
            <a:pPr marL="12700">
              <a:lnSpc>
                <a:spcPct val="100000"/>
              </a:lnSpc>
              <a:spcBef>
                <a:spcPts val="100"/>
              </a:spcBef>
            </a:pPr>
            <a:r>
              <a:rPr sz="3600" b="1" dirty="0">
                <a:solidFill>
                  <a:schemeClr val="tx1"/>
                </a:solidFill>
                <a:latin typeface="Calibri Light" panose="020F0302020204030204" pitchFamily="34" charset="0"/>
                <a:cs typeface="Calibri Light" panose="020F0302020204030204" pitchFamily="34" charset="0"/>
              </a:rPr>
              <a:t>Creating new</a:t>
            </a:r>
            <a:r>
              <a:rPr sz="3600" b="1" spc="-110" dirty="0">
                <a:solidFill>
                  <a:schemeClr val="tx1"/>
                </a:solidFill>
                <a:latin typeface="Calibri Light" panose="020F0302020204030204" pitchFamily="34" charset="0"/>
                <a:cs typeface="Calibri Light" panose="020F0302020204030204" pitchFamily="34" charset="0"/>
              </a:rPr>
              <a:t> </a:t>
            </a:r>
            <a:r>
              <a:rPr sz="3600" b="1" dirty="0">
                <a:solidFill>
                  <a:schemeClr val="tx1"/>
                </a:solidFill>
                <a:latin typeface="Calibri Light" panose="020F0302020204030204" pitchFamily="34" charset="0"/>
                <a:cs typeface="Calibri Light" panose="020F0302020204030204" pitchFamily="34" charset="0"/>
              </a:rPr>
              <a:t>namespace</a:t>
            </a:r>
          </a:p>
        </p:txBody>
      </p:sp>
      <p:sp>
        <p:nvSpPr>
          <p:cNvPr id="3" name="object 3"/>
          <p:cNvSpPr txBox="1"/>
          <p:nvPr/>
        </p:nvSpPr>
        <p:spPr>
          <a:xfrm>
            <a:off x="457201" y="1600200"/>
            <a:ext cx="5049240" cy="3520451"/>
          </a:xfrm>
          <a:prstGeom prst="rect">
            <a:avLst/>
          </a:prstGeom>
        </p:spPr>
        <p:txBody>
          <a:bodyPr vert="horz" wrap="square" lIns="0" tIns="137160" rIns="0" bIns="0" rtlCol="0">
            <a:spAutoFit/>
          </a:bodyPr>
          <a:lstStyle/>
          <a:p>
            <a:pPr marL="12700">
              <a:lnSpc>
                <a:spcPct val="100000"/>
              </a:lnSpc>
              <a:spcBef>
                <a:spcPts val="1080"/>
              </a:spcBef>
              <a:tabLst>
                <a:tab pos="356870" algn="l"/>
              </a:tabLst>
            </a:pPr>
            <a:r>
              <a:rPr sz="1600" b="1" spc="5" dirty="0">
                <a:latin typeface="Wingdings 3"/>
                <a:cs typeface="Wingdings 3"/>
              </a:rPr>
              <a:t></a:t>
            </a:r>
            <a:r>
              <a:rPr sz="1600" b="1" spc="5" dirty="0">
                <a:latin typeface="Times New Roman"/>
                <a:cs typeface="Times New Roman"/>
              </a:rPr>
              <a:t>	</a:t>
            </a:r>
            <a:r>
              <a:rPr lang="en-IN" sz="2000" b="1" spc="-10" dirty="0">
                <a:latin typeface="Century Gothic"/>
                <a:cs typeface="Times New Roman"/>
              </a:rPr>
              <a:t>Using</a:t>
            </a:r>
            <a:r>
              <a:rPr sz="2000" b="1" spc="-10" dirty="0">
                <a:latin typeface="Century Gothic"/>
                <a:cs typeface="Century Gothic"/>
              </a:rPr>
              <a:t> Command</a:t>
            </a:r>
            <a:r>
              <a:rPr sz="2000" b="1" spc="65" dirty="0">
                <a:latin typeface="Century Gothic"/>
                <a:cs typeface="Century Gothic"/>
              </a:rPr>
              <a:t> </a:t>
            </a:r>
            <a:r>
              <a:rPr sz="2000" b="1" spc="-5" dirty="0">
                <a:latin typeface="Century Gothic"/>
                <a:cs typeface="Century Gothic"/>
              </a:rPr>
              <a:t>Line</a:t>
            </a:r>
            <a:endParaRPr sz="2000" b="1" dirty="0">
              <a:latin typeface="Century Gothic"/>
              <a:cs typeface="Century Gothic"/>
            </a:endParaRPr>
          </a:p>
          <a:p>
            <a:pPr marL="363220">
              <a:lnSpc>
                <a:spcPct val="100000"/>
              </a:lnSpc>
              <a:spcBef>
                <a:spcPts val="985"/>
              </a:spcBef>
            </a:pPr>
            <a:r>
              <a:rPr sz="2000" spc="-5" dirty="0">
                <a:latin typeface="Century Gothic"/>
                <a:cs typeface="Century Gothic"/>
              </a:rPr>
              <a:t>kubectl </a:t>
            </a:r>
            <a:r>
              <a:rPr sz="2000" dirty="0">
                <a:latin typeface="Century Gothic"/>
                <a:cs typeface="Century Gothic"/>
              </a:rPr>
              <a:t>create </a:t>
            </a:r>
            <a:r>
              <a:rPr sz="2000" spc="-5" dirty="0">
                <a:latin typeface="Century Gothic"/>
                <a:cs typeface="Century Gothic"/>
              </a:rPr>
              <a:t>ns</a:t>
            </a:r>
            <a:r>
              <a:rPr sz="2000" spc="-90" dirty="0">
                <a:latin typeface="Century Gothic"/>
                <a:cs typeface="Century Gothic"/>
              </a:rPr>
              <a:t> </a:t>
            </a:r>
            <a:r>
              <a:rPr sz="2000" spc="-5" dirty="0">
                <a:latin typeface="Century Gothic"/>
                <a:cs typeface="Century Gothic"/>
              </a:rPr>
              <a:t>my-namespace</a:t>
            </a:r>
            <a:endParaRPr sz="2000" dirty="0">
              <a:latin typeface="Century Gothic"/>
              <a:cs typeface="Century Gothic"/>
            </a:endParaRPr>
          </a:p>
          <a:p>
            <a:pPr>
              <a:lnSpc>
                <a:spcPct val="100000"/>
              </a:lnSpc>
              <a:spcBef>
                <a:spcPts val="25"/>
              </a:spcBef>
            </a:pPr>
            <a:endParaRPr sz="2950" dirty="0">
              <a:latin typeface="Times New Roman"/>
              <a:cs typeface="Times New Roman"/>
            </a:endParaRPr>
          </a:p>
          <a:p>
            <a:pPr marL="222885" marR="2207895" indent="-210820">
              <a:lnSpc>
                <a:spcPct val="141700"/>
              </a:lnSpc>
              <a:tabLst>
                <a:tab pos="356870" algn="l"/>
              </a:tabLst>
            </a:pPr>
            <a:r>
              <a:rPr sz="1600" spc="5" dirty="0">
                <a:latin typeface="Wingdings 3"/>
                <a:cs typeface="Wingdings 3"/>
              </a:rPr>
              <a:t></a:t>
            </a:r>
            <a:r>
              <a:rPr sz="1600" spc="5" dirty="0">
                <a:latin typeface="Times New Roman"/>
                <a:cs typeface="Times New Roman"/>
              </a:rPr>
              <a:t>		</a:t>
            </a:r>
            <a:r>
              <a:rPr sz="2000" b="1" spc="-10" dirty="0">
                <a:latin typeface="Century Gothic"/>
                <a:cs typeface="Century Gothic"/>
              </a:rPr>
              <a:t>Using </a:t>
            </a:r>
            <a:r>
              <a:rPr sz="2000" b="1" spc="-15" dirty="0">
                <a:latin typeface="Century Gothic"/>
                <a:cs typeface="Century Gothic"/>
              </a:rPr>
              <a:t>YAML </a:t>
            </a:r>
            <a:r>
              <a:rPr sz="2000" b="1" spc="-5" dirty="0">
                <a:latin typeface="Century Gothic"/>
                <a:cs typeface="Century Gothic"/>
              </a:rPr>
              <a:t>file  </a:t>
            </a:r>
            <a:r>
              <a:rPr sz="2000" spc="-5" dirty="0">
                <a:latin typeface="Century Gothic"/>
                <a:cs typeface="Century Gothic"/>
              </a:rPr>
              <a:t>apiVersion:v1  </a:t>
            </a:r>
            <a:r>
              <a:rPr sz="2000" dirty="0">
                <a:latin typeface="Century Gothic"/>
                <a:cs typeface="Century Gothic"/>
              </a:rPr>
              <a:t>ki</a:t>
            </a:r>
            <a:r>
              <a:rPr sz="2000" spc="5" dirty="0">
                <a:latin typeface="Century Gothic"/>
                <a:cs typeface="Century Gothic"/>
              </a:rPr>
              <a:t>n</a:t>
            </a:r>
            <a:r>
              <a:rPr sz="2000" spc="-15" dirty="0">
                <a:latin typeface="Century Gothic"/>
                <a:cs typeface="Century Gothic"/>
              </a:rPr>
              <a:t>d</a:t>
            </a:r>
            <a:r>
              <a:rPr sz="2000" spc="-25" dirty="0">
                <a:latin typeface="Century Gothic"/>
                <a:cs typeface="Century Gothic"/>
              </a:rPr>
              <a:t>:</a:t>
            </a:r>
            <a:r>
              <a:rPr sz="2000" spc="-20" dirty="0">
                <a:latin typeface="Century Gothic"/>
                <a:cs typeface="Century Gothic"/>
              </a:rPr>
              <a:t>N</a:t>
            </a:r>
            <a:r>
              <a:rPr sz="2000" spc="-5" dirty="0">
                <a:latin typeface="Century Gothic"/>
                <a:cs typeface="Century Gothic"/>
              </a:rPr>
              <a:t>a</a:t>
            </a:r>
            <a:r>
              <a:rPr sz="2000" spc="-10" dirty="0">
                <a:latin typeface="Century Gothic"/>
                <a:cs typeface="Century Gothic"/>
              </a:rPr>
              <a:t>m</a:t>
            </a:r>
            <a:r>
              <a:rPr sz="2000" spc="-5" dirty="0">
                <a:latin typeface="Century Gothic"/>
                <a:cs typeface="Century Gothic"/>
              </a:rPr>
              <a:t>e</a:t>
            </a:r>
            <a:r>
              <a:rPr sz="2000" spc="-10" dirty="0">
                <a:latin typeface="Century Gothic"/>
                <a:cs typeface="Century Gothic"/>
              </a:rPr>
              <a:t>sp</a:t>
            </a:r>
            <a:r>
              <a:rPr sz="2000" spc="-5" dirty="0">
                <a:latin typeface="Century Gothic"/>
                <a:cs typeface="Century Gothic"/>
              </a:rPr>
              <a:t>ace  </a:t>
            </a:r>
            <a:r>
              <a:rPr sz="2000" dirty="0">
                <a:latin typeface="Century Gothic"/>
                <a:cs typeface="Century Gothic"/>
              </a:rPr>
              <a:t>metadata:</a:t>
            </a:r>
          </a:p>
          <a:p>
            <a:pPr marL="570230">
              <a:lnSpc>
                <a:spcPct val="100000"/>
              </a:lnSpc>
              <a:spcBef>
                <a:spcPts val="990"/>
              </a:spcBef>
            </a:pPr>
            <a:r>
              <a:rPr sz="2000" dirty="0">
                <a:latin typeface="Century Gothic"/>
                <a:cs typeface="Century Gothic"/>
              </a:rPr>
              <a:t>name:test-ns</a:t>
            </a:r>
          </a:p>
        </p:txBody>
      </p:sp>
      <p:sp>
        <p:nvSpPr>
          <p:cNvPr id="4" name="Footer Placeholder 3">
            <a:extLst>
              <a:ext uri="{FF2B5EF4-FFF2-40B4-BE49-F238E27FC236}">
                <a16:creationId xmlns:a16="http://schemas.microsoft.com/office/drawing/2014/main" id="{D49C5D42-B9EF-B9CC-37BF-7D23AA6D90CA}"/>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86F291FA-6496-6829-1CD7-EFF96D790C77}"/>
              </a:ext>
            </a:extLst>
          </p:cNvPr>
          <p:cNvSpPr>
            <a:spLocks noGrp="1"/>
          </p:cNvSpPr>
          <p:nvPr>
            <p:ph type="sldNum" sz="quarter" idx="12"/>
          </p:nvPr>
        </p:nvSpPr>
        <p:spPr/>
        <p:txBody>
          <a:bodyPr/>
          <a:lstStyle/>
          <a:p>
            <a:fld id="{B6F15528-21DE-4FAA-801E-634DDDAF4B2B}" type="slidenum">
              <a:rPr lang="en-IN" smtClean="0"/>
              <a:t>27</a:t>
            </a:fld>
            <a:endParaRPr lang="en-I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04800"/>
            <a:ext cx="5405120" cy="566822"/>
          </a:xfrm>
          <a:prstGeom prst="rect">
            <a:avLst/>
          </a:prstGeom>
        </p:spPr>
        <p:txBody>
          <a:bodyPr vert="horz" wrap="square" lIns="0" tIns="12700" rIns="0" bIns="0" rtlCol="0">
            <a:spAutoFit/>
          </a:bodyPr>
          <a:lstStyle/>
          <a:p>
            <a:pPr marL="12700">
              <a:lnSpc>
                <a:spcPct val="100000"/>
              </a:lnSpc>
              <a:spcBef>
                <a:spcPts val="100"/>
              </a:spcBef>
            </a:pPr>
            <a:r>
              <a:rPr sz="3600" b="1" dirty="0">
                <a:solidFill>
                  <a:schemeClr val="tx1"/>
                </a:solidFill>
                <a:latin typeface="Calibri Light" panose="020F0302020204030204" pitchFamily="34" charset="0"/>
                <a:cs typeface="Calibri Light" panose="020F0302020204030204" pitchFamily="34" charset="0"/>
              </a:rPr>
              <a:t>Pods &amp;</a:t>
            </a:r>
            <a:r>
              <a:rPr sz="3600" b="1" spc="-110" dirty="0">
                <a:solidFill>
                  <a:schemeClr val="tx1"/>
                </a:solidFill>
                <a:latin typeface="Calibri Light" panose="020F0302020204030204" pitchFamily="34" charset="0"/>
                <a:cs typeface="Calibri Light" panose="020F0302020204030204" pitchFamily="34" charset="0"/>
              </a:rPr>
              <a:t> </a:t>
            </a:r>
            <a:r>
              <a:rPr sz="3600" b="1" dirty="0">
                <a:solidFill>
                  <a:schemeClr val="tx1"/>
                </a:solidFill>
                <a:latin typeface="Calibri Light" panose="020F0302020204030204" pitchFamily="34" charset="0"/>
                <a:cs typeface="Calibri Light" panose="020F0302020204030204" pitchFamily="34" charset="0"/>
              </a:rPr>
              <a:t>Namespaces</a:t>
            </a:r>
          </a:p>
        </p:txBody>
      </p:sp>
      <p:sp>
        <p:nvSpPr>
          <p:cNvPr id="3" name="object 3"/>
          <p:cNvSpPr/>
          <p:nvPr/>
        </p:nvSpPr>
        <p:spPr>
          <a:xfrm>
            <a:off x="996696" y="1566672"/>
            <a:ext cx="4846320" cy="296265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457200" y="4800600"/>
            <a:ext cx="9296400" cy="1367041"/>
          </a:xfrm>
          <a:prstGeom prst="rect">
            <a:avLst/>
          </a:prstGeom>
        </p:spPr>
        <p:txBody>
          <a:bodyPr vert="horz" wrap="square" lIns="0" tIns="12700" rIns="0" bIns="0" rtlCol="0">
            <a:spAutoFit/>
          </a:bodyPr>
          <a:lstStyle/>
          <a:p>
            <a:pPr marL="299085" indent="-287020">
              <a:lnSpc>
                <a:spcPct val="100000"/>
              </a:lnSpc>
              <a:spcBef>
                <a:spcPts val="100"/>
              </a:spcBef>
              <a:buFont typeface="Arial"/>
              <a:buChar char="•"/>
              <a:tabLst>
                <a:tab pos="299085" algn="l"/>
                <a:tab pos="299720" algn="l"/>
              </a:tabLst>
            </a:pPr>
            <a:r>
              <a:rPr sz="2200" dirty="0">
                <a:latin typeface="Calibri Light" panose="020F0302020204030204" pitchFamily="34" charset="0"/>
                <a:cs typeface="Calibri Light" panose="020F0302020204030204" pitchFamily="34" charset="0"/>
              </a:rPr>
              <a:t>Logical Collection of one or </a:t>
            </a:r>
            <a:r>
              <a:rPr sz="2200" spc="-10" dirty="0">
                <a:latin typeface="Calibri Light" panose="020F0302020204030204" pitchFamily="34" charset="0"/>
                <a:cs typeface="Calibri Light" panose="020F0302020204030204" pitchFamily="34" charset="0"/>
              </a:rPr>
              <a:t>more</a:t>
            </a:r>
            <a:r>
              <a:rPr sz="2200" spc="-75" dirty="0">
                <a:latin typeface="Calibri Light" panose="020F0302020204030204" pitchFamily="34" charset="0"/>
                <a:cs typeface="Calibri Light" panose="020F0302020204030204" pitchFamily="34" charset="0"/>
              </a:rPr>
              <a:t> </a:t>
            </a:r>
            <a:r>
              <a:rPr sz="2200" dirty="0">
                <a:latin typeface="Calibri Light" panose="020F0302020204030204" pitchFamily="34" charset="0"/>
                <a:cs typeface="Calibri Light" panose="020F0302020204030204" pitchFamily="34" charset="0"/>
              </a:rPr>
              <a:t>containers</a:t>
            </a:r>
          </a:p>
          <a:p>
            <a:pPr marL="299085" indent="-287020">
              <a:lnSpc>
                <a:spcPct val="100000"/>
              </a:lnSpc>
              <a:buFont typeface="Arial"/>
              <a:buChar char="•"/>
              <a:tabLst>
                <a:tab pos="299085" algn="l"/>
                <a:tab pos="299720" algn="l"/>
              </a:tabLst>
            </a:pPr>
            <a:r>
              <a:rPr sz="2200" spc="-10" dirty="0">
                <a:latin typeface="Calibri Light" panose="020F0302020204030204" pitchFamily="34" charset="0"/>
                <a:cs typeface="Calibri Light" panose="020F0302020204030204" pitchFamily="34" charset="0"/>
              </a:rPr>
              <a:t>Smallest </a:t>
            </a:r>
            <a:r>
              <a:rPr sz="2200" spc="5" dirty="0">
                <a:latin typeface="Calibri Light" panose="020F0302020204030204" pitchFamily="34" charset="0"/>
                <a:cs typeface="Calibri Light" panose="020F0302020204030204" pitchFamily="34" charset="0"/>
              </a:rPr>
              <a:t>unit </a:t>
            </a:r>
            <a:r>
              <a:rPr sz="2200" dirty="0">
                <a:latin typeface="Calibri Light" panose="020F0302020204030204" pitchFamily="34" charset="0"/>
                <a:cs typeface="Calibri Light" panose="020F0302020204030204" pitchFamily="34" charset="0"/>
              </a:rPr>
              <a:t>of</a:t>
            </a:r>
            <a:r>
              <a:rPr sz="2200" spc="20" dirty="0">
                <a:latin typeface="Calibri Light" panose="020F0302020204030204" pitchFamily="34" charset="0"/>
                <a:cs typeface="Calibri Light" panose="020F0302020204030204" pitchFamily="34" charset="0"/>
              </a:rPr>
              <a:t> </a:t>
            </a:r>
            <a:r>
              <a:rPr sz="2200" spc="-5" dirty="0">
                <a:latin typeface="Calibri Light" panose="020F0302020204030204" pitchFamily="34" charset="0"/>
                <a:cs typeface="Calibri Light" panose="020F0302020204030204" pitchFamily="34" charset="0"/>
              </a:rPr>
              <a:t>work</a:t>
            </a:r>
            <a:endParaRPr sz="2200" dirty="0">
              <a:latin typeface="Calibri Light" panose="020F0302020204030204" pitchFamily="34" charset="0"/>
              <a:cs typeface="Calibri Light" panose="020F0302020204030204" pitchFamily="34" charset="0"/>
            </a:endParaRPr>
          </a:p>
          <a:p>
            <a:pPr marL="299085" indent="-287020">
              <a:lnSpc>
                <a:spcPct val="100000"/>
              </a:lnSpc>
              <a:buFont typeface="Arial"/>
              <a:buChar char="•"/>
              <a:tabLst>
                <a:tab pos="299085" algn="l"/>
                <a:tab pos="299720" algn="l"/>
              </a:tabLst>
            </a:pPr>
            <a:r>
              <a:rPr sz="2200" spc="-10" dirty="0">
                <a:latin typeface="Calibri Light" panose="020F0302020204030204" pitchFamily="34" charset="0"/>
                <a:cs typeface="Calibri Light" panose="020F0302020204030204" pitchFamily="34" charset="0"/>
              </a:rPr>
              <a:t>Namespaces </a:t>
            </a:r>
            <a:r>
              <a:rPr sz="2200" dirty="0">
                <a:latin typeface="Calibri Light" panose="020F0302020204030204" pitchFamily="34" charset="0"/>
                <a:cs typeface="Calibri Light" panose="020F0302020204030204" pitchFamily="34" charset="0"/>
              </a:rPr>
              <a:t>– Divide </a:t>
            </a:r>
            <a:r>
              <a:rPr sz="2200" spc="-5" dirty="0">
                <a:latin typeface="Calibri Light" panose="020F0302020204030204" pitchFamily="34" charset="0"/>
                <a:cs typeface="Calibri Light" panose="020F0302020204030204" pitchFamily="34" charset="0"/>
              </a:rPr>
              <a:t>the cluster </a:t>
            </a:r>
            <a:r>
              <a:rPr sz="2200" dirty="0">
                <a:latin typeface="Calibri Light" panose="020F0302020204030204" pitchFamily="34" charset="0"/>
                <a:cs typeface="Calibri Light" panose="020F0302020204030204" pitchFamily="34" charset="0"/>
              </a:rPr>
              <a:t>resources </a:t>
            </a:r>
            <a:r>
              <a:rPr sz="2200" spc="-5" dirty="0">
                <a:latin typeface="Calibri Light" panose="020F0302020204030204" pitchFamily="34" charset="0"/>
                <a:cs typeface="Calibri Light" panose="020F0302020204030204" pitchFamily="34" charset="0"/>
              </a:rPr>
              <a:t>between multiple</a:t>
            </a:r>
            <a:r>
              <a:rPr sz="2200" spc="35" dirty="0">
                <a:latin typeface="Calibri Light" panose="020F0302020204030204" pitchFamily="34" charset="0"/>
                <a:cs typeface="Calibri Light" panose="020F0302020204030204" pitchFamily="34" charset="0"/>
              </a:rPr>
              <a:t> </a:t>
            </a:r>
            <a:r>
              <a:rPr sz="2200" dirty="0">
                <a:latin typeface="Calibri Light" panose="020F0302020204030204" pitchFamily="34" charset="0"/>
                <a:cs typeface="Calibri Light" panose="020F0302020204030204" pitchFamily="34" charset="0"/>
              </a:rPr>
              <a:t>users</a:t>
            </a:r>
          </a:p>
          <a:p>
            <a:pPr marL="299085" indent="-287020">
              <a:lnSpc>
                <a:spcPct val="100000"/>
              </a:lnSpc>
              <a:buFont typeface="Arial"/>
              <a:buChar char="•"/>
              <a:tabLst>
                <a:tab pos="299085" algn="l"/>
                <a:tab pos="299720" algn="l"/>
              </a:tabLst>
            </a:pPr>
            <a:r>
              <a:rPr sz="2200" spc="-15" dirty="0">
                <a:latin typeface="Calibri Light" panose="020F0302020204030204" pitchFamily="34" charset="0"/>
                <a:cs typeface="Calibri Light" panose="020F0302020204030204" pitchFamily="34" charset="0"/>
              </a:rPr>
              <a:t>Names </a:t>
            </a:r>
            <a:r>
              <a:rPr sz="2200" dirty="0">
                <a:latin typeface="Calibri Light" panose="020F0302020204030204" pitchFamily="34" charset="0"/>
                <a:cs typeface="Calibri Light" panose="020F0302020204030204" pitchFamily="34" charset="0"/>
              </a:rPr>
              <a:t>of resources </a:t>
            </a:r>
            <a:r>
              <a:rPr sz="2200" spc="-5" dirty="0">
                <a:latin typeface="Calibri Light" panose="020F0302020204030204" pitchFamily="34" charset="0"/>
                <a:cs typeface="Calibri Light" panose="020F0302020204030204" pitchFamily="34" charset="0"/>
              </a:rPr>
              <a:t>are </a:t>
            </a:r>
            <a:r>
              <a:rPr sz="2200" dirty="0">
                <a:latin typeface="Calibri Light" panose="020F0302020204030204" pitchFamily="34" charset="0"/>
                <a:cs typeface="Calibri Light" panose="020F0302020204030204" pitchFamily="34" charset="0"/>
              </a:rPr>
              <a:t>unique within a</a:t>
            </a:r>
            <a:r>
              <a:rPr sz="2200" spc="-10" dirty="0">
                <a:latin typeface="Calibri Light" panose="020F0302020204030204" pitchFamily="34" charset="0"/>
                <a:cs typeface="Calibri Light" panose="020F0302020204030204" pitchFamily="34" charset="0"/>
              </a:rPr>
              <a:t> namspace</a:t>
            </a:r>
            <a:endParaRPr sz="2200" dirty="0">
              <a:latin typeface="Calibri Light" panose="020F0302020204030204" pitchFamily="34" charset="0"/>
              <a:cs typeface="Calibri Light" panose="020F0302020204030204" pitchFamily="34" charset="0"/>
            </a:endParaRPr>
          </a:p>
        </p:txBody>
      </p:sp>
      <p:sp>
        <p:nvSpPr>
          <p:cNvPr id="5" name="Footer Placeholder 4">
            <a:extLst>
              <a:ext uri="{FF2B5EF4-FFF2-40B4-BE49-F238E27FC236}">
                <a16:creationId xmlns:a16="http://schemas.microsoft.com/office/drawing/2014/main" id="{4C4DBEB8-F0FC-A2FB-9969-CA7A69829F6B}"/>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FB5D4B9F-0A5F-8254-150F-9C1716F2F824}"/>
              </a:ext>
            </a:extLst>
          </p:cNvPr>
          <p:cNvSpPr>
            <a:spLocks noGrp="1"/>
          </p:cNvSpPr>
          <p:nvPr>
            <p:ph type="sldNum" sz="quarter" idx="12"/>
          </p:nvPr>
        </p:nvSpPr>
        <p:spPr/>
        <p:txBody>
          <a:bodyPr/>
          <a:lstStyle/>
          <a:p>
            <a:fld id="{B6F15528-21DE-4FAA-801E-634DDDAF4B2B}" type="slidenum">
              <a:rPr lang="en-IN" smtClean="0"/>
              <a:t>28</a:t>
            </a:fld>
            <a:endParaRPr lang="en-I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77942"/>
            <a:ext cx="4895850" cy="566822"/>
          </a:xfrm>
          <a:prstGeom prst="rect">
            <a:avLst/>
          </a:prstGeom>
        </p:spPr>
        <p:txBody>
          <a:bodyPr vert="horz" wrap="square" lIns="0" tIns="12700" rIns="0" bIns="0" rtlCol="0">
            <a:spAutoFit/>
          </a:bodyPr>
          <a:lstStyle/>
          <a:p>
            <a:pPr marL="12700">
              <a:lnSpc>
                <a:spcPct val="100000"/>
              </a:lnSpc>
              <a:spcBef>
                <a:spcPts val="100"/>
              </a:spcBef>
            </a:pPr>
            <a:r>
              <a:rPr lang="en-IN" sz="3600" b="1" dirty="0">
                <a:solidFill>
                  <a:schemeClr val="tx1"/>
                </a:solidFill>
                <a:latin typeface="Calibri Light" panose="020F0302020204030204" pitchFamily="34" charset="0"/>
                <a:cs typeface="Calibri Light" panose="020F0302020204030204" pitchFamily="34" charset="0"/>
              </a:rPr>
              <a:t>P</a:t>
            </a:r>
            <a:r>
              <a:rPr lang="en-IN" sz="3600" b="1" spc="10" dirty="0">
                <a:solidFill>
                  <a:schemeClr val="tx1"/>
                </a:solidFill>
                <a:latin typeface="Calibri Light" panose="020F0302020204030204" pitchFamily="34" charset="0"/>
                <a:cs typeface="Calibri Light" panose="020F0302020204030204" pitchFamily="34" charset="0"/>
              </a:rPr>
              <a:t>o</a:t>
            </a:r>
            <a:r>
              <a:rPr lang="en-IN" sz="3600" b="1" spc="-5" dirty="0">
                <a:solidFill>
                  <a:schemeClr val="tx1"/>
                </a:solidFill>
                <a:latin typeface="Calibri Light" panose="020F0302020204030204" pitchFamily="34" charset="0"/>
                <a:cs typeface="Calibri Light" panose="020F0302020204030204" pitchFamily="34" charset="0"/>
              </a:rPr>
              <a:t>ds &amp; Nodes</a:t>
            </a:r>
            <a:endParaRPr lang="en-IN" sz="3600" b="1" dirty="0">
              <a:solidFill>
                <a:schemeClr val="tx1"/>
              </a:solidFill>
              <a:latin typeface="Calibri Light" panose="020F0302020204030204" pitchFamily="34" charset="0"/>
              <a:cs typeface="Calibri Light" panose="020F0302020204030204" pitchFamily="34" charset="0"/>
            </a:endParaRPr>
          </a:p>
        </p:txBody>
      </p:sp>
      <p:sp>
        <p:nvSpPr>
          <p:cNvPr id="3" name="object 3"/>
          <p:cNvSpPr txBox="1"/>
          <p:nvPr/>
        </p:nvSpPr>
        <p:spPr>
          <a:xfrm>
            <a:off x="190500" y="3820818"/>
            <a:ext cx="12115800" cy="2772554"/>
          </a:xfrm>
          <a:prstGeom prst="rect">
            <a:avLst/>
          </a:prstGeom>
        </p:spPr>
        <p:txBody>
          <a:bodyPr vert="horz" wrap="square" lIns="0" tIns="12700" rIns="0" bIns="0" rtlCol="0">
            <a:spAutoFit/>
          </a:bodyPr>
          <a:lstStyle/>
          <a:p>
            <a:pPr marL="355600" marR="62230" lvl="0" indent="-342900">
              <a:spcBef>
                <a:spcPts val="100"/>
              </a:spcBef>
              <a:buFont typeface="Wingdings" panose="05000000000000000000" pitchFamily="2" charset="2"/>
              <a:buChar char="§"/>
            </a:pPr>
            <a:r>
              <a:rPr lang="en-US" sz="2200" dirty="0">
                <a:solidFill>
                  <a:prstClr val="black"/>
                </a:solidFill>
                <a:latin typeface="Calibri Light" panose="020F0302020204030204" pitchFamily="34" charset="0"/>
                <a:cs typeface="Calibri Light" panose="020F0302020204030204" pitchFamily="34" charset="0"/>
              </a:rPr>
              <a:t>A Pod  is a group of one or more containers (such as Docker containers), with shared storage/network, and a specification for how to run the containers. </a:t>
            </a:r>
          </a:p>
          <a:p>
            <a:pPr marL="355600" marR="62230" lvl="0" indent="-342900">
              <a:spcBef>
                <a:spcPts val="100"/>
              </a:spcBef>
              <a:buFont typeface="Wingdings" panose="05000000000000000000" pitchFamily="2" charset="2"/>
              <a:buChar char="§"/>
            </a:pPr>
            <a:endParaRPr lang="en-US" sz="2200" dirty="0">
              <a:solidFill>
                <a:prstClr val="black"/>
              </a:solidFill>
              <a:latin typeface="Calibri Light" panose="020F0302020204030204" pitchFamily="34" charset="0"/>
              <a:cs typeface="Calibri Light" panose="020F0302020204030204" pitchFamily="34" charset="0"/>
            </a:endParaRPr>
          </a:p>
          <a:p>
            <a:pPr marL="355600" marR="62230" lvl="0" indent="-342900">
              <a:spcBef>
                <a:spcPts val="100"/>
              </a:spcBef>
              <a:buFont typeface="Wingdings" panose="05000000000000000000" pitchFamily="2" charset="2"/>
              <a:buChar char="§"/>
            </a:pPr>
            <a:r>
              <a:rPr lang="en-US" sz="2200" dirty="0">
                <a:solidFill>
                  <a:prstClr val="black"/>
                </a:solidFill>
                <a:latin typeface="Calibri Light" panose="020F0302020204030204" pitchFamily="34" charset="0"/>
                <a:cs typeface="Calibri Light" panose="020F0302020204030204" pitchFamily="34" charset="0"/>
              </a:rPr>
              <a:t>A Pod’s contents are always co-located and co-scheduled, and run in a shared context.</a:t>
            </a:r>
          </a:p>
          <a:p>
            <a:pPr marL="355600" marR="62230" lvl="0" indent="-342900">
              <a:spcBef>
                <a:spcPts val="100"/>
              </a:spcBef>
              <a:buFont typeface="Wingdings" panose="05000000000000000000" pitchFamily="2" charset="2"/>
              <a:buChar char="§"/>
            </a:pPr>
            <a:endParaRPr lang="en-US" sz="2200" dirty="0">
              <a:solidFill>
                <a:prstClr val="black"/>
              </a:solidFill>
              <a:latin typeface="Calibri Light" panose="020F0302020204030204" pitchFamily="34" charset="0"/>
              <a:cs typeface="Calibri Light" panose="020F0302020204030204" pitchFamily="34" charset="0"/>
            </a:endParaRPr>
          </a:p>
          <a:p>
            <a:pPr marL="355600" marR="62230" lvl="0" indent="-342900">
              <a:spcBef>
                <a:spcPts val="100"/>
              </a:spcBef>
              <a:buFont typeface="Wingdings" panose="05000000000000000000" pitchFamily="2" charset="2"/>
              <a:buChar char="§"/>
            </a:pPr>
            <a:r>
              <a:rPr lang="en-US" sz="2200" dirty="0">
                <a:solidFill>
                  <a:prstClr val="black"/>
                </a:solidFill>
                <a:latin typeface="Calibri Light" panose="020F0302020204030204" pitchFamily="34" charset="0"/>
                <a:cs typeface="Calibri Light" panose="020F0302020204030204" pitchFamily="34" charset="0"/>
              </a:rPr>
              <a:t>A Pod models an application-specific “logical host” - it contains one or more application containers which are relatively tightly coupled — in a pre-container world, being executed on the same physical or virtual machine would mean being executed on the same logical host.</a:t>
            </a: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endParaRPr>
          </a:p>
        </p:txBody>
      </p:sp>
      <p:sp>
        <p:nvSpPr>
          <p:cNvPr id="7" name="AutoShape 6">
            <a:extLst>
              <a:ext uri="{FF2B5EF4-FFF2-40B4-BE49-F238E27FC236}">
                <a16:creationId xmlns:a16="http://schemas.microsoft.com/office/drawing/2014/main" id="{110CDCAC-B9B1-4590-B20C-630C4E0E341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pic>
        <p:nvPicPr>
          <p:cNvPr id="2050" name="Picture 2">
            <a:extLst>
              <a:ext uri="{FF2B5EF4-FFF2-40B4-BE49-F238E27FC236}">
                <a16:creationId xmlns:a16="http://schemas.microsoft.com/office/drawing/2014/main" id="{724BE75B-927F-417C-8892-A7D3081E80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922655"/>
            <a:ext cx="6362700" cy="2638425"/>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DC8B1050-A8CD-444D-8B4E-B7F9AEE663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8111" y="863117"/>
            <a:ext cx="3200399" cy="2743199"/>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358A6F2D-9C40-F5CC-0484-544C9166A72C}"/>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2D482621-EF3A-DA39-8C94-ED50E3D0378E}"/>
              </a:ext>
            </a:extLst>
          </p:cNvPr>
          <p:cNvSpPr>
            <a:spLocks noGrp="1"/>
          </p:cNvSpPr>
          <p:nvPr>
            <p:ph type="sldNum" sz="quarter" idx="12"/>
          </p:nvPr>
        </p:nvSpPr>
        <p:spPr/>
        <p:txBody>
          <a:bodyPr/>
          <a:lstStyle/>
          <a:p>
            <a:fld id="{B6F15528-21DE-4FAA-801E-634DDDAF4B2B}" type="slidenum">
              <a:rPr lang="en-IN" smtClean="0"/>
              <a:t>29</a:t>
            </a:fld>
            <a:endParaRPr lang="en-IN"/>
          </a:p>
        </p:txBody>
      </p:sp>
    </p:spTree>
    <p:extLst>
      <p:ext uri="{BB962C8B-B14F-4D97-AF65-F5344CB8AC3E}">
        <p14:creationId xmlns:p14="http://schemas.microsoft.com/office/powerpoint/2010/main" val="3914718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262812"/>
            <a:ext cx="1264920" cy="566822"/>
          </a:xfrm>
          <a:prstGeom prst="rect">
            <a:avLst/>
          </a:prstGeom>
        </p:spPr>
        <p:txBody>
          <a:bodyPr vert="horz" wrap="square" lIns="0" tIns="12700" rIns="0" bIns="0" rtlCol="0">
            <a:spAutoFit/>
          </a:bodyPr>
          <a:lstStyle/>
          <a:p>
            <a:pPr marL="12700">
              <a:lnSpc>
                <a:spcPct val="100000"/>
              </a:lnSpc>
              <a:spcBef>
                <a:spcPts val="100"/>
              </a:spcBef>
            </a:pPr>
            <a:r>
              <a:rPr sz="3600" b="1" dirty="0">
                <a:solidFill>
                  <a:schemeClr val="tx1"/>
                </a:solidFill>
                <a:latin typeface="Calibri Light" panose="020F0302020204030204" pitchFamily="34" charset="0"/>
                <a:cs typeface="Calibri Light" panose="020F0302020204030204" pitchFamily="34" charset="0"/>
              </a:rPr>
              <a:t>P</a:t>
            </a:r>
            <a:r>
              <a:rPr sz="3600" b="1" spc="10" dirty="0">
                <a:solidFill>
                  <a:schemeClr val="tx1"/>
                </a:solidFill>
                <a:latin typeface="Calibri Light" panose="020F0302020204030204" pitchFamily="34" charset="0"/>
                <a:cs typeface="Calibri Light" panose="020F0302020204030204" pitchFamily="34" charset="0"/>
              </a:rPr>
              <a:t>o</a:t>
            </a:r>
            <a:r>
              <a:rPr sz="3600" b="1" spc="-5" dirty="0">
                <a:solidFill>
                  <a:schemeClr val="tx1"/>
                </a:solidFill>
                <a:latin typeface="Calibri Light" panose="020F0302020204030204" pitchFamily="34" charset="0"/>
                <a:cs typeface="Calibri Light" panose="020F0302020204030204" pitchFamily="34" charset="0"/>
              </a:rPr>
              <a:t>ds</a:t>
            </a:r>
            <a:endParaRPr sz="3600" b="1" dirty="0">
              <a:solidFill>
                <a:schemeClr val="tx1"/>
              </a:solidFill>
              <a:latin typeface="Calibri Light" panose="020F0302020204030204" pitchFamily="34" charset="0"/>
              <a:cs typeface="Calibri Light" panose="020F0302020204030204" pitchFamily="34" charset="0"/>
            </a:endParaRPr>
          </a:p>
        </p:txBody>
      </p:sp>
      <p:sp>
        <p:nvSpPr>
          <p:cNvPr id="3" name="object 3"/>
          <p:cNvSpPr txBox="1"/>
          <p:nvPr/>
        </p:nvSpPr>
        <p:spPr>
          <a:xfrm>
            <a:off x="0" y="4191000"/>
            <a:ext cx="12268200" cy="2090316"/>
          </a:xfrm>
          <a:prstGeom prst="rect">
            <a:avLst/>
          </a:prstGeom>
        </p:spPr>
        <p:txBody>
          <a:bodyPr vert="horz" wrap="square" lIns="0" tIns="12700" rIns="0" bIns="0" rtlCol="0">
            <a:spAutoFit/>
          </a:bodyPr>
          <a:lstStyle/>
          <a:p>
            <a:pPr marL="355600" marR="62230" indent="-342900">
              <a:lnSpc>
                <a:spcPct val="100000"/>
              </a:lnSpc>
              <a:spcBef>
                <a:spcPts val="100"/>
              </a:spcBef>
              <a:buFont typeface="Wingdings" panose="05000000000000000000" pitchFamily="2" charset="2"/>
              <a:buChar char="§"/>
            </a:pPr>
            <a:r>
              <a:rPr sz="2200" spc="-5" dirty="0">
                <a:latin typeface="Calibri Light" panose="020F0302020204030204" pitchFamily="34" charset="0"/>
                <a:cs typeface="Calibri Light" panose="020F0302020204030204" pitchFamily="34" charset="0"/>
              </a:rPr>
              <a:t>Every Pod gets </a:t>
            </a:r>
            <a:r>
              <a:rPr sz="2200" dirty="0">
                <a:latin typeface="Calibri Light" panose="020F0302020204030204" pitchFamily="34" charset="0"/>
                <a:cs typeface="Calibri Light" panose="020F0302020204030204" pitchFamily="34" charset="0"/>
              </a:rPr>
              <a:t>its </a:t>
            </a:r>
            <a:r>
              <a:rPr sz="2200" spc="-5" dirty="0">
                <a:latin typeface="Calibri Light" panose="020F0302020204030204" pitchFamily="34" charset="0"/>
                <a:cs typeface="Calibri Light" panose="020F0302020204030204" pitchFamily="34" charset="0"/>
              </a:rPr>
              <a:t>own </a:t>
            </a:r>
            <a:r>
              <a:rPr sz="2200" spc="20" dirty="0">
                <a:latin typeface="Calibri Light" panose="020F0302020204030204" pitchFamily="34" charset="0"/>
                <a:cs typeface="Calibri Light" panose="020F0302020204030204" pitchFamily="34" charset="0"/>
              </a:rPr>
              <a:t>IP </a:t>
            </a:r>
            <a:r>
              <a:rPr sz="2200" spc="-5" dirty="0">
                <a:latin typeface="Calibri Light" panose="020F0302020204030204" pitchFamily="34" charset="0"/>
                <a:cs typeface="Calibri Light" panose="020F0302020204030204" pitchFamily="34" charset="0"/>
              </a:rPr>
              <a:t>address</a:t>
            </a:r>
            <a:r>
              <a:rPr lang="en-IN" sz="2200" spc="-5" dirty="0">
                <a:latin typeface="Calibri Light" panose="020F0302020204030204" pitchFamily="34" charset="0"/>
                <a:cs typeface="Calibri Light" panose="020F0302020204030204" pitchFamily="34" charset="0"/>
              </a:rPr>
              <a:t> </a:t>
            </a:r>
            <a:r>
              <a:rPr sz="2200" spc="-10" dirty="0">
                <a:latin typeface="Calibri Light" panose="020F0302020204030204" pitchFamily="34" charset="0"/>
                <a:cs typeface="Calibri Light" panose="020F0302020204030204" pitchFamily="34" charset="0"/>
              </a:rPr>
              <a:t>Pods </a:t>
            </a:r>
            <a:r>
              <a:rPr sz="2200" dirty="0">
                <a:latin typeface="Calibri Light" panose="020F0302020204030204" pitchFamily="34" charset="0"/>
                <a:cs typeface="Calibri Light" panose="020F0302020204030204" pitchFamily="34" charset="0"/>
              </a:rPr>
              <a:t>on a </a:t>
            </a:r>
            <a:r>
              <a:rPr sz="2200" spc="-5" dirty="0">
                <a:latin typeface="Calibri Light" panose="020F0302020204030204" pitchFamily="34" charset="0"/>
                <a:cs typeface="Calibri Light" panose="020F0302020204030204" pitchFamily="34" charset="0"/>
              </a:rPr>
              <a:t>node </a:t>
            </a:r>
            <a:r>
              <a:rPr sz="2200" dirty="0">
                <a:latin typeface="Calibri Light" panose="020F0302020204030204" pitchFamily="34" charset="0"/>
                <a:cs typeface="Calibri Light" panose="020F0302020204030204" pitchFamily="34" charset="0"/>
              </a:rPr>
              <a:t>can </a:t>
            </a:r>
            <a:r>
              <a:rPr sz="2200" spc="-10" dirty="0">
                <a:latin typeface="Calibri Light" panose="020F0302020204030204" pitchFamily="34" charset="0"/>
                <a:cs typeface="Calibri Light" panose="020F0302020204030204" pitchFamily="34" charset="0"/>
              </a:rPr>
              <a:t>communicate </a:t>
            </a:r>
            <a:r>
              <a:rPr sz="2200" spc="-5" dirty="0">
                <a:latin typeface="Calibri Light" panose="020F0302020204030204" pitchFamily="34" charset="0"/>
                <a:cs typeface="Calibri Light" panose="020F0302020204030204" pitchFamily="34" charset="0"/>
              </a:rPr>
              <a:t>with all </a:t>
            </a:r>
            <a:r>
              <a:rPr sz="2200" spc="-10" dirty="0">
                <a:latin typeface="Calibri Light" panose="020F0302020204030204" pitchFamily="34" charset="0"/>
                <a:cs typeface="Calibri Light" panose="020F0302020204030204" pitchFamily="34" charset="0"/>
              </a:rPr>
              <a:t>pods </a:t>
            </a:r>
            <a:r>
              <a:rPr sz="2200" dirty="0">
                <a:latin typeface="Calibri Light" panose="020F0302020204030204" pitchFamily="34" charset="0"/>
                <a:cs typeface="Calibri Light" panose="020F0302020204030204" pitchFamily="34" charset="0"/>
              </a:rPr>
              <a:t>on </a:t>
            </a:r>
            <a:r>
              <a:rPr sz="2200" spc="-5" dirty="0">
                <a:latin typeface="Calibri Light" panose="020F0302020204030204" pitchFamily="34" charset="0"/>
                <a:cs typeface="Calibri Light" panose="020F0302020204030204" pitchFamily="34" charset="0"/>
              </a:rPr>
              <a:t>all nodes </a:t>
            </a:r>
            <a:r>
              <a:rPr sz="2200" dirty="0">
                <a:latin typeface="Calibri Light" panose="020F0302020204030204" pitchFamily="34" charset="0"/>
                <a:cs typeface="Calibri Light" panose="020F0302020204030204" pitchFamily="34" charset="0"/>
              </a:rPr>
              <a:t>without</a:t>
            </a:r>
            <a:r>
              <a:rPr sz="2200" spc="60" dirty="0">
                <a:latin typeface="Calibri Light" panose="020F0302020204030204" pitchFamily="34" charset="0"/>
                <a:cs typeface="Calibri Light" panose="020F0302020204030204" pitchFamily="34" charset="0"/>
              </a:rPr>
              <a:t> </a:t>
            </a:r>
            <a:r>
              <a:rPr sz="2200" spc="-35" dirty="0">
                <a:latin typeface="Calibri Light" panose="020F0302020204030204" pitchFamily="34" charset="0"/>
                <a:cs typeface="Calibri Light" panose="020F0302020204030204" pitchFamily="34" charset="0"/>
              </a:rPr>
              <a:t>NAT</a:t>
            </a:r>
            <a:endParaRPr sz="2200" dirty="0">
              <a:latin typeface="Calibri Light" panose="020F0302020204030204" pitchFamily="34" charset="0"/>
              <a:cs typeface="Calibri Light" panose="020F0302020204030204" pitchFamily="34" charset="0"/>
            </a:endParaRPr>
          </a:p>
          <a:p>
            <a:pPr marL="356870" marR="322580" indent="-344805">
              <a:lnSpc>
                <a:spcPct val="100000"/>
              </a:lnSpc>
              <a:spcBef>
                <a:spcPts val="985"/>
              </a:spcBef>
              <a:buFont typeface="Wingdings" panose="05000000000000000000" pitchFamily="2" charset="2"/>
              <a:buChar char="§"/>
              <a:tabLst>
                <a:tab pos="356870" algn="l"/>
              </a:tabLst>
            </a:pPr>
            <a:r>
              <a:rPr sz="2200" spc="-20" dirty="0">
                <a:latin typeface="Calibri Light" panose="020F0302020204030204" pitchFamily="34" charset="0"/>
                <a:cs typeface="Calibri Light" panose="020F0302020204030204" pitchFamily="34" charset="0"/>
              </a:rPr>
              <a:t>Agents </a:t>
            </a:r>
            <a:r>
              <a:rPr sz="2200" dirty="0">
                <a:latin typeface="Calibri Light" panose="020F0302020204030204" pitchFamily="34" charset="0"/>
                <a:cs typeface="Calibri Light" panose="020F0302020204030204" pitchFamily="34" charset="0"/>
              </a:rPr>
              <a:t>on a </a:t>
            </a:r>
            <a:r>
              <a:rPr sz="2200" spc="-5" dirty="0">
                <a:latin typeface="Calibri Light" panose="020F0302020204030204" pitchFamily="34" charset="0"/>
                <a:cs typeface="Calibri Light" panose="020F0302020204030204" pitchFamily="34" charset="0"/>
              </a:rPr>
              <a:t>node </a:t>
            </a:r>
            <a:r>
              <a:rPr sz="2200" spc="-20" dirty="0">
                <a:latin typeface="Calibri Light" panose="020F0302020204030204" pitchFamily="34" charset="0"/>
                <a:cs typeface="Calibri Light" panose="020F0302020204030204" pitchFamily="34" charset="0"/>
              </a:rPr>
              <a:t>(e.g. </a:t>
            </a:r>
            <a:r>
              <a:rPr sz="2200" spc="-10" dirty="0">
                <a:latin typeface="Calibri Light" panose="020F0302020204030204" pitchFamily="34" charset="0"/>
                <a:cs typeface="Calibri Light" panose="020F0302020204030204" pitchFamily="34" charset="0"/>
              </a:rPr>
              <a:t>system daemons, </a:t>
            </a:r>
            <a:r>
              <a:rPr sz="2200" spc="-5" dirty="0">
                <a:latin typeface="Calibri Light" panose="020F0302020204030204" pitchFamily="34" charset="0"/>
                <a:cs typeface="Calibri Light" panose="020F0302020204030204" pitchFamily="34" charset="0"/>
              </a:rPr>
              <a:t>kubelet) can </a:t>
            </a:r>
            <a:r>
              <a:rPr sz="2200" spc="-10" dirty="0">
                <a:latin typeface="Calibri Light" panose="020F0302020204030204" pitchFamily="34" charset="0"/>
                <a:cs typeface="Calibri Light" panose="020F0302020204030204" pitchFamily="34" charset="0"/>
              </a:rPr>
              <a:t>communicate </a:t>
            </a:r>
            <a:r>
              <a:rPr sz="2200" spc="-5" dirty="0">
                <a:latin typeface="Calibri Light" panose="020F0302020204030204" pitchFamily="34" charset="0"/>
                <a:cs typeface="Calibri Light" panose="020F0302020204030204" pitchFamily="34" charset="0"/>
              </a:rPr>
              <a:t>with all  </a:t>
            </a:r>
            <a:r>
              <a:rPr sz="2200" spc="-10" dirty="0">
                <a:latin typeface="Calibri Light" panose="020F0302020204030204" pitchFamily="34" charset="0"/>
                <a:cs typeface="Calibri Light" panose="020F0302020204030204" pitchFamily="34" charset="0"/>
              </a:rPr>
              <a:t>pods </a:t>
            </a:r>
            <a:r>
              <a:rPr sz="2200" dirty="0">
                <a:latin typeface="Calibri Light" panose="020F0302020204030204" pitchFamily="34" charset="0"/>
                <a:cs typeface="Calibri Light" panose="020F0302020204030204" pitchFamily="34" charset="0"/>
              </a:rPr>
              <a:t>on </a:t>
            </a:r>
            <a:r>
              <a:rPr sz="2200" spc="-10" dirty="0">
                <a:latin typeface="Calibri Light" panose="020F0302020204030204" pitchFamily="34" charset="0"/>
                <a:cs typeface="Calibri Light" panose="020F0302020204030204" pitchFamily="34" charset="0"/>
              </a:rPr>
              <a:t>that</a:t>
            </a:r>
            <a:r>
              <a:rPr sz="2200" spc="20" dirty="0">
                <a:latin typeface="Calibri Light" panose="020F0302020204030204" pitchFamily="34" charset="0"/>
                <a:cs typeface="Calibri Light" panose="020F0302020204030204" pitchFamily="34" charset="0"/>
              </a:rPr>
              <a:t> </a:t>
            </a:r>
            <a:r>
              <a:rPr sz="2200" spc="-5" dirty="0">
                <a:latin typeface="Calibri Light" panose="020F0302020204030204" pitchFamily="34" charset="0"/>
                <a:cs typeface="Calibri Light" panose="020F0302020204030204" pitchFamily="34" charset="0"/>
              </a:rPr>
              <a:t>node</a:t>
            </a:r>
            <a:endParaRPr sz="2200" dirty="0">
              <a:latin typeface="Calibri Light" panose="020F0302020204030204" pitchFamily="34" charset="0"/>
              <a:cs typeface="Calibri Light" panose="020F0302020204030204" pitchFamily="34" charset="0"/>
            </a:endParaRPr>
          </a:p>
          <a:p>
            <a:pPr marL="355600" marR="5080" indent="-342900">
              <a:lnSpc>
                <a:spcPct val="100000"/>
              </a:lnSpc>
              <a:spcBef>
                <a:spcPts val="1010"/>
              </a:spcBef>
              <a:buFont typeface="Wingdings" panose="05000000000000000000" pitchFamily="2" charset="2"/>
              <a:buChar char="§"/>
            </a:pPr>
            <a:r>
              <a:rPr sz="2200" spc="-5" dirty="0">
                <a:latin typeface="Calibri Light" panose="020F0302020204030204" pitchFamily="34" charset="0"/>
                <a:cs typeface="Calibri Light" panose="020F0302020204030204" pitchFamily="34" charset="0"/>
              </a:rPr>
              <a:t>Kubernetes </a:t>
            </a:r>
            <a:r>
              <a:rPr sz="2200" spc="25" dirty="0">
                <a:latin typeface="Calibri Light" panose="020F0302020204030204" pitchFamily="34" charset="0"/>
                <a:cs typeface="Calibri Light" panose="020F0302020204030204" pitchFamily="34" charset="0"/>
              </a:rPr>
              <a:t>IP </a:t>
            </a:r>
            <a:r>
              <a:rPr sz="2200" spc="-5" dirty="0">
                <a:latin typeface="Calibri Light" panose="020F0302020204030204" pitchFamily="34" charset="0"/>
                <a:cs typeface="Calibri Light" panose="020F0302020204030204" pitchFamily="34" charset="0"/>
              </a:rPr>
              <a:t>addresses </a:t>
            </a:r>
            <a:r>
              <a:rPr sz="2200" dirty="0">
                <a:latin typeface="Calibri Light" panose="020F0302020204030204" pitchFamily="34" charset="0"/>
                <a:cs typeface="Calibri Light" panose="020F0302020204030204" pitchFamily="34" charset="0"/>
              </a:rPr>
              <a:t>exist </a:t>
            </a:r>
            <a:r>
              <a:rPr sz="2200" spc="-5" dirty="0">
                <a:latin typeface="Calibri Light" panose="020F0302020204030204" pitchFamily="34" charset="0"/>
                <a:cs typeface="Calibri Light" panose="020F0302020204030204" pitchFamily="34" charset="0"/>
              </a:rPr>
              <a:t>at the Pod </a:t>
            </a:r>
            <a:r>
              <a:rPr sz="2200" dirty="0">
                <a:latin typeface="Calibri Light" panose="020F0302020204030204" pitchFamily="34" charset="0"/>
                <a:cs typeface="Calibri Light" panose="020F0302020204030204" pitchFamily="34" charset="0"/>
              </a:rPr>
              <a:t>scope - containers within a </a:t>
            </a:r>
            <a:r>
              <a:rPr sz="2200" spc="-5" dirty="0">
                <a:latin typeface="Calibri Light" panose="020F0302020204030204" pitchFamily="34" charset="0"/>
                <a:cs typeface="Calibri Light" panose="020F0302020204030204" pitchFamily="34" charset="0"/>
              </a:rPr>
              <a:t>Pod share </a:t>
            </a:r>
            <a:r>
              <a:rPr sz="2200" dirty="0">
                <a:latin typeface="Calibri Light" panose="020F0302020204030204" pitchFamily="34" charset="0"/>
                <a:cs typeface="Calibri Light" panose="020F0302020204030204" pitchFamily="34" charset="0"/>
              </a:rPr>
              <a:t>their  </a:t>
            </a:r>
            <a:r>
              <a:rPr sz="2200" spc="-5" dirty="0">
                <a:latin typeface="Calibri Light" panose="020F0302020204030204" pitchFamily="34" charset="0"/>
                <a:cs typeface="Calibri Light" panose="020F0302020204030204" pitchFamily="34" charset="0"/>
              </a:rPr>
              <a:t>network namespaces </a:t>
            </a:r>
            <a:r>
              <a:rPr sz="2200" dirty="0">
                <a:latin typeface="Calibri Light" panose="020F0302020204030204" pitchFamily="34" charset="0"/>
                <a:cs typeface="Calibri Light" panose="020F0302020204030204" pitchFamily="34" charset="0"/>
              </a:rPr>
              <a:t>- </a:t>
            </a:r>
            <a:r>
              <a:rPr sz="2200" spc="5" dirty="0">
                <a:latin typeface="Calibri Light" panose="020F0302020204030204" pitchFamily="34" charset="0"/>
                <a:cs typeface="Calibri Light" panose="020F0302020204030204" pitchFamily="34" charset="0"/>
              </a:rPr>
              <a:t>including </a:t>
            </a:r>
            <a:r>
              <a:rPr sz="2200" dirty="0">
                <a:latin typeface="Calibri Light" panose="020F0302020204030204" pitchFamily="34" charset="0"/>
                <a:cs typeface="Calibri Light" panose="020F0302020204030204" pitchFamily="34" charset="0"/>
              </a:rPr>
              <a:t>their </a:t>
            </a:r>
            <a:r>
              <a:rPr sz="2200" spc="20" dirty="0">
                <a:latin typeface="Calibri Light" panose="020F0302020204030204" pitchFamily="34" charset="0"/>
                <a:cs typeface="Calibri Light" panose="020F0302020204030204" pitchFamily="34" charset="0"/>
              </a:rPr>
              <a:t>IP </a:t>
            </a:r>
            <a:r>
              <a:rPr sz="2200" spc="-5" dirty="0">
                <a:latin typeface="Calibri Light" panose="020F0302020204030204" pitchFamily="34" charset="0"/>
                <a:cs typeface="Calibri Light" panose="020F0302020204030204" pitchFamily="34" charset="0"/>
              </a:rPr>
              <a:t>address. </a:t>
            </a:r>
            <a:endParaRPr lang="en-IN" sz="2200" spc="-5" dirty="0">
              <a:latin typeface="Calibri Light" panose="020F0302020204030204" pitchFamily="34" charset="0"/>
              <a:cs typeface="Calibri Light" panose="020F0302020204030204" pitchFamily="34" charset="0"/>
            </a:endParaRPr>
          </a:p>
          <a:p>
            <a:pPr marL="355600" marR="5080" indent="-342900">
              <a:lnSpc>
                <a:spcPct val="100000"/>
              </a:lnSpc>
              <a:spcBef>
                <a:spcPts val="1010"/>
              </a:spcBef>
              <a:buFont typeface="Wingdings" panose="05000000000000000000" pitchFamily="2" charset="2"/>
              <a:buChar char="§"/>
            </a:pPr>
            <a:r>
              <a:rPr lang="en-IN" sz="2200" dirty="0">
                <a:latin typeface="Calibri Light" panose="020F0302020204030204" pitchFamily="34" charset="0"/>
                <a:cs typeface="Calibri Light" panose="020F0302020204030204" pitchFamily="34" charset="0"/>
              </a:rPr>
              <a:t>C</a:t>
            </a:r>
            <a:r>
              <a:rPr sz="2200" dirty="0" err="1">
                <a:latin typeface="Calibri Light" panose="020F0302020204030204" pitchFamily="34" charset="0"/>
                <a:cs typeface="Calibri Light" panose="020F0302020204030204" pitchFamily="34" charset="0"/>
              </a:rPr>
              <a:t>ontainers</a:t>
            </a:r>
            <a:r>
              <a:rPr sz="2200" dirty="0">
                <a:latin typeface="Calibri Light" panose="020F0302020204030204" pitchFamily="34" charset="0"/>
                <a:cs typeface="Calibri Light" panose="020F0302020204030204" pitchFamily="34" charset="0"/>
              </a:rPr>
              <a:t> within  a </a:t>
            </a:r>
            <a:r>
              <a:rPr sz="2200" spc="-5" dirty="0">
                <a:latin typeface="Calibri Light" panose="020F0302020204030204" pitchFamily="34" charset="0"/>
                <a:cs typeface="Calibri Light" panose="020F0302020204030204" pitchFamily="34" charset="0"/>
              </a:rPr>
              <a:t>Pod </a:t>
            </a:r>
            <a:r>
              <a:rPr sz="2200" dirty="0">
                <a:latin typeface="Calibri Light" panose="020F0302020204030204" pitchFamily="34" charset="0"/>
                <a:cs typeface="Calibri Light" panose="020F0302020204030204" pitchFamily="34" charset="0"/>
              </a:rPr>
              <a:t>can </a:t>
            </a:r>
            <a:r>
              <a:rPr sz="2200" spc="-5" dirty="0">
                <a:latin typeface="Calibri Light" panose="020F0302020204030204" pitchFamily="34" charset="0"/>
                <a:cs typeface="Calibri Light" panose="020F0302020204030204" pitchFamily="34" charset="0"/>
              </a:rPr>
              <a:t>all </a:t>
            </a:r>
            <a:r>
              <a:rPr sz="2200" dirty="0">
                <a:latin typeface="Calibri Light" panose="020F0302020204030204" pitchFamily="34" charset="0"/>
                <a:cs typeface="Calibri Light" panose="020F0302020204030204" pitchFamily="34" charset="0"/>
              </a:rPr>
              <a:t>reach each </a:t>
            </a:r>
            <a:r>
              <a:rPr sz="2200" spc="-5" dirty="0">
                <a:latin typeface="Calibri Light" panose="020F0302020204030204" pitchFamily="34" charset="0"/>
                <a:cs typeface="Calibri Light" panose="020F0302020204030204" pitchFamily="34" charset="0"/>
              </a:rPr>
              <a:t>other’s ports </a:t>
            </a:r>
            <a:r>
              <a:rPr sz="2200" dirty="0">
                <a:latin typeface="Calibri Light" panose="020F0302020204030204" pitchFamily="34" charset="0"/>
                <a:cs typeface="Calibri Light" panose="020F0302020204030204" pitchFamily="34" charset="0"/>
              </a:rPr>
              <a:t>on </a:t>
            </a:r>
            <a:r>
              <a:rPr sz="2200" spc="-5" dirty="0">
                <a:latin typeface="Calibri Light" panose="020F0302020204030204" pitchFamily="34" charset="0"/>
                <a:cs typeface="Calibri Light" panose="020F0302020204030204" pitchFamily="34" charset="0"/>
              </a:rPr>
              <a:t>localhost. </a:t>
            </a:r>
            <a:endParaRPr sz="2200" dirty="0">
              <a:latin typeface="Calibri Light" panose="020F0302020204030204" pitchFamily="34" charset="0"/>
              <a:cs typeface="Calibri Light" panose="020F0302020204030204" pitchFamily="34" charset="0"/>
            </a:endParaRPr>
          </a:p>
        </p:txBody>
      </p:sp>
      <p:sp>
        <p:nvSpPr>
          <p:cNvPr id="7" name="AutoShape 6">
            <a:extLst>
              <a:ext uri="{FF2B5EF4-FFF2-40B4-BE49-F238E27FC236}">
                <a16:creationId xmlns:a16="http://schemas.microsoft.com/office/drawing/2014/main" id="{110CDCAC-B9B1-4590-B20C-630C4E0E341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19CF4BE7-2E9B-44F7-B4D8-19A6C3925B85}"/>
              </a:ext>
            </a:extLst>
          </p:cNvPr>
          <p:cNvPicPr>
            <a:picLocks noChangeAspect="1"/>
          </p:cNvPicPr>
          <p:nvPr/>
        </p:nvPicPr>
        <p:blipFill>
          <a:blip r:embed="rId2"/>
          <a:stretch>
            <a:fillRect/>
          </a:stretch>
        </p:blipFill>
        <p:spPr>
          <a:xfrm>
            <a:off x="2590800" y="965462"/>
            <a:ext cx="3848100" cy="2746427"/>
          </a:xfrm>
          <a:prstGeom prst="rect">
            <a:avLst/>
          </a:prstGeom>
        </p:spPr>
      </p:pic>
      <p:sp>
        <p:nvSpPr>
          <p:cNvPr id="4" name="Footer Placeholder 3">
            <a:extLst>
              <a:ext uri="{FF2B5EF4-FFF2-40B4-BE49-F238E27FC236}">
                <a16:creationId xmlns:a16="http://schemas.microsoft.com/office/drawing/2014/main" id="{FB47F7A5-E18D-655B-C42F-B660CAE3D01B}"/>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71D701C3-6EDC-0CCA-F2EE-EA48FC92866E}"/>
              </a:ext>
            </a:extLst>
          </p:cNvPr>
          <p:cNvSpPr>
            <a:spLocks noGrp="1"/>
          </p:cNvSpPr>
          <p:nvPr>
            <p:ph type="sldNum" sz="quarter" idx="12"/>
          </p:nvPr>
        </p:nvSpPr>
        <p:spPr/>
        <p:txBody>
          <a:bodyPr/>
          <a:lstStyle/>
          <a:p>
            <a:fld id="{B6F15528-21DE-4FAA-801E-634DDDAF4B2B}" type="slidenum">
              <a:rPr lang="en-IN" smtClean="0"/>
              <a:t>30</a:t>
            </a:fld>
            <a:endParaRPr lang="en-I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1950" y="133920"/>
            <a:ext cx="5581650" cy="566822"/>
          </a:xfrm>
          <a:prstGeom prst="rect">
            <a:avLst/>
          </a:prstGeom>
        </p:spPr>
        <p:txBody>
          <a:bodyPr vert="horz" wrap="square" lIns="0" tIns="12700" rIns="0" bIns="0" rtlCol="0">
            <a:spAutoFit/>
          </a:bodyPr>
          <a:lstStyle/>
          <a:p>
            <a:pPr marL="12700">
              <a:lnSpc>
                <a:spcPct val="100000"/>
              </a:lnSpc>
              <a:spcBef>
                <a:spcPts val="100"/>
              </a:spcBef>
            </a:pPr>
            <a:r>
              <a:rPr lang="en-IN" sz="3600" b="1" dirty="0">
                <a:solidFill>
                  <a:schemeClr val="tx1"/>
                </a:solidFill>
                <a:latin typeface="Calibri Light" panose="020F0302020204030204" pitchFamily="34" charset="0"/>
                <a:cs typeface="Calibri Light" panose="020F0302020204030204" pitchFamily="34" charset="0"/>
              </a:rPr>
              <a:t>Sidecar Containers</a:t>
            </a:r>
            <a:endParaRPr sz="3600" b="1" dirty="0">
              <a:solidFill>
                <a:schemeClr val="tx1"/>
              </a:solidFill>
              <a:latin typeface="Calibri Light" panose="020F0302020204030204" pitchFamily="34" charset="0"/>
              <a:cs typeface="Calibri Light" panose="020F0302020204030204" pitchFamily="34" charset="0"/>
            </a:endParaRPr>
          </a:p>
        </p:txBody>
      </p:sp>
      <p:sp>
        <p:nvSpPr>
          <p:cNvPr id="7" name="AutoShape 6">
            <a:extLst>
              <a:ext uri="{FF2B5EF4-FFF2-40B4-BE49-F238E27FC236}">
                <a16:creationId xmlns:a16="http://schemas.microsoft.com/office/drawing/2014/main" id="{110CDCAC-B9B1-4590-B20C-630C4E0E341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F2B26FDF-4A52-41C9-99AF-6D55A38FA70E}"/>
              </a:ext>
            </a:extLst>
          </p:cNvPr>
          <p:cNvPicPr>
            <a:picLocks noChangeAspect="1"/>
          </p:cNvPicPr>
          <p:nvPr/>
        </p:nvPicPr>
        <p:blipFill>
          <a:blip r:embed="rId2"/>
          <a:stretch>
            <a:fillRect/>
          </a:stretch>
        </p:blipFill>
        <p:spPr>
          <a:xfrm>
            <a:off x="2026920" y="998220"/>
            <a:ext cx="5581650" cy="3617293"/>
          </a:xfrm>
          <a:prstGeom prst="rect">
            <a:avLst/>
          </a:prstGeom>
        </p:spPr>
      </p:pic>
      <p:sp>
        <p:nvSpPr>
          <p:cNvPr id="8" name="TextBox 7">
            <a:extLst>
              <a:ext uri="{FF2B5EF4-FFF2-40B4-BE49-F238E27FC236}">
                <a16:creationId xmlns:a16="http://schemas.microsoft.com/office/drawing/2014/main" id="{E124F17D-EA5C-4754-954D-9D02D5543775}"/>
              </a:ext>
            </a:extLst>
          </p:cNvPr>
          <p:cNvSpPr txBox="1"/>
          <p:nvPr/>
        </p:nvSpPr>
        <p:spPr>
          <a:xfrm>
            <a:off x="381000" y="4850395"/>
            <a:ext cx="11734800" cy="769441"/>
          </a:xfrm>
          <a:prstGeom prst="rect">
            <a:avLst/>
          </a:prstGeom>
          <a:noFill/>
        </p:spPr>
        <p:txBody>
          <a:bodyPr wrap="square" rtlCol="0">
            <a:spAutoFit/>
          </a:bodyPr>
          <a:lstStyle/>
          <a:p>
            <a:r>
              <a:rPr lang="en-US" sz="2200" b="0" i="0" dirty="0">
                <a:solidFill>
                  <a:srgbClr val="222222"/>
                </a:solidFill>
                <a:effectLst/>
                <a:latin typeface="Calibri Light" panose="020F0302020204030204" pitchFamily="34" charset="0"/>
                <a:cs typeface="Calibri Light" panose="020F0302020204030204" pitchFamily="34" charset="0"/>
              </a:rPr>
              <a:t>Sidecar containers extend and enhance the "main" container, they take existing containers and make them better</a:t>
            </a:r>
            <a:endParaRPr lang="en-IN" sz="2200" dirty="0">
              <a:latin typeface="Calibri Light" panose="020F0302020204030204" pitchFamily="34" charset="0"/>
              <a:cs typeface="Calibri Light" panose="020F0302020204030204" pitchFamily="34" charset="0"/>
            </a:endParaRPr>
          </a:p>
        </p:txBody>
      </p:sp>
      <p:sp>
        <p:nvSpPr>
          <p:cNvPr id="9" name="TextBox 8">
            <a:extLst>
              <a:ext uri="{FF2B5EF4-FFF2-40B4-BE49-F238E27FC236}">
                <a16:creationId xmlns:a16="http://schemas.microsoft.com/office/drawing/2014/main" id="{1684F4BF-B1C0-434B-8B3D-4688C5AEAF16}"/>
              </a:ext>
            </a:extLst>
          </p:cNvPr>
          <p:cNvSpPr txBox="1"/>
          <p:nvPr/>
        </p:nvSpPr>
        <p:spPr>
          <a:xfrm>
            <a:off x="1638300" y="5888499"/>
            <a:ext cx="8915400" cy="369332"/>
          </a:xfrm>
          <a:prstGeom prst="rect">
            <a:avLst/>
          </a:prstGeom>
          <a:noFill/>
        </p:spPr>
        <p:txBody>
          <a:bodyPr wrap="square" rtlCol="0">
            <a:spAutoFit/>
          </a:bodyPr>
          <a:lstStyle/>
          <a:p>
            <a:r>
              <a:rPr lang="en-IN" b="1" dirty="0"/>
              <a:t>Ref: https://kubernetes.io/blog/2015/06/the-distributed-system-toolkit-patterns/</a:t>
            </a:r>
          </a:p>
        </p:txBody>
      </p:sp>
      <p:sp>
        <p:nvSpPr>
          <p:cNvPr id="3" name="Footer Placeholder 2">
            <a:extLst>
              <a:ext uri="{FF2B5EF4-FFF2-40B4-BE49-F238E27FC236}">
                <a16:creationId xmlns:a16="http://schemas.microsoft.com/office/drawing/2014/main" id="{CC4449D9-78A5-BD11-939D-4C4437187212}"/>
              </a:ext>
            </a:extLst>
          </p:cNvPr>
          <p:cNvSpPr>
            <a:spLocks noGrp="1"/>
          </p:cNvSpPr>
          <p:nvPr>
            <p:ph type="ftr" sz="quarter" idx="11"/>
          </p:nvPr>
        </p:nvSpPr>
        <p:spPr/>
        <p:txBody>
          <a:bodyPr/>
          <a:lstStyle/>
          <a:p>
            <a:r>
              <a:rPr lang="en-US"/>
              <a:t>CHAITANYA R GAAJULA</a:t>
            </a:r>
            <a:endParaRPr lang="en-IN"/>
          </a:p>
        </p:txBody>
      </p:sp>
      <p:sp>
        <p:nvSpPr>
          <p:cNvPr id="4" name="Slide Number Placeholder 3">
            <a:extLst>
              <a:ext uri="{FF2B5EF4-FFF2-40B4-BE49-F238E27FC236}">
                <a16:creationId xmlns:a16="http://schemas.microsoft.com/office/drawing/2014/main" id="{1E840BB2-6B9E-CEF1-CAD3-181663B7C50F}"/>
              </a:ext>
            </a:extLst>
          </p:cNvPr>
          <p:cNvSpPr>
            <a:spLocks noGrp="1"/>
          </p:cNvSpPr>
          <p:nvPr>
            <p:ph type="sldNum" sz="quarter" idx="12"/>
          </p:nvPr>
        </p:nvSpPr>
        <p:spPr/>
        <p:txBody>
          <a:bodyPr/>
          <a:lstStyle/>
          <a:p>
            <a:fld id="{B6F15528-21DE-4FAA-801E-634DDDAF4B2B}" type="slidenum">
              <a:rPr lang="en-IN" smtClean="0"/>
              <a:t>31</a:t>
            </a:fld>
            <a:endParaRPr lang="en-IN"/>
          </a:p>
        </p:txBody>
      </p:sp>
    </p:spTree>
    <p:extLst>
      <p:ext uri="{BB962C8B-B14F-4D97-AF65-F5344CB8AC3E}">
        <p14:creationId xmlns:p14="http://schemas.microsoft.com/office/powerpoint/2010/main" val="15465277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173875"/>
            <a:ext cx="7924800" cy="566822"/>
          </a:xfrm>
          <a:prstGeom prst="rect">
            <a:avLst/>
          </a:prstGeom>
        </p:spPr>
        <p:txBody>
          <a:bodyPr vert="horz" wrap="square" lIns="0" tIns="12700" rIns="0" bIns="0" rtlCol="0">
            <a:spAutoFit/>
          </a:bodyPr>
          <a:lstStyle/>
          <a:p>
            <a:pPr marL="12700">
              <a:lnSpc>
                <a:spcPct val="100000"/>
              </a:lnSpc>
              <a:spcBef>
                <a:spcPts val="100"/>
              </a:spcBef>
            </a:pPr>
            <a:r>
              <a:rPr lang="en-IN" sz="3600" b="1" dirty="0">
                <a:solidFill>
                  <a:schemeClr val="tx1"/>
                </a:solidFill>
                <a:latin typeface="Calibri Light" panose="020F0302020204030204" pitchFamily="34" charset="0"/>
                <a:cs typeface="Calibri Light" panose="020F0302020204030204" pitchFamily="34" charset="0"/>
              </a:rPr>
              <a:t>Ambassador Containers</a:t>
            </a:r>
            <a:endParaRPr sz="3600" b="1" dirty="0">
              <a:solidFill>
                <a:schemeClr val="tx1"/>
              </a:solidFill>
              <a:latin typeface="Calibri Light" panose="020F0302020204030204" pitchFamily="34" charset="0"/>
              <a:cs typeface="Calibri Light" panose="020F0302020204030204" pitchFamily="34" charset="0"/>
            </a:endParaRPr>
          </a:p>
        </p:txBody>
      </p:sp>
      <p:sp>
        <p:nvSpPr>
          <p:cNvPr id="7" name="AutoShape 6">
            <a:extLst>
              <a:ext uri="{FF2B5EF4-FFF2-40B4-BE49-F238E27FC236}">
                <a16:creationId xmlns:a16="http://schemas.microsoft.com/office/drawing/2014/main" id="{110CDCAC-B9B1-4590-B20C-630C4E0E341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pic>
        <p:nvPicPr>
          <p:cNvPr id="1026" name="Picture 2" descr="Ambassador Containers">
            <a:extLst>
              <a:ext uri="{FF2B5EF4-FFF2-40B4-BE49-F238E27FC236}">
                <a16:creationId xmlns:a16="http://schemas.microsoft.com/office/drawing/2014/main" id="{18D293E5-82C2-4F50-BB70-7CCD3662FD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737" y="960383"/>
            <a:ext cx="7705725" cy="359285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0DA5AC6-90D4-468C-895C-4A002DEFE3BE}"/>
              </a:ext>
            </a:extLst>
          </p:cNvPr>
          <p:cNvSpPr txBox="1"/>
          <p:nvPr/>
        </p:nvSpPr>
        <p:spPr>
          <a:xfrm>
            <a:off x="304800" y="4772922"/>
            <a:ext cx="9906000" cy="1446550"/>
          </a:xfrm>
          <a:prstGeom prst="rect">
            <a:avLst/>
          </a:prstGeom>
          <a:noFill/>
        </p:spPr>
        <p:txBody>
          <a:bodyPr wrap="square" rtlCol="0">
            <a:spAutoFit/>
          </a:bodyPr>
          <a:lstStyle/>
          <a:p>
            <a:pPr marL="285750" indent="-285750">
              <a:buFont typeface="Arial" panose="020B0604020202020204" pitchFamily="34" charset="0"/>
              <a:buChar char="•"/>
            </a:pPr>
            <a:r>
              <a:rPr lang="en-US" sz="2200" dirty="0">
                <a:latin typeface="Calibri Light" panose="020F0302020204030204" pitchFamily="34" charset="0"/>
                <a:cs typeface="Calibri Light" panose="020F0302020204030204" pitchFamily="34" charset="0"/>
              </a:rPr>
              <a:t>Ambassador containers proxy a local connection to the world. </a:t>
            </a:r>
          </a:p>
          <a:p>
            <a:endParaRPr lang="en-US" sz="2200" dirty="0">
              <a:latin typeface="Calibri Light" panose="020F0302020204030204" pitchFamily="34" charset="0"/>
              <a:cs typeface="Calibri Light" panose="020F0302020204030204" pitchFamily="34" charset="0"/>
            </a:endParaRPr>
          </a:p>
          <a:p>
            <a:pPr marL="285750" indent="-285750">
              <a:buFont typeface="Arial" panose="020B0604020202020204" pitchFamily="34" charset="0"/>
              <a:buChar char="•"/>
            </a:pPr>
            <a:r>
              <a:rPr lang="en-US" sz="2200" dirty="0">
                <a:latin typeface="Calibri Light" panose="020F0302020204030204" pitchFamily="34" charset="0"/>
                <a:cs typeface="Calibri Light" panose="020F0302020204030204" pitchFamily="34" charset="0"/>
              </a:rPr>
              <a:t>The ambassador is a proxy is responsible for splitting reads and writes and sending them on to the appropriate servers.</a:t>
            </a:r>
            <a:endParaRPr lang="en-IN" sz="2200" dirty="0">
              <a:latin typeface="Calibri Light" panose="020F0302020204030204" pitchFamily="34" charset="0"/>
              <a:cs typeface="Calibri Light" panose="020F0302020204030204" pitchFamily="34" charset="0"/>
            </a:endParaRPr>
          </a:p>
        </p:txBody>
      </p:sp>
      <p:sp>
        <p:nvSpPr>
          <p:cNvPr id="4" name="Footer Placeholder 3">
            <a:extLst>
              <a:ext uri="{FF2B5EF4-FFF2-40B4-BE49-F238E27FC236}">
                <a16:creationId xmlns:a16="http://schemas.microsoft.com/office/drawing/2014/main" id="{E51C1032-B2CB-1E43-7265-A0983C3414E4}"/>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34E36C2C-20F4-8BC7-7A73-730A287A8A05}"/>
              </a:ext>
            </a:extLst>
          </p:cNvPr>
          <p:cNvSpPr>
            <a:spLocks noGrp="1"/>
          </p:cNvSpPr>
          <p:nvPr>
            <p:ph type="sldNum" sz="quarter" idx="12"/>
          </p:nvPr>
        </p:nvSpPr>
        <p:spPr/>
        <p:txBody>
          <a:bodyPr/>
          <a:lstStyle/>
          <a:p>
            <a:fld id="{B6F15528-21DE-4FAA-801E-634DDDAF4B2B}" type="slidenum">
              <a:rPr lang="en-IN" smtClean="0"/>
              <a:t>32</a:t>
            </a:fld>
            <a:endParaRPr lang="en-IN"/>
          </a:p>
        </p:txBody>
      </p:sp>
    </p:spTree>
    <p:extLst>
      <p:ext uri="{BB962C8B-B14F-4D97-AF65-F5344CB8AC3E}">
        <p14:creationId xmlns:p14="http://schemas.microsoft.com/office/powerpoint/2010/main" val="18663350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165592"/>
            <a:ext cx="7924800" cy="566822"/>
          </a:xfrm>
          <a:prstGeom prst="rect">
            <a:avLst/>
          </a:prstGeom>
        </p:spPr>
        <p:txBody>
          <a:bodyPr vert="horz" wrap="square" lIns="0" tIns="12700" rIns="0" bIns="0" rtlCol="0">
            <a:spAutoFit/>
          </a:bodyPr>
          <a:lstStyle/>
          <a:p>
            <a:pPr marL="12700">
              <a:lnSpc>
                <a:spcPct val="100000"/>
              </a:lnSpc>
              <a:spcBef>
                <a:spcPts val="100"/>
              </a:spcBef>
            </a:pPr>
            <a:r>
              <a:rPr lang="en-IN" sz="3600" b="1" dirty="0">
                <a:solidFill>
                  <a:schemeClr val="tx1"/>
                </a:solidFill>
                <a:latin typeface="Calibri Light" panose="020F0302020204030204" pitchFamily="34" charset="0"/>
                <a:cs typeface="Calibri Light" panose="020F0302020204030204" pitchFamily="34" charset="0"/>
              </a:rPr>
              <a:t>Adapter Containers</a:t>
            </a:r>
            <a:endParaRPr sz="3600" b="1" dirty="0">
              <a:solidFill>
                <a:schemeClr val="tx1"/>
              </a:solidFill>
              <a:latin typeface="Calibri Light" panose="020F0302020204030204" pitchFamily="34" charset="0"/>
              <a:cs typeface="Calibri Light" panose="020F0302020204030204" pitchFamily="34" charset="0"/>
            </a:endParaRPr>
          </a:p>
        </p:txBody>
      </p:sp>
      <p:sp>
        <p:nvSpPr>
          <p:cNvPr id="7" name="AutoShape 6">
            <a:extLst>
              <a:ext uri="{FF2B5EF4-FFF2-40B4-BE49-F238E27FC236}">
                <a16:creationId xmlns:a16="http://schemas.microsoft.com/office/drawing/2014/main" id="{110CDCAC-B9B1-4590-B20C-630C4E0E341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a:extLst>
              <a:ext uri="{FF2B5EF4-FFF2-40B4-BE49-F238E27FC236}">
                <a16:creationId xmlns:a16="http://schemas.microsoft.com/office/drawing/2014/main" id="{60DA5AC6-90D4-468C-895C-4A002DEFE3BE}"/>
              </a:ext>
            </a:extLst>
          </p:cNvPr>
          <p:cNvSpPr txBox="1"/>
          <p:nvPr/>
        </p:nvSpPr>
        <p:spPr>
          <a:xfrm>
            <a:off x="644912" y="4810005"/>
            <a:ext cx="9296400" cy="461665"/>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lang="en-IN" sz="2400" b="0" i="0" dirty="0">
                <a:solidFill>
                  <a:srgbClr val="222222"/>
                </a:solidFill>
                <a:effectLst/>
                <a:latin typeface="Calibri Light" panose="020F0302020204030204" pitchFamily="34" charset="0"/>
                <a:cs typeface="Calibri Light" panose="020F0302020204030204" pitchFamily="34" charset="0"/>
              </a:rPr>
              <a:t>Adapter containers standardize and normalize output</a:t>
            </a:r>
            <a:endParaRPr kumimoji="0" lang="en-IN" sz="2400" b="0"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endParaRPr>
          </a:p>
        </p:txBody>
      </p:sp>
      <p:pic>
        <p:nvPicPr>
          <p:cNvPr id="2050" name="Picture 2" descr="Adapter Containers">
            <a:extLst>
              <a:ext uri="{FF2B5EF4-FFF2-40B4-BE49-F238E27FC236}">
                <a16:creationId xmlns:a16="http://schemas.microsoft.com/office/drawing/2014/main" id="{740B8F42-F81A-40DB-BEE5-F604C74EDD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074301"/>
            <a:ext cx="9410700" cy="348615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50224A58-4AE2-B55C-281A-19FEAC18D4DD}"/>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7D159410-E7DF-DE66-24B7-4824189039D9}"/>
              </a:ext>
            </a:extLst>
          </p:cNvPr>
          <p:cNvSpPr>
            <a:spLocks noGrp="1"/>
          </p:cNvSpPr>
          <p:nvPr>
            <p:ph type="sldNum" sz="quarter" idx="12"/>
          </p:nvPr>
        </p:nvSpPr>
        <p:spPr/>
        <p:txBody>
          <a:bodyPr/>
          <a:lstStyle/>
          <a:p>
            <a:fld id="{B6F15528-21DE-4FAA-801E-634DDDAF4B2B}" type="slidenum">
              <a:rPr lang="en-IN" smtClean="0"/>
              <a:t>33</a:t>
            </a:fld>
            <a:endParaRPr lang="en-IN"/>
          </a:p>
        </p:txBody>
      </p:sp>
    </p:spTree>
    <p:extLst>
      <p:ext uri="{BB962C8B-B14F-4D97-AF65-F5344CB8AC3E}">
        <p14:creationId xmlns:p14="http://schemas.microsoft.com/office/powerpoint/2010/main" val="1660757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916" y="474090"/>
            <a:ext cx="9638284" cy="665480"/>
          </a:xfrm>
          <a:prstGeom prst="rect">
            <a:avLst/>
          </a:prstGeom>
        </p:spPr>
        <p:txBody>
          <a:bodyPr vert="horz" wrap="square" lIns="0" tIns="12700" rIns="0" bIns="0" rtlCol="0">
            <a:spAutoFit/>
          </a:bodyPr>
          <a:lstStyle/>
          <a:p>
            <a:pPr marL="12700">
              <a:lnSpc>
                <a:spcPct val="100000"/>
              </a:lnSpc>
              <a:spcBef>
                <a:spcPts val="100"/>
              </a:spcBef>
            </a:pPr>
            <a:r>
              <a:rPr sz="4200" dirty="0">
                <a:solidFill>
                  <a:schemeClr val="tx1"/>
                </a:solidFill>
              </a:rPr>
              <a:t>Container Network</a:t>
            </a:r>
            <a:r>
              <a:rPr sz="4200" spc="-80" dirty="0">
                <a:solidFill>
                  <a:schemeClr val="tx1"/>
                </a:solidFill>
              </a:rPr>
              <a:t> </a:t>
            </a:r>
            <a:r>
              <a:rPr sz="4200" dirty="0">
                <a:solidFill>
                  <a:schemeClr val="tx1"/>
                </a:solidFill>
              </a:rPr>
              <a:t>Interface</a:t>
            </a:r>
            <a:r>
              <a:rPr lang="en-IN" sz="4200" dirty="0">
                <a:solidFill>
                  <a:schemeClr val="tx1"/>
                </a:solidFill>
              </a:rPr>
              <a:t> (CNI)</a:t>
            </a:r>
            <a:endParaRPr sz="4200" dirty="0">
              <a:solidFill>
                <a:schemeClr val="tx1"/>
              </a:solidFill>
            </a:endParaRPr>
          </a:p>
        </p:txBody>
      </p:sp>
      <p:sp>
        <p:nvSpPr>
          <p:cNvPr id="3" name="object 3"/>
          <p:cNvSpPr/>
          <p:nvPr/>
        </p:nvSpPr>
        <p:spPr>
          <a:xfrm>
            <a:off x="1341120" y="1260180"/>
            <a:ext cx="8641080" cy="3264407"/>
          </a:xfrm>
          <a:prstGeom prst="rect">
            <a:avLst/>
          </a:prstGeom>
          <a:blipFill>
            <a:blip r:embed="rId2" cstate="print"/>
            <a:stretch>
              <a:fillRect/>
            </a:stretch>
          </a:blipFill>
        </p:spPr>
        <p:txBody>
          <a:bodyPr wrap="square" lIns="0" tIns="0" rIns="0" bIns="0" rtlCol="0"/>
          <a:lstStyle/>
          <a:p>
            <a:endParaRPr/>
          </a:p>
        </p:txBody>
      </p:sp>
      <p:sp>
        <p:nvSpPr>
          <p:cNvPr id="7" name="TextBox 6">
            <a:extLst>
              <a:ext uri="{FF2B5EF4-FFF2-40B4-BE49-F238E27FC236}">
                <a16:creationId xmlns:a16="http://schemas.microsoft.com/office/drawing/2014/main" id="{B99C57A4-5811-4495-BD51-24BFEC70F129}"/>
              </a:ext>
            </a:extLst>
          </p:cNvPr>
          <p:cNvSpPr txBox="1"/>
          <p:nvPr/>
        </p:nvSpPr>
        <p:spPr>
          <a:xfrm>
            <a:off x="533400" y="4876800"/>
            <a:ext cx="11419088" cy="1200329"/>
          </a:xfrm>
          <a:prstGeom prst="rect">
            <a:avLst/>
          </a:prstGeom>
          <a:noFill/>
        </p:spPr>
        <p:txBody>
          <a:bodyPr wrap="square" rtlCol="0">
            <a:spAutoFit/>
          </a:bodyPr>
          <a:lstStyle/>
          <a:p>
            <a:pPr marL="285750" indent="-285750">
              <a:buFont typeface="Wingdings" panose="05000000000000000000" pitchFamily="2" charset="2"/>
              <a:buChar char="Ø"/>
            </a:pPr>
            <a:r>
              <a:rPr lang="en-US" dirty="0"/>
              <a:t>Container networking Interface is the mechanism through which containers can optionally connect to other  containers, the host, and outside networks like the internet. </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Container runtimes offer various networking modes and various plugins </a:t>
            </a:r>
            <a:endParaRPr lang="en-IN" dirty="0"/>
          </a:p>
        </p:txBody>
      </p:sp>
      <p:sp>
        <p:nvSpPr>
          <p:cNvPr id="4" name="Footer Placeholder 3">
            <a:extLst>
              <a:ext uri="{FF2B5EF4-FFF2-40B4-BE49-F238E27FC236}">
                <a16:creationId xmlns:a16="http://schemas.microsoft.com/office/drawing/2014/main" id="{8AAC61BE-78F4-CEB8-CE6B-8F4C751C50EA}"/>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5FBB43E6-34ED-9A57-DA01-0A0422685F09}"/>
              </a:ext>
            </a:extLst>
          </p:cNvPr>
          <p:cNvSpPr>
            <a:spLocks noGrp="1"/>
          </p:cNvSpPr>
          <p:nvPr>
            <p:ph type="sldNum" sz="quarter" idx="12"/>
          </p:nvPr>
        </p:nvSpPr>
        <p:spPr/>
        <p:txBody>
          <a:bodyPr/>
          <a:lstStyle/>
          <a:p>
            <a:fld id="{B6F15528-21DE-4FAA-801E-634DDDAF4B2B}" type="slidenum">
              <a:rPr lang="en-IN" smtClean="0"/>
              <a:t>34</a:t>
            </a:fld>
            <a:endParaRPr lang="en-I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3101591"/>
            <a:ext cx="11582400" cy="690574"/>
          </a:xfrm>
          <a:prstGeom prst="rect">
            <a:avLst/>
          </a:prstGeom>
        </p:spPr>
        <p:txBody>
          <a:bodyPr vert="horz" wrap="square" lIns="0" tIns="13335" rIns="0" bIns="0" rtlCol="0">
            <a:spAutoFit/>
          </a:bodyPr>
          <a:lstStyle/>
          <a:p>
            <a:pPr marL="12700">
              <a:lnSpc>
                <a:spcPct val="100000"/>
              </a:lnSpc>
              <a:spcBef>
                <a:spcPts val="105"/>
              </a:spcBef>
            </a:pPr>
            <a:r>
              <a:rPr lang="en-IN" sz="4400" b="1" dirty="0">
                <a:solidFill>
                  <a:schemeClr val="tx1"/>
                </a:solidFill>
                <a:latin typeface="Calibri Light" panose="020F0302020204030204" pitchFamily="34" charset="0"/>
                <a:cs typeface="Calibri Light" panose="020F0302020204030204" pitchFamily="34" charset="0"/>
              </a:rPr>
              <a:t>Kubernetes </a:t>
            </a:r>
            <a:r>
              <a:rPr sz="4400" b="1" dirty="0">
                <a:solidFill>
                  <a:schemeClr val="tx1"/>
                </a:solidFill>
                <a:latin typeface="Calibri Light" panose="020F0302020204030204" pitchFamily="34" charset="0"/>
                <a:cs typeface="Calibri Light" panose="020F0302020204030204" pitchFamily="34" charset="0"/>
              </a:rPr>
              <a:t>Application Lifecycle</a:t>
            </a:r>
            <a:r>
              <a:rPr sz="4400" b="1" spc="-95" dirty="0">
                <a:solidFill>
                  <a:schemeClr val="tx1"/>
                </a:solidFill>
                <a:latin typeface="Calibri Light" panose="020F0302020204030204" pitchFamily="34" charset="0"/>
                <a:cs typeface="Calibri Light" panose="020F0302020204030204" pitchFamily="34" charset="0"/>
              </a:rPr>
              <a:t> </a:t>
            </a:r>
            <a:r>
              <a:rPr sz="4400" b="1" spc="5" dirty="0">
                <a:solidFill>
                  <a:schemeClr val="tx1"/>
                </a:solidFill>
                <a:latin typeface="Calibri Light" panose="020F0302020204030204" pitchFamily="34" charset="0"/>
                <a:cs typeface="Calibri Light" panose="020F0302020204030204" pitchFamily="34" charset="0"/>
              </a:rPr>
              <a:t>Management</a:t>
            </a:r>
            <a:endParaRPr sz="4400" b="1" dirty="0">
              <a:solidFill>
                <a:schemeClr val="tx1"/>
              </a:solidFill>
              <a:latin typeface="Calibri Light" panose="020F0302020204030204" pitchFamily="34" charset="0"/>
              <a:cs typeface="Calibri Light" panose="020F030202020403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120" y="384664"/>
            <a:ext cx="6303010" cy="566822"/>
          </a:xfrm>
          <a:prstGeom prst="rect">
            <a:avLst/>
          </a:prstGeom>
        </p:spPr>
        <p:txBody>
          <a:bodyPr vert="horz" wrap="square" lIns="0" tIns="12700" rIns="0" bIns="0" rtlCol="0">
            <a:spAutoFit/>
          </a:bodyPr>
          <a:lstStyle/>
          <a:p>
            <a:pPr marL="12700">
              <a:lnSpc>
                <a:spcPct val="100000"/>
              </a:lnSpc>
              <a:spcBef>
                <a:spcPts val="100"/>
              </a:spcBef>
            </a:pPr>
            <a:r>
              <a:rPr lang="en-IN" b="1" spc="-25" dirty="0">
                <a:latin typeface="Calibri Light" panose="020F0302020204030204" pitchFamily="34" charset="0"/>
                <a:cs typeface="Calibri Light" panose="020F0302020204030204" pitchFamily="34" charset="0"/>
              </a:rPr>
              <a:t>What </a:t>
            </a:r>
            <a:r>
              <a:rPr lang="en-IN" b="1" dirty="0">
                <a:latin typeface="Calibri Light" panose="020F0302020204030204" pitchFamily="34" charset="0"/>
                <a:cs typeface="Calibri Light" panose="020F0302020204030204" pitchFamily="34" charset="0"/>
              </a:rPr>
              <a:t>are</a:t>
            </a:r>
            <a:r>
              <a:rPr lang="en-IN" b="1" spc="60" dirty="0">
                <a:latin typeface="Calibri Light" panose="020F0302020204030204" pitchFamily="34" charset="0"/>
                <a:cs typeface="Calibri Light" panose="020F0302020204030204" pitchFamily="34" charset="0"/>
              </a:rPr>
              <a:t> </a:t>
            </a:r>
            <a:r>
              <a:rPr lang="en-IN" b="1" spc="-5" dirty="0">
                <a:latin typeface="Calibri Light" panose="020F0302020204030204" pitchFamily="34" charset="0"/>
                <a:cs typeface="Calibri Light" panose="020F0302020204030204" pitchFamily="34" charset="0"/>
              </a:rPr>
              <a:t>Deployments?</a:t>
            </a:r>
            <a:endParaRPr b="1" dirty="0">
              <a:latin typeface="Calibri Light" panose="020F0302020204030204" pitchFamily="34" charset="0"/>
              <a:cs typeface="Calibri Light" panose="020F0302020204030204" pitchFamily="34" charset="0"/>
            </a:endParaRPr>
          </a:p>
        </p:txBody>
      </p:sp>
      <p:sp>
        <p:nvSpPr>
          <p:cNvPr id="3" name="object 3"/>
          <p:cNvSpPr txBox="1"/>
          <p:nvPr/>
        </p:nvSpPr>
        <p:spPr>
          <a:xfrm>
            <a:off x="304800" y="1458863"/>
            <a:ext cx="11430000" cy="832279"/>
          </a:xfrm>
          <a:prstGeom prst="rect">
            <a:avLst/>
          </a:prstGeom>
        </p:spPr>
        <p:txBody>
          <a:bodyPr vert="horz" wrap="square" lIns="0" tIns="11430" rIns="0" bIns="0" rtlCol="0">
            <a:spAutoFit/>
          </a:bodyPr>
          <a:lstStyle/>
          <a:p>
            <a:pPr marL="356870" marR="5080" lvl="0" indent="-344805" algn="l" defTabSz="914400" rtl="0" eaLnBrk="1" fontAlgn="auto" latinLnBrk="0" hangingPunct="1">
              <a:lnSpc>
                <a:spcPct val="100000"/>
              </a:lnSpc>
              <a:spcBef>
                <a:spcPts val="90"/>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r>
              <a:rPr kumimoji="0" lang="en-US" sz="20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 Deployment provides declarative updates for Pods and </a:t>
            </a:r>
            <a:r>
              <a:rPr kumimoji="0" lang="en-US" sz="2000" b="0" i="0" u="none" strike="noStrike" kern="1200" cap="none" spc="-5" normalizeH="0" baseline="0" noProof="0" dirty="0" err="1">
                <a:ln>
                  <a:noFill/>
                </a:ln>
                <a:solidFill>
                  <a:prstClr val="black"/>
                </a:solidFill>
                <a:effectLst/>
                <a:uLnTx/>
                <a:uFillTx/>
                <a:latin typeface="Calibri Light" panose="020F0302020204030204" pitchFamily="34" charset="0"/>
                <a:ea typeface="+mn-ea"/>
                <a:cs typeface="Calibri Light" panose="020F0302020204030204" pitchFamily="34" charset="0"/>
              </a:rPr>
              <a:t>ReplicaSets</a:t>
            </a:r>
            <a:endParaRPr kumimoji="0"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56870" marR="0" lvl="0" indent="-344805" algn="l" defTabSz="914400" rtl="0" eaLnBrk="1" fontAlgn="auto" latinLnBrk="0" hangingPunct="1">
              <a:lnSpc>
                <a:spcPct val="100000"/>
              </a:lnSpc>
              <a:spcBef>
                <a:spcPts val="1575"/>
              </a:spcBef>
              <a:spcAft>
                <a:spcPts val="0"/>
              </a:spcAft>
              <a:buClr>
                <a:prstClr val="black">
                  <a:lumMod val="95000"/>
                  <a:lumOff val="5000"/>
                </a:prstClr>
              </a:buClr>
              <a:buSzPct val="80000"/>
              <a:buFont typeface="Wingdings" panose="05000000000000000000" pitchFamily="2" charset="2"/>
              <a:buChar char="§"/>
              <a:tabLst>
                <a:tab pos="356870" algn="l"/>
                <a:tab pos="357505" algn="l"/>
                <a:tab pos="3124835" algn="l"/>
              </a:tabLst>
              <a:defRPr/>
            </a:pPr>
            <a:r>
              <a:rPr kumimoji="0" sz="20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Deployment</a:t>
            </a:r>
            <a:r>
              <a:rPr kumimoji="0" sz="2000" b="0" i="0" u="none" strike="noStrike" kern="1200" cap="none" spc="3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is</a:t>
            </a:r>
            <a:r>
              <a:rPr kumimoji="0" sz="20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0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usually</a:t>
            </a:r>
            <a:r>
              <a:rPr kumimoji="0" lang="en-IN" sz="20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0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used for </a:t>
            </a:r>
            <a:r>
              <a:rPr kumimoji="0" sz="20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new releases and updates</a:t>
            </a:r>
            <a:r>
              <a:rPr kumimoji="0" sz="2000" b="0" i="0" u="none" strike="noStrike" kern="1200" cap="none" spc="5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0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in</a:t>
            </a:r>
            <a:r>
              <a:rPr kumimoji="0" lang="en-IN" sz="20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000" b="0" i="0" u="none" strike="noStrike" kern="1200" cap="none" spc="-5" normalizeH="0" baseline="0" noProof="0" dirty="0" err="1">
                <a:ln>
                  <a:noFill/>
                </a:ln>
                <a:solidFill>
                  <a:prstClr val="black"/>
                </a:solidFill>
                <a:effectLst/>
                <a:uLnTx/>
                <a:uFillTx/>
                <a:latin typeface="Calibri Light" panose="020F0302020204030204" pitchFamily="34" charset="0"/>
                <a:ea typeface="+mn-ea"/>
                <a:cs typeface="Calibri Light" panose="020F0302020204030204" pitchFamily="34" charset="0"/>
              </a:rPr>
              <a:t>kubernetes</a:t>
            </a:r>
            <a:r>
              <a:rPr kumimoji="0" sz="20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cluster.</a:t>
            </a:r>
            <a:endParaRPr kumimoji="0"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
        <p:nvSpPr>
          <p:cNvPr id="5" name="TextBox 4">
            <a:extLst>
              <a:ext uri="{FF2B5EF4-FFF2-40B4-BE49-F238E27FC236}">
                <a16:creationId xmlns:a16="http://schemas.microsoft.com/office/drawing/2014/main" id="{47550CDC-66B8-4F61-A695-1E549EE345AD}"/>
              </a:ext>
            </a:extLst>
          </p:cNvPr>
          <p:cNvSpPr txBox="1"/>
          <p:nvPr/>
        </p:nvSpPr>
        <p:spPr>
          <a:xfrm>
            <a:off x="228600" y="2590801"/>
            <a:ext cx="11430000" cy="40626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The following are typical use cases for Deployments: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Create a Deployment to rollout a </a:t>
            </a:r>
            <a:r>
              <a:rPr kumimoji="0" lang="en-US" sz="2000" b="0" i="0" u="none" strike="noStrike" kern="1200" cap="none" spc="0" normalizeH="0" baseline="0" noProof="0" dirty="0" err="1">
                <a:ln>
                  <a:noFill/>
                </a:ln>
                <a:solidFill>
                  <a:prstClr val="black"/>
                </a:solidFill>
                <a:effectLst/>
                <a:uLnTx/>
                <a:uFillTx/>
                <a:latin typeface="Calibri Light" panose="020F0302020204030204" pitchFamily="34" charset="0"/>
                <a:ea typeface="+mn-ea"/>
                <a:cs typeface="Calibri Light" panose="020F0302020204030204" pitchFamily="34" charset="0"/>
              </a:rPr>
              <a:t>ReplicaSet</a:t>
            </a: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Declare the new state of the Pods by updating the </a:t>
            </a:r>
            <a:r>
              <a:rPr kumimoji="0" lang="en-US" sz="2000" b="0" i="0" u="none" strike="noStrike" kern="1200" cap="none" spc="0" normalizeH="0" baseline="0" noProof="0" dirty="0" err="1">
                <a:ln>
                  <a:noFill/>
                </a:ln>
                <a:solidFill>
                  <a:prstClr val="black"/>
                </a:solidFill>
                <a:effectLst/>
                <a:uLnTx/>
                <a:uFillTx/>
                <a:latin typeface="Calibri Light" panose="020F0302020204030204" pitchFamily="34" charset="0"/>
                <a:ea typeface="+mn-ea"/>
                <a:cs typeface="Calibri Light" panose="020F0302020204030204" pitchFamily="34" charset="0"/>
              </a:rPr>
              <a:t>PodTemplateSpec</a:t>
            </a: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of the Deployment.</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Rollback to an earlier Deployment revision if the current state of the Deployment is not stable.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Scale up the Deployment to facilitate more load.</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Pause the Deployment to apply multiple fixes to its </a:t>
            </a:r>
            <a:r>
              <a:rPr kumimoji="0" lang="en-US" sz="2000" b="0" i="0" u="none" strike="noStrike" kern="1200" cap="none" spc="0" normalizeH="0" baseline="0" noProof="0" dirty="0" err="1">
                <a:ln>
                  <a:noFill/>
                </a:ln>
                <a:solidFill>
                  <a:prstClr val="black"/>
                </a:solidFill>
                <a:effectLst/>
                <a:uLnTx/>
                <a:uFillTx/>
                <a:latin typeface="Calibri Light" panose="020F0302020204030204" pitchFamily="34" charset="0"/>
                <a:ea typeface="+mn-ea"/>
                <a:cs typeface="Calibri Light" panose="020F0302020204030204" pitchFamily="34" charset="0"/>
              </a:rPr>
              <a:t>PodTemplateSpec</a:t>
            </a: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and then resume it to start a new rollout.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
        <p:nvSpPr>
          <p:cNvPr id="4" name="Footer Placeholder 3">
            <a:extLst>
              <a:ext uri="{FF2B5EF4-FFF2-40B4-BE49-F238E27FC236}">
                <a16:creationId xmlns:a16="http://schemas.microsoft.com/office/drawing/2014/main" id="{F202C698-EEBF-E1D9-3846-B6F7C4A09438}"/>
              </a:ext>
            </a:extLst>
          </p:cNvPr>
          <p:cNvSpPr>
            <a:spLocks noGrp="1"/>
          </p:cNvSpPr>
          <p:nvPr>
            <p:ph type="ftr" sz="quarter" idx="5"/>
          </p:nvPr>
        </p:nvSpPr>
        <p:spPr/>
        <p:txBody>
          <a:bodyPr/>
          <a:lstStyle/>
          <a:p>
            <a:r>
              <a:rPr lang="en-US"/>
              <a:t>CHAITANYA R GAAJULA</a:t>
            </a:r>
          </a:p>
        </p:txBody>
      </p:sp>
      <p:sp>
        <p:nvSpPr>
          <p:cNvPr id="6" name="Slide Number Placeholder 5">
            <a:extLst>
              <a:ext uri="{FF2B5EF4-FFF2-40B4-BE49-F238E27FC236}">
                <a16:creationId xmlns:a16="http://schemas.microsoft.com/office/drawing/2014/main" id="{3DD6D502-7B50-F5D7-8E3B-27D1ECBA488E}"/>
              </a:ext>
            </a:extLst>
          </p:cNvPr>
          <p:cNvSpPr>
            <a:spLocks noGrp="1"/>
          </p:cNvSpPr>
          <p:nvPr>
            <p:ph type="sldNum" sz="quarter" idx="7"/>
          </p:nvPr>
        </p:nvSpPr>
        <p:spPr/>
        <p:txBody>
          <a:bodyPr/>
          <a:lstStyle/>
          <a:p>
            <a:fld id="{B6F15528-21DE-4FAA-801E-634DDDAF4B2B}" type="slidenum">
              <a:rPr lang="en-IN" smtClean="0"/>
              <a:t>36</a:t>
            </a:fld>
            <a:endParaRPr lang="en-I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62948"/>
            <a:ext cx="1665605" cy="566822"/>
          </a:xfrm>
          <a:prstGeom prst="rect">
            <a:avLst/>
          </a:prstGeom>
        </p:spPr>
        <p:txBody>
          <a:bodyPr vert="horz" wrap="square" lIns="0" tIns="12700" rIns="0" bIns="0" rtlCol="0">
            <a:spAutoFit/>
          </a:bodyPr>
          <a:lstStyle/>
          <a:p>
            <a:pPr marL="12700">
              <a:lnSpc>
                <a:spcPct val="100000"/>
              </a:lnSpc>
              <a:spcBef>
                <a:spcPts val="100"/>
              </a:spcBef>
            </a:pPr>
            <a:r>
              <a:rPr b="1" dirty="0">
                <a:latin typeface="Calibri Light" panose="020F0302020204030204" pitchFamily="34" charset="0"/>
                <a:cs typeface="Calibri Light" panose="020F0302020204030204" pitchFamily="34" charset="0"/>
              </a:rPr>
              <a:t>Labels</a:t>
            </a:r>
          </a:p>
        </p:txBody>
      </p:sp>
      <p:sp>
        <p:nvSpPr>
          <p:cNvPr id="4" name="object 4"/>
          <p:cNvSpPr txBox="1"/>
          <p:nvPr/>
        </p:nvSpPr>
        <p:spPr>
          <a:xfrm>
            <a:off x="962660" y="5607811"/>
            <a:ext cx="9513570" cy="1123950"/>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5" normalizeH="0" baseline="0" noProof="0" dirty="0">
                <a:ln>
                  <a:noFill/>
                </a:ln>
                <a:solidFill>
                  <a:srgbClr val="FFFFFF"/>
                </a:solidFill>
                <a:effectLst/>
                <a:uLnTx/>
                <a:uFillTx/>
                <a:latin typeface="Century Gothic"/>
                <a:ea typeface="+mn-ea"/>
                <a:cs typeface="Century Gothic"/>
              </a:rPr>
              <a:t>Labels are the key/value </a:t>
            </a:r>
            <a:r>
              <a:rPr kumimoji="0" sz="1800" b="0" i="0" u="none" strike="noStrike" kern="1200" cap="none" spc="0" normalizeH="0" baseline="0" noProof="0" dirty="0">
                <a:ln>
                  <a:noFill/>
                </a:ln>
                <a:solidFill>
                  <a:srgbClr val="FFFFFF"/>
                </a:solidFill>
                <a:effectLst/>
                <a:uLnTx/>
                <a:uFillTx/>
                <a:latin typeface="Century Gothic"/>
                <a:ea typeface="+mn-ea"/>
                <a:cs typeface="Century Gothic"/>
              </a:rPr>
              <a:t>pairs </a:t>
            </a:r>
            <a:r>
              <a:rPr kumimoji="0" sz="1800" b="0" i="0" u="none" strike="noStrike" kern="1200" cap="none" spc="-5" normalizeH="0" baseline="0" noProof="0" dirty="0">
                <a:ln>
                  <a:noFill/>
                </a:ln>
                <a:solidFill>
                  <a:srgbClr val="FFFFFF"/>
                </a:solidFill>
                <a:effectLst/>
                <a:uLnTx/>
                <a:uFillTx/>
                <a:latin typeface="Century Gothic"/>
                <a:ea typeface="+mn-ea"/>
                <a:cs typeface="Century Gothic"/>
              </a:rPr>
              <a:t>that can be attached to </a:t>
            </a:r>
            <a:r>
              <a:rPr kumimoji="0" sz="1800" b="0" i="0" u="none" strike="noStrike" kern="1200" cap="none" spc="0" normalizeH="0" baseline="0" noProof="0" dirty="0">
                <a:ln>
                  <a:noFill/>
                </a:ln>
                <a:solidFill>
                  <a:srgbClr val="FFFFFF"/>
                </a:solidFill>
                <a:effectLst/>
                <a:uLnTx/>
                <a:uFillTx/>
                <a:latin typeface="Century Gothic"/>
                <a:ea typeface="+mn-ea"/>
                <a:cs typeface="Century Gothic"/>
              </a:rPr>
              <a:t>kubernetes objects, such </a:t>
            </a:r>
            <a:r>
              <a:rPr kumimoji="0" sz="1800" b="0" i="0" u="none" strike="noStrike" kern="1200" cap="none" spc="-5" normalizeH="0" baseline="0" noProof="0" dirty="0">
                <a:ln>
                  <a:noFill/>
                </a:ln>
                <a:solidFill>
                  <a:srgbClr val="FFFFFF"/>
                </a:solidFill>
                <a:effectLst/>
                <a:uLnTx/>
                <a:uFillTx/>
                <a:latin typeface="Century Gothic"/>
                <a:ea typeface="+mn-ea"/>
                <a:cs typeface="Century Gothic"/>
              </a:rPr>
              <a:t>as  </a:t>
            </a:r>
            <a:r>
              <a:rPr kumimoji="0" sz="1800" b="0" i="0" u="none" strike="noStrike" kern="1200" cap="none" spc="-10" normalizeH="0" baseline="0" noProof="0" dirty="0">
                <a:ln>
                  <a:noFill/>
                </a:ln>
                <a:solidFill>
                  <a:srgbClr val="FFFFFF"/>
                </a:solidFill>
                <a:effectLst/>
                <a:uLnTx/>
                <a:uFillTx/>
                <a:latin typeface="Century Gothic"/>
                <a:ea typeface="+mn-ea"/>
                <a:cs typeface="Century Gothic"/>
              </a:rPr>
              <a:t>pods, </a:t>
            </a:r>
            <a:r>
              <a:rPr kumimoji="0" sz="1800" b="0" i="0" u="none" strike="noStrike" kern="1200" cap="none" spc="-5" normalizeH="0" baseline="0" noProof="0" dirty="0">
                <a:ln>
                  <a:noFill/>
                </a:ln>
                <a:solidFill>
                  <a:srgbClr val="FFFFFF"/>
                </a:solidFill>
                <a:effectLst/>
                <a:uLnTx/>
                <a:uFillTx/>
                <a:latin typeface="Century Gothic"/>
                <a:ea typeface="+mn-ea"/>
                <a:cs typeface="Century Gothic"/>
              </a:rPr>
              <a:t>nodes. Labels can used </a:t>
            </a:r>
            <a:r>
              <a:rPr kumimoji="0" sz="1800" b="0" i="0" u="none" strike="noStrike" kern="1200" cap="none" spc="0" normalizeH="0" baseline="0" noProof="0" dirty="0">
                <a:ln>
                  <a:noFill/>
                </a:ln>
                <a:solidFill>
                  <a:srgbClr val="FFFFFF"/>
                </a:solidFill>
                <a:effectLst/>
                <a:uLnTx/>
                <a:uFillTx/>
                <a:latin typeface="Century Gothic"/>
                <a:ea typeface="+mn-ea"/>
                <a:cs typeface="Century Gothic"/>
              </a:rPr>
              <a:t>for identifying </a:t>
            </a:r>
            <a:r>
              <a:rPr kumimoji="0" sz="1800" b="0" i="0" u="none" strike="noStrike" kern="1200" cap="none" spc="-5" normalizeH="0" baseline="0" noProof="0" dirty="0">
                <a:ln>
                  <a:noFill/>
                </a:ln>
                <a:solidFill>
                  <a:srgbClr val="FFFFFF"/>
                </a:solidFill>
                <a:effectLst/>
                <a:uLnTx/>
                <a:uFillTx/>
                <a:latin typeface="Century Gothic"/>
                <a:ea typeface="+mn-ea"/>
                <a:cs typeface="Century Gothic"/>
              </a:rPr>
              <a:t>attributes </a:t>
            </a:r>
            <a:r>
              <a:rPr kumimoji="0" sz="1800" b="0" i="0" u="none" strike="noStrike" kern="1200" cap="none" spc="0" normalizeH="0" baseline="0" noProof="0" dirty="0">
                <a:ln>
                  <a:noFill/>
                </a:ln>
                <a:solidFill>
                  <a:srgbClr val="FFFFFF"/>
                </a:solidFill>
                <a:effectLst/>
                <a:uLnTx/>
                <a:uFillTx/>
                <a:latin typeface="Century Gothic"/>
                <a:ea typeface="+mn-ea"/>
                <a:cs typeface="Century Gothic"/>
              </a:rPr>
              <a:t>of </a:t>
            </a:r>
            <a:r>
              <a:rPr kumimoji="0" sz="1800" b="0" i="0" u="none" strike="noStrike" kern="1200" cap="none" spc="-5" normalizeH="0" baseline="0" noProof="0" dirty="0">
                <a:ln>
                  <a:noFill/>
                </a:ln>
                <a:solidFill>
                  <a:srgbClr val="FFFFFF"/>
                </a:solidFill>
                <a:effectLst/>
                <a:uLnTx/>
                <a:uFillTx/>
                <a:latin typeface="Century Gothic"/>
                <a:ea typeface="+mn-ea"/>
                <a:cs typeface="Century Gothic"/>
              </a:rPr>
              <a:t>objects </a:t>
            </a:r>
            <a:r>
              <a:rPr kumimoji="0" sz="1800" b="0" i="0" u="none" strike="noStrike" kern="1200" cap="none" spc="-10" normalizeH="0" baseline="0" noProof="0" dirty="0">
                <a:ln>
                  <a:noFill/>
                </a:ln>
                <a:solidFill>
                  <a:srgbClr val="FFFFFF"/>
                </a:solidFill>
                <a:effectLst/>
                <a:uLnTx/>
                <a:uFillTx/>
                <a:latin typeface="Century Gothic"/>
                <a:ea typeface="+mn-ea"/>
                <a:cs typeface="Century Gothic"/>
              </a:rPr>
              <a:t>that </a:t>
            </a:r>
            <a:r>
              <a:rPr kumimoji="0" sz="1800" b="0" i="0" u="none" strike="noStrike" kern="1200" cap="none" spc="-5" normalizeH="0" baseline="0" noProof="0" dirty="0">
                <a:ln>
                  <a:noFill/>
                </a:ln>
                <a:solidFill>
                  <a:srgbClr val="FFFFFF"/>
                </a:solidFill>
                <a:effectLst/>
                <a:uLnTx/>
                <a:uFillTx/>
                <a:latin typeface="Century Gothic"/>
                <a:ea typeface="+mn-ea"/>
                <a:cs typeface="Century Gothic"/>
              </a:rPr>
              <a:t>are meaningful  and relevant </a:t>
            </a:r>
            <a:r>
              <a:rPr kumimoji="0" sz="1800" b="0" i="0" u="none" strike="noStrike" kern="1200" cap="none" spc="-10" normalizeH="0" baseline="0" noProof="0" dirty="0">
                <a:ln>
                  <a:noFill/>
                </a:ln>
                <a:solidFill>
                  <a:srgbClr val="FFFFFF"/>
                </a:solidFill>
                <a:effectLst/>
                <a:uLnTx/>
                <a:uFillTx/>
                <a:latin typeface="Century Gothic"/>
                <a:ea typeface="+mn-ea"/>
                <a:cs typeface="Century Gothic"/>
              </a:rPr>
              <a:t>to </a:t>
            </a:r>
            <a:r>
              <a:rPr kumimoji="0" sz="1800" b="0" i="0" u="none" strike="noStrike" kern="1200" cap="none" spc="0" normalizeH="0" baseline="0" noProof="0" dirty="0">
                <a:ln>
                  <a:noFill/>
                </a:ln>
                <a:solidFill>
                  <a:srgbClr val="FFFFFF"/>
                </a:solidFill>
                <a:effectLst/>
                <a:uLnTx/>
                <a:uFillTx/>
                <a:latin typeface="Century Gothic"/>
                <a:ea typeface="+mn-ea"/>
                <a:cs typeface="Century Gothic"/>
              </a:rPr>
              <a:t>users. </a:t>
            </a:r>
            <a:r>
              <a:rPr kumimoji="0" sz="1800" b="0" i="0" u="none" strike="noStrike" kern="1200" cap="none" spc="-15" normalizeH="0" baseline="0" noProof="0" dirty="0">
                <a:ln>
                  <a:noFill/>
                </a:ln>
                <a:solidFill>
                  <a:srgbClr val="FFFFFF"/>
                </a:solidFill>
                <a:effectLst/>
                <a:uLnTx/>
                <a:uFillTx/>
                <a:latin typeface="Century Gothic"/>
                <a:ea typeface="+mn-ea"/>
                <a:cs typeface="Century Gothic"/>
              </a:rPr>
              <a:t>You </a:t>
            </a:r>
            <a:r>
              <a:rPr kumimoji="0" sz="1800" b="0" i="0" u="none" strike="noStrike" kern="1200" cap="none" spc="-5" normalizeH="0" baseline="0" noProof="0" dirty="0">
                <a:ln>
                  <a:noFill/>
                </a:ln>
                <a:solidFill>
                  <a:srgbClr val="FFFFFF"/>
                </a:solidFill>
                <a:effectLst/>
                <a:uLnTx/>
                <a:uFillTx/>
                <a:latin typeface="Century Gothic"/>
                <a:ea typeface="+mn-ea"/>
                <a:cs typeface="Century Gothic"/>
              </a:rPr>
              <a:t>can </a:t>
            </a:r>
            <a:r>
              <a:rPr kumimoji="0" sz="1800" b="0" i="0" u="none" strike="noStrike" kern="1200" cap="none" spc="-10" normalizeH="0" baseline="0" noProof="0" dirty="0">
                <a:ln>
                  <a:noFill/>
                </a:ln>
                <a:solidFill>
                  <a:srgbClr val="FFFFFF"/>
                </a:solidFill>
                <a:effectLst/>
                <a:uLnTx/>
                <a:uFillTx/>
                <a:latin typeface="Century Gothic"/>
                <a:ea typeface="+mn-ea"/>
                <a:cs typeface="Century Gothic"/>
              </a:rPr>
              <a:t>attach </a:t>
            </a:r>
            <a:r>
              <a:rPr kumimoji="0" sz="1800" b="0" i="0" u="none" strike="noStrike" kern="1200" cap="none" spc="-5" normalizeH="0" baseline="0" noProof="0" dirty="0">
                <a:ln>
                  <a:noFill/>
                </a:ln>
                <a:solidFill>
                  <a:srgbClr val="FFFFFF"/>
                </a:solidFill>
                <a:effectLst/>
                <a:uLnTx/>
                <a:uFillTx/>
                <a:latin typeface="Century Gothic"/>
                <a:ea typeface="+mn-ea"/>
                <a:cs typeface="Century Gothic"/>
              </a:rPr>
              <a:t>labels </a:t>
            </a:r>
            <a:r>
              <a:rPr kumimoji="0" sz="1800" b="0" i="0" u="none" strike="noStrike" kern="1200" cap="none" spc="-10" normalizeH="0" baseline="0" noProof="0" dirty="0">
                <a:ln>
                  <a:noFill/>
                </a:ln>
                <a:solidFill>
                  <a:srgbClr val="FFFFFF"/>
                </a:solidFill>
                <a:effectLst/>
                <a:uLnTx/>
                <a:uFillTx/>
                <a:latin typeface="Century Gothic"/>
                <a:ea typeface="+mn-ea"/>
                <a:cs typeface="Century Gothic"/>
              </a:rPr>
              <a:t>to </a:t>
            </a:r>
            <a:r>
              <a:rPr kumimoji="0" sz="1800" b="0" i="0" u="none" strike="noStrike" kern="1200" cap="none" spc="0" normalizeH="0" baseline="0" noProof="0" dirty="0">
                <a:ln>
                  <a:noFill/>
                </a:ln>
                <a:solidFill>
                  <a:srgbClr val="FFFFFF"/>
                </a:solidFill>
                <a:effectLst/>
                <a:uLnTx/>
                <a:uFillTx/>
                <a:latin typeface="Century Gothic"/>
                <a:ea typeface="+mn-ea"/>
                <a:cs typeface="Century Gothic"/>
              </a:rPr>
              <a:t>kubernetes objects </a:t>
            </a:r>
            <a:r>
              <a:rPr kumimoji="0" sz="1800" b="0" i="0" u="none" strike="noStrike" kern="1200" cap="none" spc="-5" normalizeH="0" baseline="0" noProof="0" dirty="0">
                <a:ln>
                  <a:noFill/>
                </a:ln>
                <a:solidFill>
                  <a:srgbClr val="FFFFFF"/>
                </a:solidFill>
                <a:effectLst/>
                <a:uLnTx/>
                <a:uFillTx/>
                <a:latin typeface="Century Gothic"/>
                <a:ea typeface="+mn-ea"/>
                <a:cs typeface="Century Gothic"/>
              </a:rPr>
              <a:t>at </a:t>
            </a:r>
            <a:r>
              <a:rPr kumimoji="0" sz="1800" b="0" i="0" u="none" strike="noStrike" kern="1200" cap="none" spc="0" normalizeH="0" baseline="0" noProof="0" dirty="0">
                <a:ln>
                  <a:noFill/>
                </a:ln>
                <a:solidFill>
                  <a:srgbClr val="FFFFFF"/>
                </a:solidFill>
                <a:effectLst/>
                <a:uLnTx/>
                <a:uFillTx/>
                <a:latin typeface="Century Gothic"/>
                <a:ea typeface="+mn-ea"/>
                <a:cs typeface="Century Gothic"/>
              </a:rPr>
              <a:t>creation </a:t>
            </a:r>
            <a:r>
              <a:rPr kumimoji="0" sz="1800" b="0" i="0" u="none" strike="noStrike" kern="1200" cap="none" spc="-10" normalizeH="0" baseline="0" noProof="0" dirty="0">
                <a:ln>
                  <a:noFill/>
                </a:ln>
                <a:solidFill>
                  <a:srgbClr val="FFFFFF"/>
                </a:solidFill>
                <a:effectLst/>
                <a:uLnTx/>
                <a:uFillTx/>
                <a:latin typeface="Century Gothic"/>
                <a:ea typeface="+mn-ea"/>
                <a:cs typeface="Century Gothic"/>
              </a:rPr>
              <a:t>time </a:t>
            </a:r>
            <a:r>
              <a:rPr kumimoji="0" sz="1800" b="0" i="0" u="none" strike="noStrike" kern="1200" cap="none" spc="0" normalizeH="0" baseline="0" noProof="0" dirty="0">
                <a:ln>
                  <a:noFill/>
                </a:ln>
                <a:solidFill>
                  <a:srgbClr val="FFFFFF"/>
                </a:solidFill>
                <a:effectLst/>
                <a:uLnTx/>
                <a:uFillTx/>
                <a:latin typeface="Century Gothic"/>
                <a:ea typeface="+mn-ea"/>
                <a:cs typeface="Century Gothic"/>
              </a:rPr>
              <a:t>or  </a:t>
            </a:r>
            <a:r>
              <a:rPr kumimoji="0" sz="1800" b="0" i="0" u="none" strike="noStrike" kern="1200" cap="none" spc="-5" normalizeH="0" baseline="0" noProof="0" dirty="0">
                <a:ln>
                  <a:noFill/>
                </a:ln>
                <a:solidFill>
                  <a:srgbClr val="FFFFFF"/>
                </a:solidFill>
                <a:effectLst/>
                <a:uLnTx/>
                <a:uFillTx/>
                <a:latin typeface="Century Gothic"/>
                <a:ea typeface="+mn-ea"/>
                <a:cs typeface="Century Gothic"/>
              </a:rPr>
              <a:t>you </a:t>
            </a:r>
            <a:r>
              <a:rPr kumimoji="0" sz="1800" b="0" i="0" u="none" strike="noStrike" kern="1200" cap="none" spc="0" normalizeH="0" baseline="0" noProof="0" dirty="0">
                <a:ln>
                  <a:noFill/>
                </a:ln>
                <a:solidFill>
                  <a:srgbClr val="FFFFFF"/>
                </a:solidFill>
                <a:effectLst/>
                <a:uLnTx/>
                <a:uFillTx/>
                <a:latin typeface="Century Gothic"/>
                <a:ea typeface="+mn-ea"/>
                <a:cs typeface="Century Gothic"/>
              </a:rPr>
              <a:t>can </a:t>
            </a:r>
            <a:r>
              <a:rPr kumimoji="0" sz="1800" b="0" i="0" u="none" strike="noStrike" kern="1200" cap="none" spc="-10" normalizeH="0" baseline="0" noProof="0" dirty="0">
                <a:ln>
                  <a:noFill/>
                </a:ln>
                <a:solidFill>
                  <a:srgbClr val="FFFFFF"/>
                </a:solidFill>
                <a:effectLst/>
                <a:uLnTx/>
                <a:uFillTx/>
                <a:latin typeface="Century Gothic"/>
                <a:ea typeface="+mn-ea"/>
                <a:cs typeface="Century Gothic"/>
              </a:rPr>
              <a:t>attach </a:t>
            </a:r>
            <a:r>
              <a:rPr kumimoji="0" sz="1800" b="0" i="0" u="none" strike="noStrike" kern="1200" cap="none" spc="0" normalizeH="0" baseline="0" noProof="0" dirty="0">
                <a:ln>
                  <a:noFill/>
                </a:ln>
                <a:solidFill>
                  <a:srgbClr val="FFFFFF"/>
                </a:solidFill>
                <a:effectLst/>
                <a:uLnTx/>
                <a:uFillTx/>
                <a:latin typeface="Century Gothic"/>
                <a:ea typeface="+mn-ea"/>
                <a:cs typeface="Century Gothic"/>
              </a:rPr>
              <a:t>them</a:t>
            </a:r>
            <a:r>
              <a:rPr kumimoji="0" sz="1800" b="0" i="0" u="none" strike="noStrike" kern="1200" cap="none" spc="40" normalizeH="0" baseline="0" noProof="0" dirty="0">
                <a:ln>
                  <a:noFill/>
                </a:ln>
                <a:solidFill>
                  <a:srgbClr val="FFFFFF"/>
                </a:solidFill>
                <a:effectLst/>
                <a:uLnTx/>
                <a:uFillTx/>
                <a:latin typeface="Century Gothic"/>
                <a:ea typeface="+mn-ea"/>
                <a:cs typeface="Century Gothic"/>
              </a:rPr>
              <a:t> </a:t>
            </a:r>
            <a:r>
              <a:rPr kumimoji="0" sz="1800" b="0" i="0" u="none" strike="noStrike" kern="1200" cap="none" spc="-5" normalizeH="0" baseline="0" noProof="0" dirty="0">
                <a:ln>
                  <a:noFill/>
                </a:ln>
                <a:solidFill>
                  <a:srgbClr val="FFFFFF"/>
                </a:solidFill>
                <a:effectLst/>
                <a:uLnTx/>
                <a:uFillTx/>
                <a:latin typeface="Century Gothic"/>
                <a:ea typeface="+mn-ea"/>
                <a:cs typeface="Century Gothic"/>
              </a:rPr>
              <a:t>laters.</a:t>
            </a:r>
            <a:endParaRPr kumimoji="0" sz="1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6" name="TextBox 5">
            <a:extLst>
              <a:ext uri="{FF2B5EF4-FFF2-40B4-BE49-F238E27FC236}">
                <a16:creationId xmlns:a16="http://schemas.microsoft.com/office/drawing/2014/main" id="{997E5F84-6BD2-46DB-8241-B30A029ED5D9}"/>
              </a:ext>
            </a:extLst>
          </p:cNvPr>
          <p:cNvSpPr txBox="1"/>
          <p:nvPr/>
        </p:nvSpPr>
        <p:spPr>
          <a:xfrm>
            <a:off x="167640" y="1441013"/>
            <a:ext cx="11125200" cy="532453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Labels are key/value pairs that are attached to objects, such as pods.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Used to specify identifying attributes of objects that are meaningful and relevant to users.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Labels can be used to organize and to select subsets of objects.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Labels can be attached to objects at creation time and subsequently added and modified at any time.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Examples: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"release" : "stable", "release" : "canary"</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"environment" : "dev", "environment" : "</a:t>
            </a:r>
            <a:r>
              <a:rPr kumimoji="0" lang="en-US" sz="2000" b="0" i="0" u="none" strike="noStrike" kern="1200" cap="none" spc="0" normalizeH="0" baseline="0" noProof="0" dirty="0" err="1">
                <a:ln>
                  <a:noFill/>
                </a:ln>
                <a:solidFill>
                  <a:prstClr val="black"/>
                </a:solidFill>
                <a:effectLst/>
                <a:uLnTx/>
                <a:uFillTx/>
                <a:latin typeface="Calibri Light" panose="020F0302020204030204" pitchFamily="34" charset="0"/>
                <a:ea typeface="+mn-ea"/>
                <a:cs typeface="Calibri Light" panose="020F0302020204030204" pitchFamily="34" charset="0"/>
              </a:rPr>
              <a:t>qa</a:t>
            </a: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"environment" : "production"</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"tier" : "frontend", "tier" : "backend", "tier" : "cache"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
        <p:nvSpPr>
          <p:cNvPr id="3" name="Footer Placeholder 2">
            <a:extLst>
              <a:ext uri="{FF2B5EF4-FFF2-40B4-BE49-F238E27FC236}">
                <a16:creationId xmlns:a16="http://schemas.microsoft.com/office/drawing/2014/main" id="{2FF7F8AB-8D74-F8EE-93A2-6475193A6214}"/>
              </a:ext>
            </a:extLst>
          </p:cNvPr>
          <p:cNvSpPr>
            <a:spLocks noGrp="1"/>
          </p:cNvSpPr>
          <p:nvPr>
            <p:ph type="ftr" sz="quarter" idx="5"/>
          </p:nvPr>
        </p:nvSpPr>
        <p:spPr/>
        <p:txBody>
          <a:bodyPr/>
          <a:lstStyle/>
          <a:p>
            <a:r>
              <a:rPr lang="en-US"/>
              <a:t>CHAITANYA R GAAJULA</a:t>
            </a:r>
          </a:p>
        </p:txBody>
      </p:sp>
      <p:sp>
        <p:nvSpPr>
          <p:cNvPr id="5" name="Slide Number Placeholder 4">
            <a:extLst>
              <a:ext uri="{FF2B5EF4-FFF2-40B4-BE49-F238E27FC236}">
                <a16:creationId xmlns:a16="http://schemas.microsoft.com/office/drawing/2014/main" id="{5ECD59BD-31E4-ED7E-8AD2-BDA309CA9D79}"/>
              </a:ext>
            </a:extLst>
          </p:cNvPr>
          <p:cNvSpPr>
            <a:spLocks noGrp="1"/>
          </p:cNvSpPr>
          <p:nvPr>
            <p:ph type="sldNum" sz="quarter" idx="7"/>
          </p:nvPr>
        </p:nvSpPr>
        <p:spPr/>
        <p:txBody>
          <a:bodyPr/>
          <a:lstStyle/>
          <a:p>
            <a:fld id="{B6F15528-21DE-4FAA-801E-634DDDAF4B2B}" type="slidenum">
              <a:rPr lang="en-IN" smtClean="0"/>
              <a:t>37</a:t>
            </a:fld>
            <a:endParaRPr lang="en-IN"/>
          </a:p>
        </p:txBody>
      </p:sp>
    </p:spTree>
    <p:extLst>
      <p:ext uri="{BB962C8B-B14F-4D97-AF65-F5344CB8AC3E}">
        <p14:creationId xmlns:p14="http://schemas.microsoft.com/office/powerpoint/2010/main" val="840969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67AC4A91-1B07-49A6-BADE-ECE256FA29AF}"/>
              </a:ext>
            </a:extLst>
          </p:cNvPr>
          <p:cNvSpPr/>
          <p:nvPr/>
        </p:nvSpPr>
        <p:spPr>
          <a:xfrm>
            <a:off x="2209800" y="1752600"/>
            <a:ext cx="7337666" cy="381000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F285A832-E1A0-435C-946C-C3FF3A7CAE95}"/>
              </a:ext>
            </a:extLst>
          </p:cNvPr>
          <p:cNvSpPr txBox="1"/>
          <p:nvPr/>
        </p:nvSpPr>
        <p:spPr>
          <a:xfrm>
            <a:off x="-35560" y="350784"/>
            <a:ext cx="61722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Working with Labels</a:t>
            </a:r>
          </a:p>
        </p:txBody>
      </p:sp>
    </p:spTree>
    <p:extLst>
      <p:ext uri="{BB962C8B-B14F-4D97-AF65-F5344CB8AC3E}">
        <p14:creationId xmlns:p14="http://schemas.microsoft.com/office/powerpoint/2010/main" val="33823053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85972"/>
            <a:ext cx="10577068" cy="567463"/>
          </a:xfrm>
          <a:prstGeom prst="rect">
            <a:avLst/>
          </a:prstGeom>
        </p:spPr>
        <p:txBody>
          <a:bodyPr vert="horz" wrap="square" lIns="0" tIns="13335" rIns="0" bIns="0" rtlCol="0">
            <a:spAutoFit/>
          </a:bodyPr>
          <a:lstStyle/>
          <a:p>
            <a:pPr marL="12700">
              <a:lnSpc>
                <a:spcPct val="100000"/>
              </a:lnSpc>
              <a:spcBef>
                <a:spcPts val="105"/>
              </a:spcBef>
            </a:pPr>
            <a:r>
              <a:rPr lang="en-IN" b="1" dirty="0">
                <a:solidFill>
                  <a:schemeClr val="tx1"/>
                </a:solidFill>
                <a:latin typeface="Calibri Light" panose="020F0302020204030204" pitchFamily="34" charset="0"/>
                <a:cs typeface="Calibri Light" panose="020F0302020204030204" pitchFamily="34" charset="0"/>
              </a:rPr>
              <a:t>Selectors</a:t>
            </a:r>
            <a:endParaRPr b="1" dirty="0">
              <a:solidFill>
                <a:schemeClr val="tx1"/>
              </a:solidFill>
              <a:latin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4F6BFDFF-C82A-4709-8FE2-77B009E5817C}"/>
              </a:ext>
            </a:extLst>
          </p:cNvPr>
          <p:cNvSpPr txBox="1"/>
          <p:nvPr/>
        </p:nvSpPr>
        <p:spPr>
          <a:xfrm>
            <a:off x="152400" y="830629"/>
            <a:ext cx="10577068" cy="258532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Kubernetes selector allows us to select Kubernetes resources based on the value of labels and resource fields assigned to a group of pods or nodes.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It is useful when we have to get details or perform any action on a group of Kubernetes resources or when we have to deploy a pod or group of pods on a specific group of nodes.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
        <p:nvSpPr>
          <p:cNvPr id="4" name="TextBox 3">
            <a:extLst>
              <a:ext uri="{FF2B5EF4-FFF2-40B4-BE49-F238E27FC236}">
                <a16:creationId xmlns:a16="http://schemas.microsoft.com/office/drawing/2014/main" id="{4494FE86-6C06-476E-99CA-7B2609449D44}"/>
              </a:ext>
            </a:extLst>
          </p:cNvPr>
          <p:cNvSpPr txBox="1"/>
          <p:nvPr/>
        </p:nvSpPr>
        <p:spPr>
          <a:xfrm>
            <a:off x="381000" y="2760088"/>
            <a:ext cx="11941277" cy="36933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Equality-based requirement: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Allow filtering by label keys and values. Matching objects must satisfy all of the specified label constraints, though they may have additional labels as well. Three kinds of operators are admitted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Set-based requirement: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Allows filtering keys according to a set of values. Three kinds of operators are supported: </a:t>
            </a:r>
            <a:r>
              <a:rPr kumimoji="0" lang="en-US" sz="1800" b="0" i="0" u="none" strike="noStrike" kern="1200" cap="none" spc="0" normalizeH="0" baseline="0" noProof="0" dirty="0" err="1">
                <a:ln>
                  <a:noFill/>
                </a:ln>
                <a:solidFill>
                  <a:prstClr val="black"/>
                </a:solidFill>
                <a:effectLst/>
                <a:uLnTx/>
                <a:uFillTx/>
                <a:latin typeface="Century Gothic" panose="020B0502020202020204" pitchFamily="34" charset="0"/>
                <a:ea typeface="+mn-ea"/>
                <a:cs typeface="+mn-cs"/>
              </a:rPr>
              <a:t>in,notin</a:t>
            </a:r>
            <a:r>
              <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and exists (only the key identifier). For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environment in (production, </a:t>
            </a:r>
            <a:r>
              <a:rPr kumimoji="0" lang="en-US" sz="1800" b="0" i="0" u="none" strike="noStrike" kern="1200" cap="none" spc="0" normalizeH="0" baseline="0" noProof="0" dirty="0" err="1">
                <a:ln>
                  <a:noFill/>
                </a:ln>
                <a:solidFill>
                  <a:prstClr val="black"/>
                </a:solidFill>
                <a:effectLst/>
                <a:uLnTx/>
                <a:uFillTx/>
                <a:latin typeface="Century Gothic" panose="020B0502020202020204" pitchFamily="34" charset="0"/>
                <a:ea typeface="+mn-ea"/>
                <a:cs typeface="+mn-cs"/>
              </a:rPr>
              <a:t>qa</a:t>
            </a:r>
            <a:r>
              <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tier </a:t>
            </a:r>
            <a:r>
              <a:rPr kumimoji="0" lang="en-US" sz="1800" b="0" i="0" u="none" strike="noStrike" kern="1200" cap="none" spc="0" normalizeH="0" baseline="0" noProof="0" dirty="0" err="1">
                <a:ln>
                  <a:noFill/>
                </a:ln>
                <a:solidFill>
                  <a:prstClr val="black"/>
                </a:solidFill>
                <a:effectLst/>
                <a:uLnTx/>
                <a:uFillTx/>
                <a:latin typeface="Century Gothic" panose="020B0502020202020204" pitchFamily="34" charset="0"/>
                <a:ea typeface="+mn-ea"/>
                <a:cs typeface="+mn-cs"/>
              </a:rPr>
              <a:t>notin</a:t>
            </a:r>
            <a:r>
              <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(frontend, backend)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partition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!partition</a:t>
            </a:r>
            <a:endParaRPr kumimoji="0" lang="en-IN"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29225990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7255" y="411430"/>
            <a:ext cx="5146345" cy="566822"/>
          </a:xfrm>
          <a:prstGeom prst="rect">
            <a:avLst/>
          </a:prstGeom>
        </p:spPr>
        <p:txBody>
          <a:bodyPr vert="horz" wrap="square" lIns="0" tIns="12700" rIns="0" bIns="0" rtlCol="0">
            <a:spAutoFit/>
          </a:bodyPr>
          <a:lstStyle/>
          <a:p>
            <a:pPr marL="12700">
              <a:lnSpc>
                <a:spcPct val="100000"/>
              </a:lnSpc>
              <a:spcBef>
                <a:spcPts val="100"/>
              </a:spcBef>
            </a:pPr>
            <a:r>
              <a:rPr lang="en-IN" b="1" dirty="0">
                <a:latin typeface="Calibri Light" panose="020F0302020204030204" pitchFamily="34" charset="0"/>
                <a:cs typeface="Calibri Light" panose="020F0302020204030204" pitchFamily="34" charset="0"/>
              </a:rPr>
              <a:t>Working with </a:t>
            </a:r>
            <a:r>
              <a:rPr b="1" dirty="0">
                <a:latin typeface="Calibri Light" panose="020F0302020204030204" pitchFamily="34" charset="0"/>
                <a:cs typeface="Calibri Light" panose="020F0302020204030204" pitchFamily="34" charset="0"/>
              </a:rPr>
              <a:t>Selectors</a:t>
            </a:r>
          </a:p>
        </p:txBody>
      </p:sp>
      <p:sp>
        <p:nvSpPr>
          <p:cNvPr id="3" name="object 3"/>
          <p:cNvSpPr/>
          <p:nvPr/>
        </p:nvSpPr>
        <p:spPr>
          <a:xfrm>
            <a:off x="752855" y="1575816"/>
            <a:ext cx="8948928" cy="4142232"/>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 name="object 4"/>
          <p:cNvSpPr txBox="1"/>
          <p:nvPr/>
        </p:nvSpPr>
        <p:spPr>
          <a:xfrm>
            <a:off x="832815" y="6050381"/>
            <a:ext cx="912749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Note</a:t>
            </a:r>
            <a:r>
              <a:rPr kumimoji="0" sz="1800" b="0" i="0" u="none" strike="noStrike" kern="1200" cap="none" spc="114"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18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t>
            </a:r>
            <a:r>
              <a:rPr kumimoji="0" sz="1800" b="0" i="0" u="sng" strike="noStrike" kern="1200" cap="none" spc="-5" normalizeH="0" baseline="0" noProof="0" dirty="0">
                <a:ln>
                  <a:noFill/>
                </a:ln>
                <a:solidFill>
                  <a:prstClr val="black"/>
                </a:solidFill>
                <a:effectLst/>
                <a:uLnTx/>
                <a:uFill>
                  <a:solidFill>
                    <a:srgbClr val="57C1B9"/>
                  </a:solidFill>
                </a:uFill>
                <a:latin typeface="Calibri Light" panose="020F0302020204030204" pitchFamily="34" charset="0"/>
                <a:ea typeface="+mn-ea"/>
                <a:cs typeface="Calibri Light" panose="020F0302020204030204" pitchFamily="34" charset="0"/>
                <a:hlinkClick r:id="rId3">
                  <a:extLst>
                    <a:ext uri="{A12FA001-AC4F-418D-AE19-62706E023703}">
                      <ahyp:hlinkClr xmlns:ahyp="http://schemas.microsoft.com/office/drawing/2018/hyperlinkcolor" val="tx"/>
                    </a:ext>
                  </a:extLst>
                </a:hlinkClick>
              </a:rPr>
              <a:t>https://kubernetes.io/docs/concepts/overview/working-with-objects/labels/</a:t>
            </a:r>
            <a:endParaRPr kumimoji="0" sz="18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
        <p:nvSpPr>
          <p:cNvPr id="5" name="Footer Placeholder 4">
            <a:extLst>
              <a:ext uri="{FF2B5EF4-FFF2-40B4-BE49-F238E27FC236}">
                <a16:creationId xmlns:a16="http://schemas.microsoft.com/office/drawing/2014/main" id="{C56A2BC9-8FE6-0A11-03F9-AF7654196E01}"/>
              </a:ext>
            </a:extLst>
          </p:cNvPr>
          <p:cNvSpPr>
            <a:spLocks noGrp="1"/>
          </p:cNvSpPr>
          <p:nvPr>
            <p:ph type="ftr" sz="quarter" idx="5"/>
          </p:nvPr>
        </p:nvSpPr>
        <p:spPr/>
        <p:txBody>
          <a:bodyPr/>
          <a:lstStyle/>
          <a:p>
            <a:r>
              <a:rPr lang="en-US"/>
              <a:t>CHAITANYA R GAAJULA</a:t>
            </a:r>
          </a:p>
        </p:txBody>
      </p:sp>
      <p:sp>
        <p:nvSpPr>
          <p:cNvPr id="6" name="Slide Number Placeholder 5">
            <a:extLst>
              <a:ext uri="{FF2B5EF4-FFF2-40B4-BE49-F238E27FC236}">
                <a16:creationId xmlns:a16="http://schemas.microsoft.com/office/drawing/2014/main" id="{93169BB5-D418-9379-E405-1552DD8A69D7}"/>
              </a:ext>
            </a:extLst>
          </p:cNvPr>
          <p:cNvSpPr>
            <a:spLocks noGrp="1"/>
          </p:cNvSpPr>
          <p:nvPr>
            <p:ph type="sldNum" sz="quarter" idx="7"/>
          </p:nvPr>
        </p:nvSpPr>
        <p:spPr/>
        <p:txBody>
          <a:bodyPr/>
          <a:lstStyle/>
          <a:p>
            <a:fld id="{B6F15528-21DE-4FAA-801E-634DDDAF4B2B}" type="slidenum">
              <a:rPr lang="en-IN" smtClean="0"/>
              <a:t>40</a:t>
            </a:fld>
            <a:endParaRPr lang="en-I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276860"/>
            <a:ext cx="7086600" cy="566822"/>
          </a:xfrm>
          <a:prstGeom prst="rect">
            <a:avLst/>
          </a:prstGeom>
        </p:spPr>
        <p:txBody>
          <a:bodyPr vert="horz" wrap="square" lIns="0" tIns="12700" rIns="0" bIns="0" rtlCol="0">
            <a:spAutoFit/>
          </a:bodyPr>
          <a:lstStyle/>
          <a:p>
            <a:pPr marL="12700">
              <a:lnSpc>
                <a:spcPct val="100000"/>
              </a:lnSpc>
              <a:spcBef>
                <a:spcPts val="100"/>
              </a:spcBef>
            </a:pPr>
            <a:r>
              <a:rPr lang="en-IN" b="1" spc="-5" dirty="0">
                <a:solidFill>
                  <a:schemeClr val="tx1"/>
                </a:solidFill>
                <a:latin typeface="Calibri Light" panose="020F0302020204030204" pitchFamily="34" charset="0"/>
                <a:cs typeface="Calibri Light" panose="020F0302020204030204" pitchFamily="34" charset="0"/>
              </a:rPr>
              <a:t>Working with </a:t>
            </a:r>
            <a:r>
              <a:rPr b="1" spc="-5" dirty="0">
                <a:solidFill>
                  <a:schemeClr val="tx1"/>
                </a:solidFill>
                <a:latin typeface="Calibri Light" panose="020F0302020204030204" pitchFamily="34" charset="0"/>
                <a:cs typeface="Calibri Light" panose="020F0302020204030204" pitchFamily="34" charset="0"/>
              </a:rPr>
              <a:t>Dep</a:t>
            </a:r>
            <a:r>
              <a:rPr b="1" spc="10" dirty="0">
                <a:solidFill>
                  <a:schemeClr val="tx1"/>
                </a:solidFill>
                <a:latin typeface="Calibri Light" panose="020F0302020204030204" pitchFamily="34" charset="0"/>
                <a:cs typeface="Calibri Light" panose="020F0302020204030204" pitchFamily="34" charset="0"/>
              </a:rPr>
              <a:t>l</a:t>
            </a:r>
            <a:r>
              <a:rPr b="1" dirty="0">
                <a:solidFill>
                  <a:schemeClr val="tx1"/>
                </a:solidFill>
                <a:latin typeface="Calibri Light" panose="020F0302020204030204" pitchFamily="34" charset="0"/>
                <a:cs typeface="Calibri Light" panose="020F0302020204030204" pitchFamily="34" charset="0"/>
              </a:rPr>
              <a:t>oy</a:t>
            </a:r>
            <a:r>
              <a:rPr b="1" spc="-15" dirty="0">
                <a:solidFill>
                  <a:schemeClr val="tx1"/>
                </a:solidFill>
                <a:latin typeface="Calibri Light" panose="020F0302020204030204" pitchFamily="34" charset="0"/>
                <a:cs typeface="Calibri Light" panose="020F0302020204030204" pitchFamily="34" charset="0"/>
              </a:rPr>
              <a:t>m</a:t>
            </a:r>
            <a:r>
              <a:rPr b="1" dirty="0">
                <a:solidFill>
                  <a:schemeClr val="tx1"/>
                </a:solidFill>
                <a:latin typeface="Calibri Light" panose="020F0302020204030204" pitchFamily="34" charset="0"/>
                <a:cs typeface="Calibri Light" panose="020F0302020204030204" pitchFamily="34" charset="0"/>
              </a:rPr>
              <a:t>en</a:t>
            </a:r>
            <a:r>
              <a:rPr b="1" spc="25" dirty="0">
                <a:solidFill>
                  <a:schemeClr val="tx1"/>
                </a:solidFill>
                <a:latin typeface="Calibri Light" panose="020F0302020204030204" pitchFamily="34" charset="0"/>
                <a:cs typeface="Calibri Light" panose="020F0302020204030204" pitchFamily="34" charset="0"/>
              </a:rPr>
              <a:t>t</a:t>
            </a:r>
            <a:r>
              <a:rPr b="1" dirty="0">
                <a:solidFill>
                  <a:schemeClr val="tx1"/>
                </a:solidFill>
                <a:latin typeface="Calibri Light" panose="020F0302020204030204" pitchFamily="34" charset="0"/>
                <a:cs typeface="Calibri Light" panose="020F0302020204030204" pitchFamily="34" charset="0"/>
              </a:rPr>
              <a:t>s</a:t>
            </a:r>
          </a:p>
        </p:txBody>
      </p:sp>
      <p:sp>
        <p:nvSpPr>
          <p:cNvPr id="3" name="object 3"/>
          <p:cNvSpPr/>
          <p:nvPr/>
        </p:nvSpPr>
        <p:spPr>
          <a:xfrm>
            <a:off x="1594103" y="2051304"/>
            <a:ext cx="7967472" cy="4197096"/>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916" y="474090"/>
            <a:ext cx="2988945" cy="566822"/>
          </a:xfrm>
          <a:prstGeom prst="rect">
            <a:avLst/>
          </a:prstGeom>
        </p:spPr>
        <p:txBody>
          <a:bodyPr vert="horz" wrap="square" lIns="0" tIns="12700" rIns="0" bIns="0" rtlCol="0">
            <a:spAutoFit/>
          </a:bodyPr>
          <a:lstStyle/>
          <a:p>
            <a:pPr marL="12700">
              <a:lnSpc>
                <a:spcPct val="100000"/>
              </a:lnSpc>
              <a:spcBef>
                <a:spcPts val="100"/>
              </a:spcBef>
            </a:pPr>
            <a:r>
              <a:rPr b="1" dirty="0">
                <a:solidFill>
                  <a:schemeClr val="tx1"/>
                </a:solidFill>
                <a:latin typeface="Calibri Light" panose="020F0302020204030204" pitchFamily="34" charset="0"/>
                <a:cs typeface="Calibri Light" panose="020F0302020204030204" pitchFamily="34" charset="0"/>
              </a:rPr>
              <a:t>ReplicaSets</a:t>
            </a:r>
          </a:p>
        </p:txBody>
      </p:sp>
      <p:sp>
        <p:nvSpPr>
          <p:cNvPr id="3" name="object 3"/>
          <p:cNvSpPr/>
          <p:nvPr/>
        </p:nvSpPr>
        <p:spPr>
          <a:xfrm>
            <a:off x="1286255" y="1405127"/>
            <a:ext cx="8781288" cy="3715512"/>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 name="object 4"/>
          <p:cNvSpPr txBox="1"/>
          <p:nvPr/>
        </p:nvSpPr>
        <p:spPr>
          <a:xfrm>
            <a:off x="426720" y="5181600"/>
            <a:ext cx="11734800" cy="1028487"/>
          </a:xfrm>
          <a:prstGeom prst="rect">
            <a:avLst/>
          </a:prstGeom>
        </p:spPr>
        <p:txBody>
          <a:bodyPr vert="horz" wrap="square" lIns="0" tIns="12700" rIns="0" bIns="0" rtlCol="0">
            <a:spAutoFit/>
          </a:bodyPr>
          <a:lstStyle/>
          <a:p>
            <a:pPr marL="363220" marR="0" lvl="0" indent="-351155" algn="l" defTabSz="914400" rtl="0" eaLnBrk="1" fontAlgn="auto" latinLnBrk="0" hangingPunct="1">
              <a:lnSpc>
                <a:spcPct val="100000"/>
              </a:lnSpc>
              <a:spcBef>
                <a:spcPts val="100"/>
              </a:spcBef>
              <a:spcAft>
                <a:spcPts val="0"/>
              </a:spcAft>
              <a:buClrTx/>
              <a:buSzTx/>
              <a:buFont typeface="Arial"/>
              <a:buChar char="•"/>
              <a:tabLst>
                <a:tab pos="362585" algn="l"/>
                <a:tab pos="363855" algn="l"/>
              </a:tabLst>
              <a:defRPr/>
            </a:pP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ReplicaSet ensures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that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specified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number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of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pod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replicas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are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running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at any</a:t>
            </a:r>
            <a:r>
              <a:rPr kumimoji="0" sz="2200" b="0" i="0" u="none" strike="noStrike" kern="1200" cap="none" spc="-16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given</a:t>
            </a:r>
            <a:r>
              <a:rPr kumimoji="0" lang="en-IN"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time</a:t>
            </a: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63220" marR="0" lvl="0" indent="-351155" algn="l" defTabSz="914400" rtl="0" eaLnBrk="1" fontAlgn="auto" latinLnBrk="0" hangingPunct="1">
              <a:lnSpc>
                <a:spcPct val="100000"/>
              </a:lnSpc>
              <a:spcBef>
                <a:spcPts val="0"/>
              </a:spcBef>
              <a:spcAft>
                <a:spcPts val="0"/>
              </a:spcAft>
              <a:buClrTx/>
              <a:buSzTx/>
              <a:buFont typeface="Arial"/>
              <a:buChar char="•"/>
              <a:tabLst>
                <a:tab pos="362585" algn="l"/>
                <a:tab pos="363855" algn="l"/>
              </a:tabLst>
              <a:defRPr/>
            </a:pP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ReplicaSets are mainly used by </a:t>
            </a:r>
            <a:r>
              <a:rPr kumimoji="0" sz="22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deployments,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which </a:t>
            </a:r>
            <a:r>
              <a:rPr kumimoji="0" sz="22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manages updates to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the</a:t>
            </a:r>
            <a:r>
              <a:rPr kumimoji="0" sz="2200" b="0" i="0" u="none" strike="noStrike" kern="1200" cap="none" spc="20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pod.</a:t>
            </a: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63220" marR="0" lvl="0" indent="-351155" algn="l" defTabSz="914400" rtl="0" eaLnBrk="1" fontAlgn="auto" latinLnBrk="0" hangingPunct="1">
              <a:lnSpc>
                <a:spcPct val="100000"/>
              </a:lnSpc>
              <a:spcBef>
                <a:spcPts val="0"/>
              </a:spcBef>
              <a:spcAft>
                <a:spcPts val="0"/>
              </a:spcAft>
              <a:buClrTx/>
              <a:buSzTx/>
              <a:buFont typeface="Arial"/>
              <a:buChar char="•"/>
              <a:tabLst>
                <a:tab pos="362585" algn="l"/>
                <a:tab pos="363855" algn="l"/>
              </a:tabLst>
              <a:defRPr/>
            </a:pPr>
            <a:r>
              <a:rPr kumimoji="0" sz="22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The .spec.template.metadata.labels must match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the .spec.selector,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or </a:t>
            </a:r>
            <a:r>
              <a:rPr kumimoji="0" sz="22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it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will</a:t>
            </a:r>
            <a:r>
              <a:rPr kumimoji="0" sz="2200" b="0" i="0" u="none" strike="noStrike" kern="1200" cap="none" spc="26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be</a:t>
            </a:r>
            <a:r>
              <a:rPr kumimoji="0" lang="en-IN"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rejected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by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the</a:t>
            </a:r>
            <a:r>
              <a:rPr kumimoji="0" sz="2200" b="0" i="0" u="none" strike="noStrike" kern="1200" cap="none" spc="-3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2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API.</a:t>
            </a: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
        <p:nvSpPr>
          <p:cNvPr id="5" name="Footer Placeholder 4">
            <a:extLst>
              <a:ext uri="{FF2B5EF4-FFF2-40B4-BE49-F238E27FC236}">
                <a16:creationId xmlns:a16="http://schemas.microsoft.com/office/drawing/2014/main" id="{B3667990-D2B5-993B-2043-5D3A90C2AAB7}"/>
              </a:ext>
            </a:extLst>
          </p:cNvPr>
          <p:cNvSpPr>
            <a:spLocks noGrp="1"/>
          </p:cNvSpPr>
          <p:nvPr>
            <p:ph type="ftr" sz="quarter" idx="5"/>
          </p:nvPr>
        </p:nvSpPr>
        <p:spPr/>
        <p:txBody>
          <a:bodyPr/>
          <a:lstStyle/>
          <a:p>
            <a:r>
              <a:rPr lang="en-US"/>
              <a:t>CHAITANYA R GAAJULA</a:t>
            </a:r>
          </a:p>
        </p:txBody>
      </p:sp>
      <p:sp>
        <p:nvSpPr>
          <p:cNvPr id="6" name="Slide Number Placeholder 5">
            <a:extLst>
              <a:ext uri="{FF2B5EF4-FFF2-40B4-BE49-F238E27FC236}">
                <a16:creationId xmlns:a16="http://schemas.microsoft.com/office/drawing/2014/main" id="{C10BCF87-483C-A89A-40F2-5FBAEB5EE877}"/>
              </a:ext>
            </a:extLst>
          </p:cNvPr>
          <p:cNvSpPr>
            <a:spLocks noGrp="1"/>
          </p:cNvSpPr>
          <p:nvPr>
            <p:ph type="sldNum" sz="quarter" idx="7"/>
          </p:nvPr>
        </p:nvSpPr>
        <p:spPr/>
        <p:txBody>
          <a:bodyPr/>
          <a:lstStyle/>
          <a:p>
            <a:fld id="{B6F15528-21DE-4FAA-801E-634DDDAF4B2B}" type="slidenum">
              <a:rPr lang="en-IN" smtClean="0"/>
              <a:t>42</a:t>
            </a:fld>
            <a:endParaRPr lang="en-I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1524" y="474090"/>
            <a:ext cx="5910276" cy="566822"/>
          </a:xfrm>
          <a:prstGeom prst="rect">
            <a:avLst/>
          </a:prstGeom>
        </p:spPr>
        <p:txBody>
          <a:bodyPr vert="horz" wrap="square" lIns="0" tIns="12700" rIns="0" bIns="0" rtlCol="0">
            <a:spAutoFit/>
          </a:bodyPr>
          <a:lstStyle/>
          <a:p>
            <a:pPr marL="12700">
              <a:lnSpc>
                <a:spcPct val="100000"/>
              </a:lnSpc>
              <a:spcBef>
                <a:spcPts val="100"/>
              </a:spcBef>
            </a:pPr>
            <a:r>
              <a:rPr lang="en-IN" b="1" dirty="0">
                <a:solidFill>
                  <a:schemeClr val="tx1"/>
                </a:solidFill>
                <a:latin typeface="Calibri Light" panose="020F0302020204030204" pitchFamily="34" charset="0"/>
                <a:cs typeface="Calibri Light" panose="020F0302020204030204" pitchFamily="34" charset="0"/>
              </a:rPr>
              <a:t>Working with </a:t>
            </a:r>
            <a:r>
              <a:rPr b="1" dirty="0">
                <a:solidFill>
                  <a:schemeClr val="tx1"/>
                </a:solidFill>
                <a:latin typeface="Calibri Light" panose="020F0302020204030204" pitchFamily="34" charset="0"/>
                <a:cs typeface="Calibri Light" panose="020F0302020204030204" pitchFamily="34" charset="0"/>
              </a:rPr>
              <a:t>Rep</a:t>
            </a:r>
            <a:r>
              <a:rPr b="1" spc="10" dirty="0">
                <a:solidFill>
                  <a:schemeClr val="tx1"/>
                </a:solidFill>
                <a:latin typeface="Calibri Light" panose="020F0302020204030204" pitchFamily="34" charset="0"/>
                <a:cs typeface="Calibri Light" panose="020F0302020204030204" pitchFamily="34" charset="0"/>
              </a:rPr>
              <a:t>l</a:t>
            </a:r>
            <a:r>
              <a:rPr b="1" spc="-5" dirty="0">
                <a:solidFill>
                  <a:schemeClr val="tx1"/>
                </a:solidFill>
                <a:latin typeface="Calibri Light" panose="020F0302020204030204" pitchFamily="34" charset="0"/>
                <a:cs typeface="Calibri Light" panose="020F0302020204030204" pitchFamily="34" charset="0"/>
              </a:rPr>
              <a:t>ica</a:t>
            </a:r>
            <a:r>
              <a:rPr lang="en-IN" b="1" spc="-5" dirty="0">
                <a:solidFill>
                  <a:schemeClr val="tx1"/>
                </a:solidFill>
                <a:latin typeface="Calibri Light" panose="020F0302020204030204" pitchFamily="34" charset="0"/>
                <a:cs typeface="Calibri Light" panose="020F0302020204030204" pitchFamily="34" charset="0"/>
              </a:rPr>
              <a:t> </a:t>
            </a:r>
            <a:r>
              <a:rPr b="1" spc="-5" dirty="0">
                <a:solidFill>
                  <a:schemeClr val="tx1"/>
                </a:solidFill>
                <a:latin typeface="Calibri Light" panose="020F0302020204030204" pitchFamily="34" charset="0"/>
                <a:cs typeface="Calibri Light" panose="020F0302020204030204" pitchFamily="34" charset="0"/>
              </a:rPr>
              <a:t>Se</a:t>
            </a:r>
            <a:r>
              <a:rPr b="1" spc="20" dirty="0">
                <a:solidFill>
                  <a:schemeClr val="tx1"/>
                </a:solidFill>
                <a:latin typeface="Calibri Light" panose="020F0302020204030204" pitchFamily="34" charset="0"/>
                <a:cs typeface="Calibri Light" panose="020F0302020204030204" pitchFamily="34" charset="0"/>
              </a:rPr>
              <a:t>t</a:t>
            </a:r>
            <a:r>
              <a:rPr b="1" dirty="0">
                <a:solidFill>
                  <a:schemeClr val="tx1"/>
                </a:solidFill>
                <a:latin typeface="Calibri Light" panose="020F0302020204030204" pitchFamily="34" charset="0"/>
                <a:cs typeface="Calibri Light" panose="020F0302020204030204" pitchFamily="34" charset="0"/>
              </a:rPr>
              <a:t>s</a:t>
            </a:r>
          </a:p>
        </p:txBody>
      </p:sp>
      <p:sp>
        <p:nvSpPr>
          <p:cNvPr id="3" name="object 3"/>
          <p:cNvSpPr/>
          <p:nvPr/>
        </p:nvSpPr>
        <p:spPr>
          <a:xfrm>
            <a:off x="1103375" y="2221992"/>
            <a:ext cx="8945880" cy="3858767"/>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8227"/>
            <a:ext cx="6367476" cy="566822"/>
          </a:xfrm>
          <a:prstGeom prst="rect">
            <a:avLst/>
          </a:prstGeom>
        </p:spPr>
        <p:txBody>
          <a:bodyPr vert="horz" wrap="square" lIns="0" tIns="12700" rIns="0" bIns="0" rtlCol="0">
            <a:spAutoFit/>
          </a:bodyPr>
          <a:lstStyle/>
          <a:p>
            <a:pPr marL="12700">
              <a:lnSpc>
                <a:spcPct val="100000"/>
              </a:lnSpc>
              <a:spcBef>
                <a:spcPts val="100"/>
              </a:spcBef>
            </a:pPr>
            <a:r>
              <a:rPr lang="en-IN" b="1" dirty="0">
                <a:solidFill>
                  <a:schemeClr val="tx1"/>
                </a:solidFill>
                <a:latin typeface="Calibri Light" panose="020F0302020204030204" pitchFamily="34" charset="0"/>
                <a:cs typeface="Calibri Light" panose="020F0302020204030204" pitchFamily="34" charset="0"/>
              </a:rPr>
              <a:t>Working with Rep</a:t>
            </a:r>
            <a:r>
              <a:rPr lang="en-IN" b="1" spc="10" dirty="0">
                <a:solidFill>
                  <a:schemeClr val="tx1"/>
                </a:solidFill>
                <a:latin typeface="Calibri Light" panose="020F0302020204030204" pitchFamily="34" charset="0"/>
                <a:cs typeface="Calibri Light" panose="020F0302020204030204" pitchFamily="34" charset="0"/>
              </a:rPr>
              <a:t>l</a:t>
            </a:r>
            <a:r>
              <a:rPr lang="en-IN" b="1" spc="-5" dirty="0">
                <a:solidFill>
                  <a:schemeClr val="tx1"/>
                </a:solidFill>
                <a:latin typeface="Calibri Light" panose="020F0302020204030204" pitchFamily="34" charset="0"/>
                <a:cs typeface="Calibri Light" panose="020F0302020204030204" pitchFamily="34" charset="0"/>
              </a:rPr>
              <a:t>ica Se</a:t>
            </a:r>
            <a:r>
              <a:rPr lang="en-IN" b="1" spc="20" dirty="0">
                <a:solidFill>
                  <a:schemeClr val="tx1"/>
                </a:solidFill>
                <a:latin typeface="Calibri Light" panose="020F0302020204030204" pitchFamily="34" charset="0"/>
                <a:cs typeface="Calibri Light" panose="020F0302020204030204" pitchFamily="34" charset="0"/>
              </a:rPr>
              <a:t>t</a:t>
            </a:r>
            <a:r>
              <a:rPr lang="en-IN" b="1" dirty="0">
                <a:solidFill>
                  <a:schemeClr val="tx1"/>
                </a:solidFill>
                <a:latin typeface="Calibri Light" panose="020F0302020204030204" pitchFamily="34" charset="0"/>
                <a:cs typeface="Calibri Light" panose="020F0302020204030204" pitchFamily="34" charset="0"/>
              </a:rPr>
              <a:t>s</a:t>
            </a:r>
            <a:endParaRPr b="1" dirty="0">
              <a:solidFill>
                <a:schemeClr val="tx1"/>
              </a:solidFill>
              <a:latin typeface="Calibri Light" panose="020F0302020204030204" pitchFamily="34" charset="0"/>
              <a:cs typeface="Calibri Light" panose="020F0302020204030204" pitchFamily="34" charset="0"/>
            </a:endParaRPr>
          </a:p>
        </p:txBody>
      </p:sp>
      <p:sp>
        <p:nvSpPr>
          <p:cNvPr id="3" name="object 3"/>
          <p:cNvSpPr/>
          <p:nvPr/>
        </p:nvSpPr>
        <p:spPr>
          <a:xfrm>
            <a:off x="1103375" y="2206751"/>
            <a:ext cx="8945880" cy="388620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789035" cy="566822"/>
          </a:xfrm>
          <a:prstGeom prst="rect">
            <a:avLst/>
          </a:prstGeom>
        </p:spPr>
        <p:txBody>
          <a:bodyPr vert="horz" wrap="square" lIns="0" tIns="12700" rIns="0" bIns="0" rtlCol="0">
            <a:spAutoFit/>
          </a:bodyPr>
          <a:lstStyle/>
          <a:p>
            <a:pPr marL="12700">
              <a:lnSpc>
                <a:spcPct val="100000"/>
              </a:lnSpc>
              <a:spcBef>
                <a:spcPts val="100"/>
              </a:spcBef>
            </a:pPr>
            <a:r>
              <a:rPr b="1" spc="5" dirty="0">
                <a:latin typeface="Calibri Light" panose="020F0302020204030204" pitchFamily="34" charset="0"/>
                <a:cs typeface="Calibri Light" panose="020F0302020204030204" pitchFamily="34" charset="0"/>
              </a:rPr>
              <a:t>Rolling </a:t>
            </a:r>
            <a:r>
              <a:rPr b="1" spc="-5" dirty="0">
                <a:latin typeface="Calibri Light" panose="020F0302020204030204" pitchFamily="34" charset="0"/>
                <a:cs typeface="Calibri Light" panose="020F0302020204030204" pitchFamily="34" charset="0"/>
              </a:rPr>
              <a:t>Updates with</a:t>
            </a:r>
            <a:r>
              <a:rPr b="1" spc="-150" dirty="0">
                <a:latin typeface="Calibri Light" panose="020F0302020204030204" pitchFamily="34" charset="0"/>
                <a:cs typeface="Calibri Light" panose="020F0302020204030204" pitchFamily="34" charset="0"/>
              </a:rPr>
              <a:t> </a:t>
            </a:r>
            <a:r>
              <a:rPr b="1" dirty="0">
                <a:latin typeface="Calibri Light" panose="020F0302020204030204" pitchFamily="34" charset="0"/>
                <a:cs typeface="Calibri Light" panose="020F0302020204030204" pitchFamily="34" charset="0"/>
              </a:rPr>
              <a:t>Deployments</a:t>
            </a:r>
          </a:p>
        </p:txBody>
      </p:sp>
      <p:sp>
        <p:nvSpPr>
          <p:cNvPr id="4" name="Rectangle 3">
            <a:extLst>
              <a:ext uri="{FF2B5EF4-FFF2-40B4-BE49-F238E27FC236}">
                <a16:creationId xmlns:a16="http://schemas.microsoft.com/office/drawing/2014/main" id="{8430F2C2-F009-4876-8574-9ADA651C9D0F}"/>
              </a:ext>
            </a:extLst>
          </p:cNvPr>
          <p:cNvSpPr/>
          <p:nvPr/>
        </p:nvSpPr>
        <p:spPr>
          <a:xfrm>
            <a:off x="304800" y="1447800"/>
            <a:ext cx="10439400" cy="415498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sng"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Rolling updates allow the following actions: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Promote an application from one environment to another (via container image updates)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Rollback to previous versions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Continuous Integration and Continuous Delivery of applications with zero downtime</a:t>
            </a:r>
            <a:endParaRPr kumimoji="0" lang="en-IN"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442014"/>
            <a:ext cx="7373620" cy="566822"/>
          </a:xfrm>
          <a:prstGeom prst="rect">
            <a:avLst/>
          </a:prstGeom>
        </p:spPr>
        <p:txBody>
          <a:bodyPr vert="horz" wrap="square" lIns="0" tIns="12700" rIns="0" bIns="0" rtlCol="0">
            <a:spAutoFit/>
          </a:bodyPr>
          <a:lstStyle/>
          <a:p>
            <a:pPr marL="12700">
              <a:lnSpc>
                <a:spcPct val="100000"/>
              </a:lnSpc>
              <a:spcBef>
                <a:spcPts val="100"/>
              </a:spcBef>
            </a:pPr>
            <a:r>
              <a:rPr lang="en-IN" b="1" spc="-5" dirty="0">
                <a:latin typeface="Calibri Light" panose="020F0302020204030204" pitchFamily="34" charset="0"/>
                <a:cs typeface="Calibri Light" panose="020F0302020204030204" pitchFamily="34" charset="0"/>
              </a:rPr>
              <a:t>Working with </a:t>
            </a:r>
            <a:r>
              <a:rPr b="1" spc="5" dirty="0">
                <a:latin typeface="Calibri Light" panose="020F0302020204030204" pitchFamily="34" charset="0"/>
                <a:cs typeface="Calibri Light" panose="020F0302020204030204" pitchFamily="34" charset="0"/>
              </a:rPr>
              <a:t>Rolling</a:t>
            </a:r>
            <a:r>
              <a:rPr b="1" spc="-135" dirty="0">
                <a:latin typeface="Calibri Light" panose="020F0302020204030204" pitchFamily="34" charset="0"/>
                <a:cs typeface="Calibri Light" panose="020F0302020204030204" pitchFamily="34" charset="0"/>
              </a:rPr>
              <a:t> </a:t>
            </a:r>
            <a:r>
              <a:rPr b="1" spc="-5" dirty="0">
                <a:latin typeface="Calibri Light" panose="020F0302020204030204" pitchFamily="34" charset="0"/>
                <a:cs typeface="Calibri Light" panose="020F0302020204030204" pitchFamily="34" charset="0"/>
              </a:rPr>
              <a:t>Updates</a:t>
            </a:r>
            <a:endParaRPr b="1" dirty="0">
              <a:latin typeface="Calibri Light" panose="020F0302020204030204" pitchFamily="34" charset="0"/>
              <a:cs typeface="Calibri Light" panose="020F0302020204030204" pitchFamily="34" charset="0"/>
            </a:endParaRPr>
          </a:p>
        </p:txBody>
      </p:sp>
      <p:sp>
        <p:nvSpPr>
          <p:cNvPr id="3" name="object 3"/>
          <p:cNvSpPr/>
          <p:nvPr/>
        </p:nvSpPr>
        <p:spPr>
          <a:xfrm>
            <a:off x="1103375" y="2167127"/>
            <a:ext cx="8945880" cy="3965448"/>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1524" y="474090"/>
            <a:ext cx="7373620" cy="566822"/>
          </a:xfrm>
          <a:prstGeom prst="rect">
            <a:avLst/>
          </a:prstGeom>
        </p:spPr>
        <p:txBody>
          <a:bodyPr vert="horz" wrap="square" lIns="0" tIns="12700" rIns="0" bIns="0" rtlCol="0">
            <a:spAutoFit/>
          </a:bodyPr>
          <a:lstStyle/>
          <a:p>
            <a:pPr marL="12700">
              <a:lnSpc>
                <a:spcPct val="100000"/>
              </a:lnSpc>
              <a:spcBef>
                <a:spcPts val="100"/>
              </a:spcBef>
            </a:pPr>
            <a:r>
              <a:rPr lang="en-IN" b="1" spc="-5" dirty="0">
                <a:latin typeface="Calibri Light" panose="020F0302020204030204" pitchFamily="34" charset="0"/>
                <a:cs typeface="Calibri Light" panose="020F0302020204030204" pitchFamily="34" charset="0"/>
              </a:rPr>
              <a:t>Working with </a:t>
            </a:r>
            <a:r>
              <a:rPr lang="en-IN" b="1" spc="5" dirty="0">
                <a:latin typeface="Calibri Light" panose="020F0302020204030204" pitchFamily="34" charset="0"/>
                <a:cs typeface="Calibri Light" panose="020F0302020204030204" pitchFamily="34" charset="0"/>
              </a:rPr>
              <a:t>Rolling</a:t>
            </a:r>
            <a:r>
              <a:rPr lang="en-IN" b="1" spc="-135" dirty="0">
                <a:latin typeface="Calibri Light" panose="020F0302020204030204" pitchFamily="34" charset="0"/>
                <a:cs typeface="Calibri Light" panose="020F0302020204030204" pitchFamily="34" charset="0"/>
              </a:rPr>
              <a:t> </a:t>
            </a:r>
            <a:r>
              <a:rPr lang="en-IN" b="1" spc="-5" dirty="0">
                <a:latin typeface="Calibri Light" panose="020F0302020204030204" pitchFamily="34" charset="0"/>
                <a:cs typeface="Calibri Light" panose="020F0302020204030204" pitchFamily="34" charset="0"/>
              </a:rPr>
              <a:t>Updates</a:t>
            </a:r>
            <a:endParaRPr b="1" dirty="0">
              <a:latin typeface="Calibri Light" panose="020F0302020204030204" pitchFamily="34" charset="0"/>
              <a:cs typeface="Calibri Light" panose="020F0302020204030204" pitchFamily="34" charset="0"/>
            </a:endParaRPr>
          </a:p>
        </p:txBody>
      </p:sp>
      <p:sp>
        <p:nvSpPr>
          <p:cNvPr id="3" name="object 3"/>
          <p:cNvSpPr/>
          <p:nvPr/>
        </p:nvSpPr>
        <p:spPr>
          <a:xfrm>
            <a:off x="1103375" y="2197607"/>
            <a:ext cx="8945880" cy="3904488"/>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42810"/>
            <a:ext cx="10363200" cy="566822"/>
          </a:xfrm>
          <a:prstGeom prst="rect">
            <a:avLst/>
          </a:prstGeom>
        </p:spPr>
        <p:txBody>
          <a:bodyPr vert="horz" wrap="square" lIns="0" tIns="12700" rIns="0" bIns="0" rtlCol="0">
            <a:spAutoFit/>
          </a:bodyPr>
          <a:lstStyle/>
          <a:p>
            <a:pPr marL="12700">
              <a:lnSpc>
                <a:spcPct val="100000"/>
              </a:lnSpc>
              <a:spcBef>
                <a:spcPts val="100"/>
              </a:spcBef>
            </a:pPr>
            <a:r>
              <a:rPr lang="en-IN" b="1" dirty="0">
                <a:latin typeface="Calibri Light" panose="020F0302020204030204" pitchFamily="34" charset="0"/>
                <a:cs typeface="Calibri Light" panose="020F0302020204030204" pitchFamily="34" charset="0"/>
              </a:rPr>
              <a:t>Best Practices for Deployment  </a:t>
            </a:r>
            <a:endParaRPr b="1" dirty="0">
              <a:latin typeface="Calibri Light" panose="020F0302020204030204" pitchFamily="34" charset="0"/>
              <a:cs typeface="Calibri Light" panose="020F0302020204030204" pitchFamily="34" charset="0"/>
            </a:endParaRPr>
          </a:p>
        </p:txBody>
      </p:sp>
      <p:sp>
        <p:nvSpPr>
          <p:cNvPr id="3" name="object 3"/>
          <p:cNvSpPr txBox="1"/>
          <p:nvPr/>
        </p:nvSpPr>
        <p:spPr>
          <a:xfrm>
            <a:off x="246379" y="1143365"/>
            <a:ext cx="11699239" cy="5770169"/>
          </a:xfrm>
          <a:prstGeom prst="rect">
            <a:avLst/>
          </a:prstGeom>
        </p:spPr>
        <p:txBody>
          <a:bodyPr vert="horz" wrap="square" lIns="0" tIns="12065" rIns="0" bIns="0" rtlCol="0">
            <a:spAutoFit/>
          </a:bodyPr>
          <a:lstStyle/>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Implement Continuous Security Vulnerability Scanning</a:t>
            </a: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Regularly Apply Security Updates to Your Environment</a:t>
            </a: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Ensure That Only Authorized Images are Used in Your Environment</a:t>
            </a: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Limit Direct Access to Kubernetes Nodes</a:t>
            </a: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Create Administrative Boundaries between Resources</a:t>
            </a: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Implement Network Segmentation</a:t>
            </a: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Apply Security Context to Your Pods and Containers</a:t>
            </a: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Log Everything</a:t>
            </a:r>
          </a:p>
          <a:p>
            <a:pPr marL="297815" marR="0" lvl="0" indent="-285750" algn="l" defTabSz="914400" rtl="0" eaLnBrk="1" fontAlgn="auto" latinLnBrk="0" hangingPunct="1">
              <a:lnSpc>
                <a:spcPct val="100000"/>
              </a:lnSpc>
              <a:spcBef>
                <a:spcPts val="95"/>
              </a:spcBef>
              <a:spcAft>
                <a:spcPts val="0"/>
              </a:spcAft>
              <a:buClr>
                <a:prstClr val="black">
                  <a:lumMod val="95000"/>
                  <a:lumOff val="5000"/>
                </a:prstClr>
              </a:buClr>
              <a:buSzPct val="80000"/>
              <a:buFont typeface="Wingdings" panose="05000000000000000000" pitchFamily="2" charset="2"/>
              <a:buChar char="§"/>
              <a:tabLst>
                <a:tab pos="356870" algn="l"/>
                <a:tab pos="357505"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56870" marR="0" lvl="0" indent="-344805" algn="l" defTabSz="914400" rtl="0" eaLnBrk="1" fontAlgn="auto" latinLnBrk="0" hangingPunct="1">
              <a:lnSpc>
                <a:spcPct val="100000"/>
              </a:lnSpc>
              <a:spcBef>
                <a:spcPts val="95"/>
              </a:spcBef>
              <a:spcAft>
                <a:spcPts val="0"/>
              </a:spcAft>
              <a:buClr>
                <a:srgbClr val="89D0D5"/>
              </a:buClr>
              <a:buSzPct val="80000"/>
              <a:buFont typeface="Wingdings 3"/>
              <a:buChar char=""/>
              <a:tabLst>
                <a:tab pos="356870" algn="l"/>
                <a:tab pos="357505"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12065" marR="0" lvl="0" indent="0" algn="l" defTabSz="914400" rtl="0" eaLnBrk="1" fontAlgn="auto" latinLnBrk="0" hangingPunct="1">
              <a:lnSpc>
                <a:spcPct val="100000"/>
              </a:lnSpc>
              <a:spcBef>
                <a:spcPts val="95"/>
              </a:spcBef>
              <a:spcAft>
                <a:spcPts val="0"/>
              </a:spcAft>
              <a:buClr>
                <a:srgbClr val="89D0D5"/>
              </a:buClr>
              <a:buSzPct val="80000"/>
              <a:buFontTx/>
              <a:buNone/>
              <a:tabLst>
                <a:tab pos="356870" algn="l"/>
                <a:tab pos="357505" algn="l"/>
              </a:tabLst>
              <a:defRPr/>
            </a:pPr>
            <a:r>
              <a:rPr kumimoji="0" lang="en-IN"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Ref: </a:t>
            </a: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hlinkClick r:id="rId2"/>
              </a:rPr>
              <a:t>Security Best Practices for Kubernetes Deployment | Kubernetes</a:t>
            </a:r>
            <a:endParaRPr kumimoji="0"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
        <p:nvSpPr>
          <p:cNvPr id="4" name="Footer Placeholder 3">
            <a:extLst>
              <a:ext uri="{FF2B5EF4-FFF2-40B4-BE49-F238E27FC236}">
                <a16:creationId xmlns:a16="http://schemas.microsoft.com/office/drawing/2014/main" id="{6873E324-FCD6-F9E8-89F7-644982FB1FF9}"/>
              </a:ext>
            </a:extLst>
          </p:cNvPr>
          <p:cNvSpPr>
            <a:spLocks noGrp="1"/>
          </p:cNvSpPr>
          <p:nvPr>
            <p:ph type="ftr" sz="quarter" idx="5"/>
          </p:nvPr>
        </p:nvSpPr>
        <p:spPr/>
        <p:txBody>
          <a:bodyPr/>
          <a:lstStyle/>
          <a:p>
            <a:r>
              <a:rPr lang="en-US"/>
              <a:t>CHAITANYA R GAAJULA</a:t>
            </a:r>
          </a:p>
        </p:txBody>
      </p:sp>
      <p:sp>
        <p:nvSpPr>
          <p:cNvPr id="5" name="Slide Number Placeholder 4">
            <a:extLst>
              <a:ext uri="{FF2B5EF4-FFF2-40B4-BE49-F238E27FC236}">
                <a16:creationId xmlns:a16="http://schemas.microsoft.com/office/drawing/2014/main" id="{0ED08847-BBE7-D4B9-055F-24E0ADFEFB47}"/>
              </a:ext>
            </a:extLst>
          </p:cNvPr>
          <p:cNvSpPr>
            <a:spLocks noGrp="1"/>
          </p:cNvSpPr>
          <p:nvPr>
            <p:ph type="sldNum" sz="quarter" idx="7"/>
          </p:nvPr>
        </p:nvSpPr>
        <p:spPr/>
        <p:txBody>
          <a:bodyPr/>
          <a:lstStyle/>
          <a:p>
            <a:fld id="{B6F15528-21DE-4FAA-801E-634DDDAF4B2B}" type="slidenum">
              <a:rPr lang="en-IN" smtClean="0"/>
              <a:t>48</a:t>
            </a:fld>
            <a:endParaRPr lang="en-IN"/>
          </a:p>
        </p:txBody>
      </p:sp>
    </p:spTree>
    <p:extLst>
      <p:ext uri="{BB962C8B-B14F-4D97-AF65-F5344CB8AC3E}">
        <p14:creationId xmlns:p14="http://schemas.microsoft.com/office/powerpoint/2010/main" val="2045767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0" y="2819400"/>
            <a:ext cx="5414010" cy="688650"/>
          </a:xfrm>
          <a:prstGeom prst="rect">
            <a:avLst/>
          </a:prstGeom>
        </p:spPr>
        <p:txBody>
          <a:bodyPr vert="horz" wrap="square" lIns="0" tIns="11430" rIns="0" bIns="0" rtlCol="0">
            <a:spAutoFit/>
          </a:bodyPr>
          <a:lstStyle/>
          <a:p>
            <a:pPr marL="12700">
              <a:lnSpc>
                <a:spcPct val="100000"/>
              </a:lnSpc>
              <a:spcBef>
                <a:spcPts val="90"/>
              </a:spcBef>
            </a:pPr>
            <a:r>
              <a:rPr sz="4400" spc="-5" dirty="0">
                <a:solidFill>
                  <a:schemeClr val="tx1"/>
                </a:solidFill>
                <a:cs typeface="Calibri" panose="020F0502020204030204" pitchFamily="34" charset="0"/>
              </a:rPr>
              <a:t>Kubernetes</a:t>
            </a:r>
            <a:r>
              <a:rPr sz="4400" spc="-35" dirty="0">
                <a:solidFill>
                  <a:schemeClr val="tx1"/>
                </a:solidFill>
                <a:cs typeface="Calibri" panose="020F0502020204030204" pitchFamily="34" charset="0"/>
              </a:rPr>
              <a:t> </a:t>
            </a:r>
            <a:r>
              <a:rPr lang="en-IN" sz="4400" spc="-35" dirty="0">
                <a:solidFill>
                  <a:schemeClr val="tx1"/>
                </a:solidFill>
                <a:cs typeface="Calibri" panose="020F0502020204030204" pitchFamily="34" charset="0"/>
              </a:rPr>
              <a:t>Networking</a:t>
            </a:r>
            <a:endParaRPr sz="4400" dirty="0">
              <a:solidFill>
                <a:schemeClr val="tx1"/>
              </a:solidFill>
              <a:cs typeface="Calibri" panose="020F0502020204030204" pitchFamily="34" charset="0"/>
            </a:endParaRPr>
          </a:p>
        </p:txBody>
      </p:sp>
      <p:sp>
        <p:nvSpPr>
          <p:cNvPr id="3" name="Footer Placeholder 2">
            <a:extLst>
              <a:ext uri="{FF2B5EF4-FFF2-40B4-BE49-F238E27FC236}">
                <a16:creationId xmlns:a16="http://schemas.microsoft.com/office/drawing/2014/main" id="{126F31FB-F33A-0918-0AA3-6B59BCE99B7F}"/>
              </a:ext>
            </a:extLst>
          </p:cNvPr>
          <p:cNvSpPr>
            <a:spLocks noGrp="1"/>
          </p:cNvSpPr>
          <p:nvPr>
            <p:ph type="ftr" sz="quarter" idx="11"/>
          </p:nvPr>
        </p:nvSpPr>
        <p:spPr/>
        <p:txBody>
          <a:bodyPr/>
          <a:lstStyle/>
          <a:p>
            <a:r>
              <a:rPr lang="en-US"/>
              <a:t>CHAITANYA R GAAJULA</a:t>
            </a:r>
            <a:endParaRPr lang="en-IN"/>
          </a:p>
        </p:txBody>
      </p:sp>
      <p:sp>
        <p:nvSpPr>
          <p:cNvPr id="4" name="Slide Number Placeholder 3">
            <a:extLst>
              <a:ext uri="{FF2B5EF4-FFF2-40B4-BE49-F238E27FC236}">
                <a16:creationId xmlns:a16="http://schemas.microsoft.com/office/drawing/2014/main" id="{71855993-BBEA-09A5-4853-CE716D00F7CB}"/>
              </a:ext>
            </a:extLst>
          </p:cNvPr>
          <p:cNvSpPr>
            <a:spLocks noGrp="1"/>
          </p:cNvSpPr>
          <p:nvPr>
            <p:ph type="sldNum" sz="quarter" idx="12"/>
          </p:nvPr>
        </p:nvSpPr>
        <p:spPr/>
        <p:txBody>
          <a:bodyPr/>
          <a:lstStyle/>
          <a:p>
            <a:fld id="{D78CF7DD-D6A3-4452-AF4B-4E834F6C2ED2}" type="slidenum">
              <a:rPr lang="en-IN" smtClean="0"/>
              <a:t>49</a:t>
            </a:fld>
            <a:endParaRPr lang="en-I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5400" y="442555"/>
            <a:ext cx="9601200" cy="565539"/>
          </a:xfrm>
          <a:prstGeom prst="rect">
            <a:avLst/>
          </a:prstGeom>
        </p:spPr>
        <p:txBody>
          <a:bodyPr vert="horz" wrap="square" lIns="0" tIns="11430" rIns="0" bIns="0" rtlCol="0">
            <a:spAutoFit/>
          </a:bodyPr>
          <a:lstStyle/>
          <a:p>
            <a:pPr marL="12700">
              <a:lnSpc>
                <a:spcPct val="100000"/>
              </a:lnSpc>
              <a:spcBef>
                <a:spcPts val="90"/>
              </a:spcBef>
            </a:pPr>
            <a:r>
              <a:rPr sz="3600" spc="-5" dirty="0">
                <a:solidFill>
                  <a:schemeClr val="tx1"/>
                </a:solidFill>
                <a:cs typeface="Calibri" panose="020F0502020204030204" pitchFamily="34" charset="0"/>
              </a:rPr>
              <a:t>Kubernetes</a:t>
            </a:r>
            <a:r>
              <a:rPr sz="3600" spc="-35" dirty="0">
                <a:solidFill>
                  <a:schemeClr val="tx1"/>
                </a:solidFill>
                <a:cs typeface="Calibri" panose="020F0502020204030204" pitchFamily="34" charset="0"/>
              </a:rPr>
              <a:t> </a:t>
            </a:r>
            <a:r>
              <a:rPr lang="en-IN" sz="3600" spc="-35" dirty="0">
                <a:solidFill>
                  <a:schemeClr val="tx1"/>
                </a:solidFill>
                <a:cs typeface="Calibri" panose="020F0502020204030204" pitchFamily="34" charset="0"/>
              </a:rPr>
              <a:t>Network Model</a:t>
            </a:r>
            <a:endParaRPr sz="3600" dirty="0">
              <a:solidFill>
                <a:schemeClr val="tx1"/>
              </a:solidFill>
              <a:cs typeface="Calibri" panose="020F0502020204030204" pitchFamily="34" charset="0"/>
            </a:endParaRPr>
          </a:p>
        </p:txBody>
      </p:sp>
      <p:sp>
        <p:nvSpPr>
          <p:cNvPr id="4" name="TextBox 3">
            <a:extLst>
              <a:ext uri="{FF2B5EF4-FFF2-40B4-BE49-F238E27FC236}">
                <a16:creationId xmlns:a16="http://schemas.microsoft.com/office/drawing/2014/main" id="{2D0ECC2B-86FD-4F0C-999A-DCC2D3CC8B2E}"/>
              </a:ext>
            </a:extLst>
          </p:cNvPr>
          <p:cNvSpPr txBox="1"/>
          <p:nvPr/>
        </p:nvSpPr>
        <p:spPr>
          <a:xfrm>
            <a:off x="381000" y="1828800"/>
            <a:ext cx="10515600" cy="317009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Every Pod gets its own IP address.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Pods on a node can communicate with all pods on all nodes without NAT.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Agents on a node can communicate with all pods on that node.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Containers within a Pod share their network namespaces (IP address and MAC address).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Containers within a Pod can all reach each other's ports on localhost.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
        <p:nvSpPr>
          <p:cNvPr id="3" name="Footer Placeholder 2">
            <a:extLst>
              <a:ext uri="{FF2B5EF4-FFF2-40B4-BE49-F238E27FC236}">
                <a16:creationId xmlns:a16="http://schemas.microsoft.com/office/drawing/2014/main" id="{2D9BF293-C614-AE92-C639-49339BF7805E}"/>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369EE784-A004-F55B-D10E-5D41D1AF95D8}"/>
              </a:ext>
            </a:extLst>
          </p:cNvPr>
          <p:cNvSpPr>
            <a:spLocks noGrp="1"/>
          </p:cNvSpPr>
          <p:nvPr>
            <p:ph type="sldNum" sz="quarter" idx="12"/>
          </p:nvPr>
        </p:nvSpPr>
        <p:spPr/>
        <p:txBody>
          <a:bodyPr/>
          <a:lstStyle/>
          <a:p>
            <a:fld id="{D78CF7DD-D6A3-4452-AF4B-4E834F6C2ED2}" type="slidenum">
              <a:rPr lang="en-IN" smtClean="0"/>
              <a:t>50</a:t>
            </a:fld>
            <a:endParaRPr lang="en-IN"/>
          </a:p>
        </p:txBody>
      </p:sp>
    </p:spTree>
    <p:extLst>
      <p:ext uri="{BB962C8B-B14F-4D97-AF65-F5344CB8AC3E}">
        <p14:creationId xmlns:p14="http://schemas.microsoft.com/office/powerpoint/2010/main" val="27796438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43100" y="198715"/>
            <a:ext cx="7315200" cy="565539"/>
          </a:xfrm>
          <a:prstGeom prst="rect">
            <a:avLst/>
          </a:prstGeom>
        </p:spPr>
        <p:txBody>
          <a:bodyPr vert="horz" wrap="square" lIns="0" tIns="11430" rIns="0" bIns="0" rtlCol="0">
            <a:spAutoFit/>
          </a:bodyPr>
          <a:lstStyle/>
          <a:p>
            <a:pPr marL="12700">
              <a:lnSpc>
                <a:spcPct val="100000"/>
              </a:lnSpc>
              <a:spcBef>
                <a:spcPts val="90"/>
              </a:spcBef>
            </a:pPr>
            <a:r>
              <a:rPr lang="en-IN" sz="3600" spc="-5" dirty="0">
                <a:solidFill>
                  <a:schemeClr val="tx1"/>
                </a:solidFill>
                <a:cs typeface="Calibri" panose="020F0502020204030204" pitchFamily="34" charset="0"/>
              </a:rPr>
              <a:t>Implement Network Model</a:t>
            </a:r>
            <a:endParaRPr sz="3600" dirty="0">
              <a:solidFill>
                <a:schemeClr val="tx1"/>
              </a:solidFill>
              <a:cs typeface="Calibri" panose="020F0502020204030204" pitchFamily="34" charset="0"/>
            </a:endParaRPr>
          </a:p>
        </p:txBody>
      </p:sp>
      <p:sp>
        <p:nvSpPr>
          <p:cNvPr id="6" name="TextBox 5">
            <a:extLst>
              <a:ext uri="{FF2B5EF4-FFF2-40B4-BE49-F238E27FC236}">
                <a16:creationId xmlns:a16="http://schemas.microsoft.com/office/drawing/2014/main" id="{0918AFED-B7B7-43B0-A996-D922C6AAA12A}"/>
              </a:ext>
            </a:extLst>
          </p:cNvPr>
          <p:cNvSpPr txBox="1"/>
          <p:nvPr/>
        </p:nvSpPr>
        <p:spPr>
          <a:xfrm>
            <a:off x="566737" y="952500"/>
            <a:ext cx="11625263" cy="347787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rPr>
              <a:t>Weave Net is a resilient and simple to use network for Kubernetes and its hosted applications. Weave Net runs as a CNI plug-in or stand-alone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rPr>
              <a:t>Calico is an open source networking and network security solution for containers, virtual machines, and native host-based workloads.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rPr>
              <a:t>Flannel is a very simple overlay network that satisfies the Kubernetes requirements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22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pic>
        <p:nvPicPr>
          <p:cNvPr id="1026" name="Picture 2" descr="GitHub - projectcalico/cni-plugin: Calico CNI plugin">
            <a:extLst>
              <a:ext uri="{FF2B5EF4-FFF2-40B4-BE49-F238E27FC236}">
                <a16:creationId xmlns:a16="http://schemas.microsoft.com/office/drawing/2014/main" id="{FD952A59-63A0-46B4-B14C-9C74DE05CD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100" y="4024313"/>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ancher Docs: Container Network Interface (CNI) Providers">
            <a:extLst>
              <a:ext uri="{FF2B5EF4-FFF2-40B4-BE49-F238E27FC236}">
                <a16:creationId xmlns:a16="http://schemas.microsoft.com/office/drawing/2014/main" id="{B6DD3A7E-E61D-413B-8752-888EDB7AC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5387" y="3933825"/>
            <a:ext cx="2181225" cy="2095500"/>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46438CC8-42B1-38AA-9851-4146A7E97070}"/>
              </a:ext>
            </a:extLst>
          </p:cNvPr>
          <p:cNvSpPr>
            <a:spLocks noGrp="1"/>
          </p:cNvSpPr>
          <p:nvPr>
            <p:ph type="ftr" sz="quarter" idx="11"/>
          </p:nvPr>
        </p:nvSpPr>
        <p:spPr/>
        <p:txBody>
          <a:bodyPr/>
          <a:lstStyle/>
          <a:p>
            <a:r>
              <a:rPr lang="en-US"/>
              <a:t>CHAITANYA R GAAJULA</a:t>
            </a:r>
            <a:endParaRPr lang="en-IN"/>
          </a:p>
        </p:txBody>
      </p:sp>
      <p:sp>
        <p:nvSpPr>
          <p:cNvPr id="4" name="Slide Number Placeholder 3">
            <a:extLst>
              <a:ext uri="{FF2B5EF4-FFF2-40B4-BE49-F238E27FC236}">
                <a16:creationId xmlns:a16="http://schemas.microsoft.com/office/drawing/2014/main" id="{2CC55BE4-6E32-EF87-D97B-7681AA19BDA1}"/>
              </a:ext>
            </a:extLst>
          </p:cNvPr>
          <p:cNvSpPr>
            <a:spLocks noGrp="1"/>
          </p:cNvSpPr>
          <p:nvPr>
            <p:ph type="sldNum" sz="quarter" idx="12"/>
          </p:nvPr>
        </p:nvSpPr>
        <p:spPr/>
        <p:txBody>
          <a:bodyPr/>
          <a:lstStyle/>
          <a:p>
            <a:fld id="{D78CF7DD-D6A3-4452-AF4B-4E834F6C2ED2}" type="slidenum">
              <a:rPr lang="en-IN" smtClean="0"/>
              <a:t>51</a:t>
            </a:fld>
            <a:endParaRPr lang="en-IN"/>
          </a:p>
        </p:txBody>
      </p:sp>
    </p:spTree>
    <p:extLst>
      <p:ext uri="{BB962C8B-B14F-4D97-AF65-F5344CB8AC3E}">
        <p14:creationId xmlns:p14="http://schemas.microsoft.com/office/powerpoint/2010/main" val="4309309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0" y="658929"/>
            <a:ext cx="4714240" cy="566822"/>
          </a:xfrm>
          <a:prstGeom prst="rect">
            <a:avLst/>
          </a:prstGeom>
        </p:spPr>
        <p:txBody>
          <a:bodyPr vert="horz" wrap="square" lIns="0" tIns="12700" rIns="0" bIns="0" rtlCol="0">
            <a:spAutoFit/>
          </a:bodyPr>
          <a:lstStyle/>
          <a:p>
            <a:pPr marL="12700">
              <a:lnSpc>
                <a:spcPct val="100000"/>
              </a:lnSpc>
              <a:spcBef>
                <a:spcPts val="100"/>
              </a:spcBef>
            </a:pPr>
            <a:r>
              <a:rPr sz="3600" spc="-25" dirty="0">
                <a:solidFill>
                  <a:schemeClr val="tx1"/>
                </a:solidFill>
              </a:rPr>
              <a:t>What </a:t>
            </a:r>
            <a:r>
              <a:rPr sz="3600" spc="-5" dirty="0">
                <a:solidFill>
                  <a:schemeClr val="tx1"/>
                </a:solidFill>
              </a:rPr>
              <a:t>is </a:t>
            </a:r>
            <a:r>
              <a:rPr sz="3600" dirty="0">
                <a:solidFill>
                  <a:schemeClr val="tx1"/>
                </a:solidFill>
              </a:rPr>
              <a:t>a</a:t>
            </a:r>
            <a:r>
              <a:rPr sz="3600" spc="45" dirty="0">
                <a:solidFill>
                  <a:schemeClr val="tx1"/>
                </a:solidFill>
              </a:rPr>
              <a:t> </a:t>
            </a:r>
            <a:r>
              <a:rPr sz="3600" spc="-5" dirty="0">
                <a:solidFill>
                  <a:schemeClr val="tx1"/>
                </a:solidFill>
              </a:rPr>
              <a:t>Service?</a:t>
            </a:r>
          </a:p>
        </p:txBody>
      </p:sp>
      <p:sp>
        <p:nvSpPr>
          <p:cNvPr id="3" name="object 3"/>
          <p:cNvSpPr txBox="1"/>
          <p:nvPr/>
        </p:nvSpPr>
        <p:spPr>
          <a:xfrm>
            <a:off x="381000" y="2006030"/>
            <a:ext cx="11049000" cy="2858475"/>
          </a:xfrm>
          <a:prstGeom prst="rect">
            <a:avLst/>
          </a:prstGeom>
        </p:spPr>
        <p:txBody>
          <a:bodyPr vert="horz" wrap="square" lIns="0" tIns="11430" rIns="0" bIns="0" rtlCol="0">
            <a:spAutoFit/>
          </a:bodyPr>
          <a:lstStyle/>
          <a:p>
            <a:pPr marL="355600" marR="0" lvl="0" indent="-342900" algn="l" defTabSz="914400" rtl="0" eaLnBrk="1" fontAlgn="auto" latinLnBrk="0" hangingPunct="1">
              <a:lnSpc>
                <a:spcPct val="100000"/>
              </a:lnSpc>
              <a:spcBef>
                <a:spcPts val="90"/>
              </a:spcBef>
              <a:spcAft>
                <a:spcPts val="0"/>
              </a:spcAft>
              <a:buClrTx/>
              <a:buSzTx/>
              <a:buFont typeface="Wingdings" panose="05000000000000000000" pitchFamily="2" charset="2"/>
              <a:buChar char="Ø"/>
              <a:tabLst>
                <a:tab pos="356870"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 service can be defined as a logical set of pods.</a:t>
            </a:r>
          </a:p>
          <a:p>
            <a:pPr marL="355600" marR="0" lvl="0" indent="-342900" algn="l" defTabSz="914400" rtl="0" eaLnBrk="1" fontAlgn="auto" latinLnBrk="0" hangingPunct="1">
              <a:lnSpc>
                <a:spcPct val="100000"/>
              </a:lnSpc>
              <a:spcBef>
                <a:spcPts val="90"/>
              </a:spcBef>
              <a:spcAft>
                <a:spcPts val="0"/>
              </a:spcAft>
              <a:buClrTx/>
              <a:buSzTx/>
              <a:buFont typeface="Wingdings" panose="05000000000000000000" pitchFamily="2" charset="2"/>
              <a:buChar char="Ø"/>
              <a:tabLst>
                <a:tab pos="356870"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55600" marR="0" lvl="0" indent="-342900" algn="l" defTabSz="914400" rtl="0" eaLnBrk="1" fontAlgn="auto" latinLnBrk="0" hangingPunct="1">
              <a:lnSpc>
                <a:spcPct val="100000"/>
              </a:lnSpc>
              <a:spcBef>
                <a:spcPts val="90"/>
              </a:spcBef>
              <a:spcAft>
                <a:spcPts val="0"/>
              </a:spcAft>
              <a:buClrTx/>
              <a:buSzTx/>
              <a:buFont typeface="Wingdings" panose="05000000000000000000" pitchFamily="2" charset="2"/>
              <a:buChar char="Ø"/>
              <a:tabLst>
                <a:tab pos="356870"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It can be defined as an abstraction on the top of the pod which provides a  single IP address and DNS name by which pods can be accessed.</a:t>
            </a:r>
          </a:p>
          <a:p>
            <a:pPr marL="355600" marR="0" lvl="0" indent="-342900" algn="l" defTabSz="914400" rtl="0" eaLnBrk="1" fontAlgn="auto" latinLnBrk="0" hangingPunct="1">
              <a:lnSpc>
                <a:spcPct val="100000"/>
              </a:lnSpc>
              <a:spcBef>
                <a:spcPts val="90"/>
              </a:spcBef>
              <a:spcAft>
                <a:spcPts val="0"/>
              </a:spcAft>
              <a:buClrTx/>
              <a:buSzTx/>
              <a:buFont typeface="Wingdings" panose="05000000000000000000" pitchFamily="2" charset="2"/>
              <a:buChar char="Ø"/>
              <a:tabLst>
                <a:tab pos="356870"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55600" marR="0" lvl="0" indent="-342900" algn="l" defTabSz="914400" rtl="0" eaLnBrk="1" fontAlgn="auto" latinLnBrk="0" hangingPunct="1">
              <a:lnSpc>
                <a:spcPct val="100000"/>
              </a:lnSpc>
              <a:spcBef>
                <a:spcPts val="90"/>
              </a:spcBef>
              <a:spcAft>
                <a:spcPts val="0"/>
              </a:spcAft>
              <a:buClrTx/>
              <a:buSzTx/>
              <a:buFont typeface="Wingdings" panose="05000000000000000000" pitchFamily="2" charset="2"/>
              <a:buChar char="Ø"/>
              <a:tabLst>
                <a:tab pos="356870"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With Service, it is very easy to manage load balancing configuration. It helps pods to        scale very easily.</a:t>
            </a:r>
          </a:p>
          <a:p>
            <a:pPr marL="355600" marR="0" lvl="0" indent="-342900" algn="l" defTabSz="914400" rtl="0" eaLnBrk="1" fontAlgn="auto" latinLnBrk="0" hangingPunct="1">
              <a:lnSpc>
                <a:spcPct val="100000"/>
              </a:lnSpc>
              <a:spcBef>
                <a:spcPts val="90"/>
              </a:spcBef>
              <a:spcAft>
                <a:spcPts val="0"/>
              </a:spcAft>
              <a:buClrTx/>
              <a:buSzTx/>
              <a:buFont typeface="Wingdings" panose="05000000000000000000" pitchFamily="2" charset="2"/>
              <a:buChar char="Ø"/>
              <a:tabLst>
                <a:tab pos="356870"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55600" marR="0" lvl="0" indent="-342900" algn="l" defTabSz="914400" rtl="0" eaLnBrk="1" fontAlgn="auto" latinLnBrk="0" hangingPunct="1">
              <a:lnSpc>
                <a:spcPct val="100000"/>
              </a:lnSpc>
              <a:spcBef>
                <a:spcPts val="90"/>
              </a:spcBef>
              <a:spcAft>
                <a:spcPts val="0"/>
              </a:spcAft>
              <a:buClrTx/>
              <a:buSzTx/>
              <a:buFont typeface="Wingdings" panose="05000000000000000000" pitchFamily="2" charset="2"/>
              <a:buChar char="Ø"/>
              <a:tabLst>
                <a:tab pos="356870"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 service is a REST object in Kubernetes whose definition can be posted to Kubernetes  </a:t>
            </a:r>
            <a:r>
              <a:rPr kumimoji="0" lang="en-US" sz="2000" b="0" i="0" u="none" strike="noStrike" kern="1200" cap="none" spc="0" normalizeH="0" baseline="0" noProof="0" dirty="0" err="1">
                <a:ln>
                  <a:noFill/>
                </a:ln>
                <a:solidFill>
                  <a:prstClr val="black"/>
                </a:solidFill>
                <a:effectLst/>
                <a:uLnTx/>
                <a:uFillTx/>
                <a:latin typeface="Calibri Light" panose="020F0302020204030204" pitchFamily="34" charset="0"/>
                <a:ea typeface="+mn-ea"/>
                <a:cs typeface="Calibri Light" panose="020F0302020204030204" pitchFamily="34" charset="0"/>
              </a:rPr>
              <a:t>ApiServer</a:t>
            </a: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on the Kubernetes master.</a:t>
            </a:r>
            <a:endParaRPr kumimoji="0"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
        <p:nvSpPr>
          <p:cNvPr id="4" name="Footer Placeholder 3">
            <a:extLst>
              <a:ext uri="{FF2B5EF4-FFF2-40B4-BE49-F238E27FC236}">
                <a16:creationId xmlns:a16="http://schemas.microsoft.com/office/drawing/2014/main" id="{1D9DEABA-3830-7434-D477-D684B02E8285}"/>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C5C752B6-E8A4-0B20-EEA8-8DB56253945F}"/>
              </a:ext>
            </a:extLst>
          </p:cNvPr>
          <p:cNvSpPr>
            <a:spLocks noGrp="1"/>
          </p:cNvSpPr>
          <p:nvPr>
            <p:ph type="sldNum" sz="quarter" idx="12"/>
          </p:nvPr>
        </p:nvSpPr>
        <p:spPr/>
        <p:txBody>
          <a:bodyPr/>
          <a:lstStyle/>
          <a:p>
            <a:fld id="{D78CF7DD-D6A3-4452-AF4B-4E834F6C2ED2}" type="slidenum">
              <a:rPr lang="en-IN" smtClean="0"/>
              <a:t>52</a:t>
            </a:fld>
            <a:endParaRPr lang="en-IN"/>
          </a:p>
        </p:txBody>
      </p:sp>
    </p:spTree>
    <p:extLst>
      <p:ext uri="{BB962C8B-B14F-4D97-AF65-F5344CB8AC3E}">
        <p14:creationId xmlns:p14="http://schemas.microsoft.com/office/powerpoint/2010/main" val="2534132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0876" y="523419"/>
            <a:ext cx="7084695" cy="566822"/>
          </a:xfrm>
          <a:prstGeom prst="rect">
            <a:avLst/>
          </a:prstGeom>
        </p:spPr>
        <p:txBody>
          <a:bodyPr vert="horz" wrap="square" lIns="0" tIns="12700" rIns="0" bIns="0" rtlCol="0">
            <a:spAutoFit/>
          </a:bodyPr>
          <a:lstStyle/>
          <a:p>
            <a:pPr marL="12700">
              <a:lnSpc>
                <a:spcPct val="100000"/>
              </a:lnSpc>
              <a:spcBef>
                <a:spcPts val="100"/>
              </a:spcBef>
            </a:pPr>
            <a:r>
              <a:rPr sz="3600" dirty="0">
                <a:solidFill>
                  <a:schemeClr val="tx1"/>
                </a:solidFill>
              </a:rPr>
              <a:t>Need </a:t>
            </a:r>
            <a:r>
              <a:rPr lang="en-IN" sz="3600" dirty="0"/>
              <a:t>for </a:t>
            </a:r>
            <a:r>
              <a:rPr sz="3600" spc="-5" dirty="0" err="1">
                <a:solidFill>
                  <a:schemeClr val="tx1"/>
                </a:solidFill>
              </a:rPr>
              <a:t>Kubern</a:t>
            </a:r>
            <a:r>
              <a:rPr lang="en-IN" sz="3600" spc="-5" dirty="0">
                <a:solidFill>
                  <a:schemeClr val="tx1"/>
                </a:solidFill>
              </a:rPr>
              <a:t>e</a:t>
            </a:r>
            <a:r>
              <a:rPr sz="3600" spc="-5" dirty="0" err="1">
                <a:solidFill>
                  <a:schemeClr val="tx1"/>
                </a:solidFill>
              </a:rPr>
              <a:t>tes</a:t>
            </a:r>
            <a:r>
              <a:rPr sz="3600" spc="-80" dirty="0">
                <a:solidFill>
                  <a:schemeClr val="tx1"/>
                </a:solidFill>
              </a:rPr>
              <a:t> </a:t>
            </a:r>
            <a:r>
              <a:rPr sz="3600" spc="-5" dirty="0">
                <a:solidFill>
                  <a:schemeClr val="tx1"/>
                </a:solidFill>
              </a:rPr>
              <a:t>Services</a:t>
            </a:r>
          </a:p>
        </p:txBody>
      </p:sp>
      <p:sp>
        <p:nvSpPr>
          <p:cNvPr id="3" name="object 3"/>
          <p:cNvSpPr txBox="1"/>
          <p:nvPr/>
        </p:nvSpPr>
        <p:spPr>
          <a:xfrm>
            <a:off x="609600" y="1845874"/>
            <a:ext cx="10782199" cy="2858475"/>
          </a:xfrm>
          <a:prstGeom prst="rect">
            <a:avLst/>
          </a:prstGeom>
        </p:spPr>
        <p:txBody>
          <a:bodyPr vert="horz" wrap="square" lIns="0" tIns="11430" rIns="0" bIns="0" rtlCol="0">
            <a:spAutoFit/>
          </a:bodyPr>
          <a:lstStyle/>
          <a:p>
            <a:pPr marL="355600" marR="0" lvl="0" indent="-342900" algn="l" defTabSz="914400" rtl="0" eaLnBrk="1" fontAlgn="auto" latinLnBrk="0" hangingPunct="1">
              <a:lnSpc>
                <a:spcPct val="100000"/>
              </a:lnSpc>
              <a:spcBef>
                <a:spcPts val="90"/>
              </a:spcBef>
              <a:spcAft>
                <a:spcPts val="0"/>
              </a:spcAft>
              <a:buClrTx/>
              <a:buSzTx/>
              <a:buFont typeface="Wingdings" panose="05000000000000000000" pitchFamily="2" charset="2"/>
              <a:buChar char="Ø"/>
              <a:tabLst>
                <a:tab pos="356870"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Kubernetes Pods details constantly changes . They may die and be restarted anywhere in the cluster at any time.</a:t>
            </a:r>
          </a:p>
          <a:p>
            <a:pPr marL="355600" marR="0" lvl="0" indent="-342900" algn="l" defTabSz="914400" rtl="0" eaLnBrk="1" fontAlgn="auto" latinLnBrk="0" hangingPunct="1">
              <a:lnSpc>
                <a:spcPct val="100000"/>
              </a:lnSpc>
              <a:spcBef>
                <a:spcPts val="90"/>
              </a:spcBef>
              <a:spcAft>
                <a:spcPts val="0"/>
              </a:spcAft>
              <a:buClrTx/>
              <a:buSzTx/>
              <a:buFont typeface="Wingdings" panose="05000000000000000000" pitchFamily="2" charset="2"/>
              <a:buChar char="Ø"/>
              <a:tabLst>
                <a:tab pos="356870"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55600" marR="0" lvl="0" indent="-342900" algn="l" defTabSz="914400" rtl="0" eaLnBrk="1" fontAlgn="auto" latinLnBrk="0" hangingPunct="1">
              <a:lnSpc>
                <a:spcPct val="100000"/>
              </a:lnSpc>
              <a:spcBef>
                <a:spcPts val="90"/>
              </a:spcBef>
              <a:spcAft>
                <a:spcPts val="0"/>
              </a:spcAft>
              <a:buClrTx/>
              <a:buSzTx/>
              <a:buFont typeface="Wingdings" panose="05000000000000000000" pitchFamily="2" charset="2"/>
              <a:buChar char="Ø"/>
              <a:tabLst>
                <a:tab pos="356870"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55600" marR="0" lvl="0" indent="-342900" algn="l" defTabSz="914400" rtl="0" eaLnBrk="1" fontAlgn="auto" latinLnBrk="0" hangingPunct="1">
              <a:lnSpc>
                <a:spcPct val="100000"/>
              </a:lnSpc>
              <a:spcBef>
                <a:spcPts val="90"/>
              </a:spcBef>
              <a:spcAft>
                <a:spcPts val="0"/>
              </a:spcAft>
              <a:buClrTx/>
              <a:buSzTx/>
              <a:buFont typeface="Wingdings" panose="05000000000000000000" pitchFamily="2" charset="2"/>
              <a:buChar char="Ø"/>
              <a:tabLst>
                <a:tab pos="356870"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When restarted, a Pod may be assigned a different IP address. </a:t>
            </a:r>
          </a:p>
          <a:p>
            <a:pPr marL="355600" marR="0" lvl="0" indent="-342900" algn="l" defTabSz="914400" rtl="0" eaLnBrk="1" fontAlgn="auto" latinLnBrk="0" hangingPunct="1">
              <a:lnSpc>
                <a:spcPct val="100000"/>
              </a:lnSpc>
              <a:spcBef>
                <a:spcPts val="90"/>
              </a:spcBef>
              <a:spcAft>
                <a:spcPts val="0"/>
              </a:spcAft>
              <a:buClrTx/>
              <a:buSzTx/>
              <a:buFont typeface="Wingdings" panose="05000000000000000000" pitchFamily="2" charset="2"/>
              <a:buChar char="Ø"/>
              <a:tabLst>
                <a:tab pos="356870"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55600" marR="0" lvl="0" indent="-342900" algn="l" defTabSz="914400" rtl="0" eaLnBrk="1" fontAlgn="auto" latinLnBrk="0" hangingPunct="1">
              <a:lnSpc>
                <a:spcPct val="100000"/>
              </a:lnSpc>
              <a:spcBef>
                <a:spcPts val="90"/>
              </a:spcBef>
              <a:spcAft>
                <a:spcPts val="0"/>
              </a:spcAft>
              <a:buClrTx/>
              <a:buSzTx/>
              <a:buFont typeface="Wingdings" panose="05000000000000000000" pitchFamily="2" charset="2"/>
              <a:buChar char="Ø"/>
              <a:tabLst>
                <a:tab pos="356870" algn="l"/>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55600" marR="0" lvl="0" indent="-342900" algn="l" defTabSz="914400" rtl="0" eaLnBrk="1" fontAlgn="auto" latinLnBrk="0" hangingPunct="1">
              <a:lnSpc>
                <a:spcPct val="100000"/>
              </a:lnSpc>
              <a:spcBef>
                <a:spcPts val="90"/>
              </a:spcBef>
              <a:spcAft>
                <a:spcPts val="0"/>
              </a:spcAft>
              <a:buClrTx/>
              <a:buSzTx/>
              <a:buFont typeface="Wingdings" panose="05000000000000000000" pitchFamily="2" charset="2"/>
              <a:buChar char="Ø"/>
              <a:tabLst>
                <a:tab pos="356870" algn="l"/>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 Kubernetes Service create a logical connection to the set of Pods and a policy by which to access them. The set of Pods targeted by a  Service is usually determined by a Label Selector.</a:t>
            </a:r>
            <a:endParaRPr kumimoji="0"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
        <p:nvSpPr>
          <p:cNvPr id="4" name="Footer Placeholder 3">
            <a:extLst>
              <a:ext uri="{FF2B5EF4-FFF2-40B4-BE49-F238E27FC236}">
                <a16:creationId xmlns:a16="http://schemas.microsoft.com/office/drawing/2014/main" id="{A789ED6B-AB48-0824-7118-EC4B008537F9}"/>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C75503F8-DD7B-87F9-A533-691F6B15245D}"/>
              </a:ext>
            </a:extLst>
          </p:cNvPr>
          <p:cNvSpPr>
            <a:spLocks noGrp="1"/>
          </p:cNvSpPr>
          <p:nvPr>
            <p:ph type="sldNum" sz="quarter" idx="12"/>
          </p:nvPr>
        </p:nvSpPr>
        <p:spPr/>
        <p:txBody>
          <a:bodyPr/>
          <a:lstStyle/>
          <a:p>
            <a:fld id="{D78CF7DD-D6A3-4452-AF4B-4E834F6C2ED2}" type="slidenum">
              <a:rPr lang="en-IN" smtClean="0"/>
              <a:t>53</a:t>
            </a:fld>
            <a:endParaRPr lang="en-IN"/>
          </a:p>
        </p:txBody>
      </p:sp>
    </p:spTree>
    <p:extLst>
      <p:ext uri="{BB962C8B-B14F-4D97-AF65-F5344CB8AC3E}">
        <p14:creationId xmlns:p14="http://schemas.microsoft.com/office/powerpoint/2010/main" val="22342197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14983" y="1322832"/>
            <a:ext cx="9241536" cy="487680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43096D6-E6BF-4AF4-B59B-BB3D3C034567}"/>
              </a:ext>
            </a:extLst>
          </p:cNvPr>
          <p:cNvSpPr txBox="1"/>
          <p:nvPr/>
        </p:nvSpPr>
        <p:spPr>
          <a:xfrm>
            <a:off x="1714501" y="228600"/>
            <a:ext cx="71247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0" i="0" u="none" strike="noStrike" kern="1200" cap="none" spc="0" normalizeH="0" baseline="0" noProof="0" dirty="0">
                <a:ln>
                  <a:noFill/>
                </a:ln>
                <a:solidFill>
                  <a:prstClr val="black"/>
                </a:solidFill>
                <a:effectLst/>
                <a:uLnTx/>
                <a:uFillTx/>
                <a:latin typeface="Calibri Light" panose="020F0302020204030204"/>
                <a:ea typeface="+mn-ea"/>
                <a:cs typeface="+mn-cs"/>
              </a:rPr>
              <a:t>Need for </a:t>
            </a:r>
            <a:r>
              <a:rPr kumimoji="0" lang="en-IN" sz="3600" b="0" i="0" u="none" strike="noStrike" kern="1200" cap="none" spc="-5" normalizeH="0" baseline="0" noProof="0" dirty="0">
                <a:ln>
                  <a:noFill/>
                </a:ln>
                <a:solidFill>
                  <a:prstClr val="black"/>
                </a:solidFill>
                <a:effectLst/>
                <a:uLnTx/>
                <a:uFillTx/>
                <a:latin typeface="Calibri Light" panose="020F0302020204030204"/>
                <a:ea typeface="+mn-ea"/>
                <a:cs typeface="+mn-cs"/>
              </a:rPr>
              <a:t>Kubernetes</a:t>
            </a:r>
            <a:r>
              <a:rPr kumimoji="0" lang="en-IN" sz="3600" b="0" i="0" u="none" strike="noStrike" kern="1200" cap="none" spc="-80" normalizeH="0" baseline="0" noProof="0" dirty="0">
                <a:ln>
                  <a:noFill/>
                </a:ln>
                <a:solidFill>
                  <a:prstClr val="black"/>
                </a:solidFill>
                <a:effectLst/>
                <a:uLnTx/>
                <a:uFillTx/>
                <a:latin typeface="Calibri Light" panose="020F0302020204030204"/>
                <a:ea typeface="+mn-ea"/>
                <a:cs typeface="+mn-cs"/>
              </a:rPr>
              <a:t> </a:t>
            </a:r>
            <a:r>
              <a:rPr kumimoji="0" lang="en-IN" sz="3600" b="0" i="0" u="none" strike="noStrike" kern="1200" cap="none" spc="-5" normalizeH="0" baseline="0" noProof="0" dirty="0">
                <a:ln>
                  <a:noFill/>
                </a:ln>
                <a:solidFill>
                  <a:prstClr val="black"/>
                </a:solidFill>
                <a:effectLst/>
                <a:uLnTx/>
                <a:uFillTx/>
                <a:latin typeface="Calibri Light" panose="020F0302020204030204"/>
                <a:ea typeface="+mn-ea"/>
                <a:cs typeface="+mn-cs"/>
              </a:rPr>
              <a:t>Services</a:t>
            </a:r>
            <a:endParaRPr kumimoji="0" lang="en-IN" sz="36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3" name="Footer Placeholder 2">
            <a:extLst>
              <a:ext uri="{FF2B5EF4-FFF2-40B4-BE49-F238E27FC236}">
                <a16:creationId xmlns:a16="http://schemas.microsoft.com/office/drawing/2014/main" id="{52C996D2-9D5E-85C4-F957-68B15D4C6866}"/>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51A4D68C-26A3-B1F2-E788-D62E194EAC07}"/>
              </a:ext>
            </a:extLst>
          </p:cNvPr>
          <p:cNvSpPr>
            <a:spLocks noGrp="1"/>
          </p:cNvSpPr>
          <p:nvPr>
            <p:ph type="sldNum" sz="quarter" idx="12"/>
          </p:nvPr>
        </p:nvSpPr>
        <p:spPr/>
        <p:txBody>
          <a:bodyPr/>
          <a:lstStyle/>
          <a:p>
            <a:fld id="{D78CF7DD-D6A3-4452-AF4B-4E834F6C2ED2}" type="slidenum">
              <a:rPr lang="en-IN" smtClean="0"/>
              <a:t>54</a:t>
            </a:fld>
            <a:endParaRPr lang="en-I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70559" y="1310639"/>
            <a:ext cx="10277856" cy="4776215"/>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87CE52DF-86B0-4485-8E34-572C29C100AC}"/>
              </a:ext>
            </a:extLst>
          </p:cNvPr>
          <p:cNvSpPr txBox="1"/>
          <p:nvPr/>
        </p:nvSpPr>
        <p:spPr>
          <a:xfrm>
            <a:off x="1714501" y="228600"/>
            <a:ext cx="71247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0" i="0" u="none" strike="noStrike" kern="1200" cap="none" spc="0" normalizeH="0" baseline="0" noProof="0" dirty="0">
                <a:ln>
                  <a:noFill/>
                </a:ln>
                <a:solidFill>
                  <a:prstClr val="black"/>
                </a:solidFill>
                <a:effectLst/>
                <a:uLnTx/>
                <a:uFillTx/>
                <a:latin typeface="Calibri Light" panose="020F0302020204030204"/>
                <a:ea typeface="+mn-ea"/>
                <a:cs typeface="+mn-cs"/>
              </a:rPr>
              <a:t>Need for </a:t>
            </a:r>
            <a:r>
              <a:rPr kumimoji="0" lang="en-IN" sz="3600" b="0" i="0" u="none" strike="noStrike" kern="1200" cap="none" spc="-5" normalizeH="0" baseline="0" noProof="0" dirty="0">
                <a:ln>
                  <a:noFill/>
                </a:ln>
                <a:solidFill>
                  <a:prstClr val="black"/>
                </a:solidFill>
                <a:effectLst/>
                <a:uLnTx/>
                <a:uFillTx/>
                <a:latin typeface="Calibri Light" panose="020F0302020204030204"/>
                <a:ea typeface="+mn-ea"/>
                <a:cs typeface="+mn-cs"/>
              </a:rPr>
              <a:t>Kubernetes</a:t>
            </a:r>
            <a:r>
              <a:rPr kumimoji="0" lang="en-IN" sz="3600" b="0" i="0" u="none" strike="noStrike" kern="1200" cap="none" spc="-80" normalizeH="0" baseline="0" noProof="0" dirty="0">
                <a:ln>
                  <a:noFill/>
                </a:ln>
                <a:solidFill>
                  <a:prstClr val="black"/>
                </a:solidFill>
                <a:effectLst/>
                <a:uLnTx/>
                <a:uFillTx/>
                <a:latin typeface="Calibri Light" panose="020F0302020204030204"/>
                <a:ea typeface="+mn-ea"/>
                <a:cs typeface="+mn-cs"/>
              </a:rPr>
              <a:t> </a:t>
            </a:r>
            <a:r>
              <a:rPr kumimoji="0" lang="en-IN" sz="3600" b="0" i="0" u="none" strike="noStrike" kern="1200" cap="none" spc="-5" normalizeH="0" baseline="0" noProof="0" dirty="0">
                <a:ln>
                  <a:noFill/>
                </a:ln>
                <a:solidFill>
                  <a:prstClr val="black"/>
                </a:solidFill>
                <a:effectLst/>
                <a:uLnTx/>
                <a:uFillTx/>
                <a:latin typeface="Calibri Light" panose="020F0302020204030204"/>
                <a:ea typeface="+mn-ea"/>
                <a:cs typeface="+mn-cs"/>
              </a:rPr>
              <a:t>Services</a:t>
            </a:r>
            <a:endParaRPr kumimoji="0" lang="en-IN" sz="36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3" name="Footer Placeholder 2">
            <a:extLst>
              <a:ext uri="{FF2B5EF4-FFF2-40B4-BE49-F238E27FC236}">
                <a16:creationId xmlns:a16="http://schemas.microsoft.com/office/drawing/2014/main" id="{D160350C-E9E2-9524-C13F-327F973EC527}"/>
              </a:ext>
            </a:extLst>
          </p:cNvPr>
          <p:cNvSpPr>
            <a:spLocks noGrp="1"/>
          </p:cNvSpPr>
          <p:nvPr>
            <p:ph type="ftr" sz="quarter" idx="11"/>
          </p:nvPr>
        </p:nvSpPr>
        <p:spPr/>
        <p:txBody>
          <a:bodyPr/>
          <a:lstStyle/>
          <a:p>
            <a:r>
              <a:rPr lang="en-US"/>
              <a:t>CHAITANYA R GAAJULA</a:t>
            </a:r>
            <a:endParaRPr lang="en-IN"/>
          </a:p>
        </p:txBody>
      </p:sp>
      <p:sp>
        <p:nvSpPr>
          <p:cNvPr id="4" name="Slide Number Placeholder 3">
            <a:extLst>
              <a:ext uri="{FF2B5EF4-FFF2-40B4-BE49-F238E27FC236}">
                <a16:creationId xmlns:a16="http://schemas.microsoft.com/office/drawing/2014/main" id="{14D28CEC-E276-848D-FECC-6535F94787B2}"/>
              </a:ext>
            </a:extLst>
          </p:cNvPr>
          <p:cNvSpPr>
            <a:spLocks noGrp="1"/>
          </p:cNvSpPr>
          <p:nvPr>
            <p:ph type="sldNum" sz="quarter" idx="12"/>
          </p:nvPr>
        </p:nvSpPr>
        <p:spPr/>
        <p:txBody>
          <a:bodyPr/>
          <a:lstStyle/>
          <a:p>
            <a:fld id="{D78CF7DD-D6A3-4452-AF4B-4E834F6C2ED2}" type="slidenum">
              <a:rPr lang="en-IN" smtClean="0"/>
              <a:t>55</a:t>
            </a:fld>
            <a:endParaRPr lang="en-I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C52BD072-221E-4C6A-8E95-AF39BEAD3F5C}"/>
              </a:ext>
            </a:extLst>
          </p:cNvPr>
          <p:cNvSpPr/>
          <p:nvPr/>
        </p:nvSpPr>
        <p:spPr>
          <a:xfrm>
            <a:off x="914400" y="1459045"/>
            <a:ext cx="9406128" cy="4550664"/>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6FB3A185-6F3E-4360-AA4A-2C1A525E85CB}"/>
              </a:ext>
            </a:extLst>
          </p:cNvPr>
          <p:cNvSpPr txBox="1"/>
          <p:nvPr/>
        </p:nvSpPr>
        <p:spPr>
          <a:xfrm>
            <a:off x="1714501" y="228600"/>
            <a:ext cx="71247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0" i="0" u="none" strike="noStrike" kern="1200" cap="none" spc="0" normalizeH="0" baseline="0" noProof="0" dirty="0">
                <a:ln>
                  <a:noFill/>
                </a:ln>
                <a:solidFill>
                  <a:prstClr val="black"/>
                </a:solidFill>
                <a:effectLst/>
                <a:uLnTx/>
                <a:uFillTx/>
                <a:latin typeface="Calibri Light" panose="020F0302020204030204"/>
                <a:ea typeface="+mn-ea"/>
                <a:cs typeface="+mn-cs"/>
              </a:rPr>
              <a:t>Need for </a:t>
            </a:r>
            <a:r>
              <a:rPr kumimoji="0" lang="en-IN" sz="3600" b="0" i="0" u="none" strike="noStrike" kern="1200" cap="none" spc="-5" normalizeH="0" baseline="0" noProof="0" dirty="0">
                <a:ln>
                  <a:noFill/>
                </a:ln>
                <a:solidFill>
                  <a:prstClr val="black"/>
                </a:solidFill>
                <a:effectLst/>
                <a:uLnTx/>
                <a:uFillTx/>
                <a:latin typeface="Calibri Light" panose="020F0302020204030204"/>
                <a:ea typeface="+mn-ea"/>
                <a:cs typeface="+mn-cs"/>
              </a:rPr>
              <a:t>Kubernetes</a:t>
            </a:r>
            <a:r>
              <a:rPr kumimoji="0" lang="en-IN" sz="3600" b="0" i="0" u="none" strike="noStrike" kern="1200" cap="none" spc="-80" normalizeH="0" baseline="0" noProof="0" dirty="0">
                <a:ln>
                  <a:noFill/>
                </a:ln>
                <a:solidFill>
                  <a:prstClr val="black"/>
                </a:solidFill>
                <a:effectLst/>
                <a:uLnTx/>
                <a:uFillTx/>
                <a:latin typeface="Calibri Light" panose="020F0302020204030204"/>
                <a:ea typeface="+mn-ea"/>
                <a:cs typeface="+mn-cs"/>
              </a:rPr>
              <a:t> </a:t>
            </a:r>
            <a:r>
              <a:rPr kumimoji="0" lang="en-IN" sz="3600" b="0" i="0" u="none" strike="noStrike" kern="1200" cap="none" spc="-5" normalizeH="0" baseline="0" noProof="0" dirty="0">
                <a:ln>
                  <a:noFill/>
                </a:ln>
                <a:solidFill>
                  <a:prstClr val="black"/>
                </a:solidFill>
                <a:effectLst/>
                <a:uLnTx/>
                <a:uFillTx/>
                <a:latin typeface="Calibri Light" panose="020F0302020204030204"/>
                <a:ea typeface="+mn-ea"/>
                <a:cs typeface="+mn-cs"/>
              </a:rPr>
              <a:t>Services</a:t>
            </a:r>
            <a:endParaRPr kumimoji="0" lang="en-IN" sz="36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4" name="Footer Placeholder 3">
            <a:extLst>
              <a:ext uri="{FF2B5EF4-FFF2-40B4-BE49-F238E27FC236}">
                <a16:creationId xmlns:a16="http://schemas.microsoft.com/office/drawing/2014/main" id="{591D0F73-3BA4-8327-D44A-A4BC4BAB8CB7}"/>
              </a:ext>
            </a:extLst>
          </p:cNvPr>
          <p:cNvSpPr>
            <a:spLocks noGrp="1"/>
          </p:cNvSpPr>
          <p:nvPr>
            <p:ph type="ftr" sz="quarter" idx="11"/>
          </p:nvPr>
        </p:nvSpPr>
        <p:spPr/>
        <p:txBody>
          <a:bodyPr/>
          <a:lstStyle/>
          <a:p>
            <a:r>
              <a:rPr lang="en-US"/>
              <a:t>CHAITANYA R GAAJULA</a:t>
            </a:r>
            <a:endParaRPr lang="en-IN"/>
          </a:p>
        </p:txBody>
      </p:sp>
      <p:sp>
        <p:nvSpPr>
          <p:cNvPr id="5" name="Slide Number Placeholder 4">
            <a:extLst>
              <a:ext uri="{FF2B5EF4-FFF2-40B4-BE49-F238E27FC236}">
                <a16:creationId xmlns:a16="http://schemas.microsoft.com/office/drawing/2014/main" id="{E752BC67-4AEC-CDE7-9145-063E3ACE7BB1}"/>
              </a:ext>
            </a:extLst>
          </p:cNvPr>
          <p:cNvSpPr>
            <a:spLocks noGrp="1"/>
          </p:cNvSpPr>
          <p:nvPr>
            <p:ph type="sldNum" sz="quarter" idx="12"/>
          </p:nvPr>
        </p:nvSpPr>
        <p:spPr/>
        <p:txBody>
          <a:bodyPr/>
          <a:lstStyle/>
          <a:p>
            <a:fld id="{D78CF7DD-D6A3-4452-AF4B-4E834F6C2ED2}" type="slidenum">
              <a:rPr lang="en-IN" smtClean="0"/>
              <a:t>56</a:t>
            </a:fld>
            <a:endParaRPr lang="en-IN"/>
          </a:p>
        </p:txBody>
      </p:sp>
    </p:spTree>
    <p:extLst>
      <p:ext uri="{BB962C8B-B14F-4D97-AF65-F5344CB8AC3E}">
        <p14:creationId xmlns:p14="http://schemas.microsoft.com/office/powerpoint/2010/main" val="27470629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1524" y="474090"/>
            <a:ext cx="6950075" cy="665480"/>
          </a:xfrm>
          <a:prstGeom prst="rect">
            <a:avLst/>
          </a:prstGeom>
        </p:spPr>
        <p:txBody>
          <a:bodyPr vert="horz" wrap="square" lIns="0" tIns="12700" rIns="0" bIns="0" rtlCol="0">
            <a:spAutoFit/>
          </a:bodyPr>
          <a:lstStyle/>
          <a:p>
            <a:pPr marL="12700">
              <a:lnSpc>
                <a:spcPct val="100000"/>
              </a:lnSpc>
              <a:spcBef>
                <a:spcPts val="100"/>
              </a:spcBef>
            </a:pPr>
            <a:r>
              <a:rPr dirty="0">
                <a:solidFill>
                  <a:schemeClr val="tx1"/>
                </a:solidFill>
              </a:rPr>
              <a:t>Cluster-Internal </a:t>
            </a:r>
            <a:r>
              <a:rPr spc="10" dirty="0">
                <a:solidFill>
                  <a:schemeClr val="tx1"/>
                </a:solidFill>
              </a:rPr>
              <a:t>Ip</a:t>
            </a:r>
            <a:r>
              <a:rPr spc="-155" dirty="0">
                <a:solidFill>
                  <a:schemeClr val="tx1"/>
                </a:solidFill>
              </a:rPr>
              <a:t> </a:t>
            </a:r>
            <a:r>
              <a:rPr spc="-5" dirty="0">
                <a:solidFill>
                  <a:schemeClr val="tx1"/>
                </a:solidFill>
              </a:rPr>
              <a:t>(Default)</a:t>
            </a:r>
          </a:p>
        </p:txBody>
      </p:sp>
      <p:sp>
        <p:nvSpPr>
          <p:cNvPr id="3" name="object 3"/>
          <p:cNvSpPr txBox="1"/>
          <p:nvPr/>
        </p:nvSpPr>
        <p:spPr>
          <a:xfrm>
            <a:off x="564591" y="1363802"/>
            <a:ext cx="10932084" cy="634365"/>
          </a:xfrm>
          <a:prstGeom prst="rect">
            <a:avLst/>
          </a:prstGeom>
        </p:spPr>
        <p:txBody>
          <a:bodyPr vert="horz" wrap="square" lIns="0" tIns="12065" rIns="0" bIns="0" rtlCol="0">
            <a:spAutoFit/>
          </a:bodyPr>
          <a:lstStyle/>
          <a:p>
            <a:pPr marL="298450" marR="0" lvl="0" indent="-285750" algn="l" defTabSz="914400" rtl="0" eaLnBrk="1" fontAlgn="auto" latinLnBrk="0" hangingPunct="1">
              <a:lnSpc>
                <a:spcPct val="100000"/>
              </a:lnSpc>
              <a:spcBef>
                <a:spcPts val="95"/>
              </a:spcBef>
              <a:spcAft>
                <a:spcPts val="0"/>
              </a:spcAft>
              <a:buClrTx/>
              <a:buSzTx/>
              <a:buFont typeface="Wingdings" panose="05000000000000000000" pitchFamily="2" charset="2"/>
              <a:buChar char="Ø"/>
              <a:tabLst>
                <a:tab pos="356870" algn="l"/>
              </a:tabLst>
              <a:defRPr/>
            </a:pPr>
            <a:r>
              <a:rPr kumimoji="0" sz="2000" b="0" i="0" u="none" strike="noStrike" kern="1200" cap="none" spc="-5" normalizeH="0" baseline="0" noProof="0" dirty="0">
                <a:ln>
                  <a:noFill/>
                </a:ln>
                <a:solidFill>
                  <a:prstClr val="black"/>
                </a:solidFill>
                <a:effectLst/>
                <a:uLnTx/>
                <a:uFillTx/>
                <a:latin typeface="Calibri Light" panose="020F0302020204030204"/>
                <a:ea typeface="+mn-ea"/>
                <a:cs typeface="Century Gothic"/>
              </a:rPr>
              <a:t>This </a:t>
            </a:r>
            <a:r>
              <a:rPr kumimoji="0" sz="2000" b="0" i="0" u="none" strike="noStrike" kern="1200" cap="none" spc="0" normalizeH="0" baseline="0" noProof="0" dirty="0">
                <a:ln>
                  <a:noFill/>
                </a:ln>
                <a:solidFill>
                  <a:prstClr val="black"/>
                </a:solidFill>
                <a:effectLst/>
                <a:uLnTx/>
                <a:uFillTx/>
                <a:latin typeface="Calibri Light" panose="020F0302020204030204"/>
                <a:ea typeface="+mn-ea"/>
                <a:cs typeface="Century Gothic"/>
              </a:rPr>
              <a:t>is the </a:t>
            </a:r>
            <a:r>
              <a:rPr kumimoji="0" sz="2000" b="0" i="0" u="none" strike="noStrike" kern="1200" cap="none" spc="-10" normalizeH="0" baseline="0" noProof="0" dirty="0">
                <a:ln>
                  <a:noFill/>
                </a:ln>
                <a:solidFill>
                  <a:prstClr val="black"/>
                </a:solidFill>
                <a:effectLst/>
                <a:uLnTx/>
                <a:uFillTx/>
                <a:latin typeface="Calibri Light" panose="020F0302020204030204"/>
                <a:ea typeface="+mn-ea"/>
                <a:cs typeface="Century Gothic"/>
              </a:rPr>
              <a:t>default </a:t>
            </a:r>
            <a:r>
              <a:rPr kumimoji="0" sz="2000" b="0" i="0" u="none" strike="noStrike" kern="1200" cap="none" spc="-5" normalizeH="0" baseline="0" noProof="0" dirty="0">
                <a:ln>
                  <a:noFill/>
                </a:ln>
                <a:solidFill>
                  <a:prstClr val="black"/>
                </a:solidFill>
                <a:effectLst/>
                <a:uLnTx/>
                <a:uFillTx/>
                <a:latin typeface="Calibri Light" panose="020F0302020204030204"/>
                <a:ea typeface="+mn-ea"/>
                <a:cs typeface="Century Gothic"/>
              </a:rPr>
              <a:t>service type. </a:t>
            </a:r>
            <a:r>
              <a:rPr kumimoji="0" sz="2000" b="0" i="0" u="none" strike="noStrike" kern="1200" cap="none" spc="-10" normalizeH="0" baseline="0" noProof="0" dirty="0">
                <a:ln>
                  <a:noFill/>
                </a:ln>
                <a:solidFill>
                  <a:prstClr val="black"/>
                </a:solidFill>
                <a:effectLst/>
                <a:uLnTx/>
                <a:uFillTx/>
                <a:latin typeface="Calibri Light" panose="020F0302020204030204"/>
                <a:ea typeface="+mn-ea"/>
                <a:cs typeface="Century Gothic"/>
              </a:rPr>
              <a:t>Choosing </a:t>
            </a:r>
            <a:r>
              <a:rPr kumimoji="0" sz="2000" b="0" i="0" u="none" strike="noStrike" kern="1200" cap="none" spc="0" normalizeH="0" baseline="0" noProof="0" dirty="0">
                <a:ln>
                  <a:noFill/>
                </a:ln>
                <a:solidFill>
                  <a:prstClr val="black"/>
                </a:solidFill>
                <a:effectLst/>
                <a:uLnTx/>
                <a:uFillTx/>
                <a:latin typeface="Calibri Light" panose="020F0302020204030204"/>
                <a:ea typeface="+mn-ea"/>
                <a:cs typeface="Century Gothic"/>
              </a:rPr>
              <a:t>this </a:t>
            </a:r>
            <a:r>
              <a:rPr kumimoji="0" sz="2000" b="0" i="0" u="none" strike="noStrike" kern="1200" cap="none" spc="-10" normalizeH="0" baseline="0" noProof="0" dirty="0">
                <a:ln>
                  <a:noFill/>
                </a:ln>
                <a:solidFill>
                  <a:prstClr val="black"/>
                </a:solidFill>
                <a:effectLst/>
                <a:uLnTx/>
                <a:uFillTx/>
                <a:latin typeface="Calibri Light" panose="020F0302020204030204"/>
                <a:ea typeface="+mn-ea"/>
                <a:cs typeface="Century Gothic"/>
              </a:rPr>
              <a:t>value </a:t>
            </a:r>
            <a:r>
              <a:rPr kumimoji="0" sz="2000" b="0" i="0" u="none" strike="noStrike" kern="1200" cap="none" spc="-5" normalizeH="0" baseline="0" noProof="0" dirty="0">
                <a:ln>
                  <a:noFill/>
                </a:ln>
                <a:solidFill>
                  <a:prstClr val="black"/>
                </a:solidFill>
                <a:effectLst/>
                <a:uLnTx/>
                <a:uFillTx/>
                <a:latin typeface="Calibri Light" panose="020F0302020204030204"/>
                <a:ea typeface="+mn-ea"/>
                <a:cs typeface="Century Gothic"/>
              </a:rPr>
              <a:t>means </a:t>
            </a:r>
            <a:r>
              <a:rPr kumimoji="0" sz="2000" b="0" i="0" u="none" strike="noStrike" kern="1200" cap="none" spc="0" normalizeH="0" baseline="0" noProof="0" dirty="0">
                <a:ln>
                  <a:noFill/>
                </a:ln>
                <a:solidFill>
                  <a:prstClr val="black"/>
                </a:solidFill>
                <a:effectLst/>
                <a:uLnTx/>
                <a:uFillTx/>
                <a:latin typeface="Calibri Light" panose="020F0302020204030204"/>
                <a:ea typeface="+mn-ea"/>
                <a:cs typeface="Century Gothic"/>
              </a:rPr>
              <a:t>that </a:t>
            </a:r>
            <a:r>
              <a:rPr kumimoji="0" sz="2000" b="0" i="0" u="none" strike="noStrike" kern="1200" cap="none" spc="-15" normalizeH="0" baseline="0" noProof="0" dirty="0">
                <a:ln>
                  <a:noFill/>
                </a:ln>
                <a:solidFill>
                  <a:prstClr val="black"/>
                </a:solidFill>
                <a:effectLst/>
                <a:uLnTx/>
                <a:uFillTx/>
                <a:latin typeface="Calibri Light" panose="020F0302020204030204"/>
                <a:ea typeface="+mn-ea"/>
                <a:cs typeface="Century Gothic"/>
              </a:rPr>
              <a:t>you</a:t>
            </a:r>
            <a:r>
              <a:rPr kumimoji="0" sz="2000" b="0" i="0" u="none" strike="noStrike" kern="1200" cap="none" spc="100" normalizeH="0" baseline="0" noProof="0" dirty="0">
                <a:ln>
                  <a:noFill/>
                </a:ln>
                <a:solidFill>
                  <a:prstClr val="black"/>
                </a:solidFill>
                <a:effectLst/>
                <a:uLnTx/>
                <a:uFillTx/>
                <a:latin typeface="Calibri Light" panose="020F0302020204030204"/>
                <a:ea typeface="+mn-ea"/>
                <a:cs typeface="Century Gothic"/>
              </a:rPr>
              <a:t> </a:t>
            </a:r>
            <a:r>
              <a:rPr kumimoji="0" sz="2000" b="0" i="0" u="none" strike="noStrike" kern="1200" cap="none" spc="0" normalizeH="0" baseline="0" noProof="0" dirty="0">
                <a:ln>
                  <a:noFill/>
                </a:ln>
                <a:solidFill>
                  <a:prstClr val="black"/>
                </a:solidFill>
                <a:effectLst/>
                <a:uLnTx/>
                <a:uFillTx/>
                <a:latin typeface="Calibri Light" panose="020F0302020204030204"/>
                <a:ea typeface="+mn-ea"/>
                <a:cs typeface="Century Gothic"/>
              </a:rPr>
              <a:t>want</a:t>
            </a:r>
            <a:r>
              <a:rPr kumimoji="0" lang="en-IN" sz="2000" b="0" i="0" u="none" strike="noStrike" kern="1200" cap="none" spc="0" normalizeH="0" baseline="0" noProof="0" dirty="0">
                <a:ln>
                  <a:noFill/>
                </a:ln>
                <a:solidFill>
                  <a:prstClr val="black"/>
                </a:solidFill>
                <a:effectLst/>
                <a:uLnTx/>
                <a:uFillTx/>
                <a:latin typeface="Calibri Light" panose="020F0302020204030204"/>
                <a:ea typeface="+mn-ea"/>
                <a:cs typeface="Century Gothic"/>
              </a:rPr>
              <a:t> </a:t>
            </a:r>
            <a:r>
              <a:rPr kumimoji="0" sz="2000" b="0" i="0" u="none" strike="noStrike" kern="1200" cap="none" spc="0" normalizeH="0" baseline="0" noProof="0" dirty="0">
                <a:ln>
                  <a:noFill/>
                </a:ln>
                <a:solidFill>
                  <a:prstClr val="black"/>
                </a:solidFill>
                <a:effectLst/>
                <a:uLnTx/>
                <a:uFillTx/>
                <a:latin typeface="Calibri Light" panose="020F0302020204030204"/>
                <a:ea typeface="+mn-ea"/>
                <a:cs typeface="Century Gothic"/>
              </a:rPr>
              <a:t>this </a:t>
            </a:r>
            <a:r>
              <a:rPr kumimoji="0" sz="2000" b="0" i="0" u="none" strike="noStrike" kern="1200" cap="none" spc="-10" normalizeH="0" baseline="0" noProof="0" dirty="0">
                <a:ln>
                  <a:noFill/>
                </a:ln>
                <a:solidFill>
                  <a:prstClr val="black"/>
                </a:solidFill>
                <a:effectLst/>
                <a:uLnTx/>
                <a:uFillTx/>
                <a:latin typeface="Calibri Light" panose="020F0302020204030204"/>
                <a:ea typeface="+mn-ea"/>
                <a:cs typeface="Century Gothic"/>
              </a:rPr>
              <a:t>service </a:t>
            </a:r>
            <a:r>
              <a:rPr kumimoji="0" sz="2000" b="0" i="0" u="none" strike="noStrike" kern="1200" cap="none" spc="0" normalizeH="0" baseline="0" noProof="0" dirty="0">
                <a:ln>
                  <a:noFill/>
                </a:ln>
                <a:solidFill>
                  <a:prstClr val="black"/>
                </a:solidFill>
                <a:effectLst/>
                <a:uLnTx/>
                <a:uFillTx/>
                <a:latin typeface="Calibri Light" panose="020F0302020204030204"/>
                <a:ea typeface="+mn-ea"/>
                <a:cs typeface="Century Gothic"/>
              </a:rPr>
              <a:t>to </a:t>
            </a:r>
            <a:r>
              <a:rPr kumimoji="0" sz="2000" b="0" i="0" u="none" strike="noStrike" kern="1200" cap="none" spc="-5" normalizeH="0" baseline="0" noProof="0" dirty="0">
                <a:ln>
                  <a:noFill/>
                </a:ln>
                <a:solidFill>
                  <a:prstClr val="black"/>
                </a:solidFill>
                <a:effectLst/>
                <a:uLnTx/>
                <a:uFillTx/>
                <a:latin typeface="Calibri Light" panose="020F0302020204030204"/>
                <a:ea typeface="+mn-ea"/>
                <a:cs typeface="Century Gothic"/>
              </a:rPr>
              <a:t>be reachable only </a:t>
            </a:r>
            <a:r>
              <a:rPr kumimoji="0" sz="2000" b="0" i="0" u="none" strike="noStrike" kern="1200" cap="none" spc="-10" normalizeH="0" baseline="0" noProof="0" dirty="0">
                <a:ln>
                  <a:noFill/>
                </a:ln>
                <a:solidFill>
                  <a:prstClr val="black"/>
                </a:solidFill>
                <a:effectLst/>
                <a:uLnTx/>
                <a:uFillTx/>
                <a:latin typeface="Calibri Light" panose="020F0302020204030204"/>
                <a:ea typeface="+mn-ea"/>
                <a:cs typeface="Century Gothic"/>
              </a:rPr>
              <a:t>from </a:t>
            </a:r>
            <a:r>
              <a:rPr kumimoji="0" sz="2000" b="0" i="0" u="none" strike="noStrike" kern="1200" cap="none" spc="-5" normalizeH="0" baseline="0" noProof="0" dirty="0">
                <a:ln>
                  <a:noFill/>
                </a:ln>
                <a:solidFill>
                  <a:prstClr val="black"/>
                </a:solidFill>
                <a:effectLst/>
                <a:uLnTx/>
                <a:uFillTx/>
                <a:latin typeface="Calibri Light" panose="020F0302020204030204"/>
                <a:ea typeface="+mn-ea"/>
                <a:cs typeface="Century Gothic"/>
              </a:rPr>
              <a:t>inside </a:t>
            </a:r>
            <a:r>
              <a:rPr kumimoji="0" sz="2000" b="0" i="0" u="none" strike="noStrike" kern="1200" cap="none" spc="-10" normalizeH="0" baseline="0" noProof="0" dirty="0">
                <a:ln>
                  <a:noFill/>
                </a:ln>
                <a:solidFill>
                  <a:prstClr val="black"/>
                </a:solidFill>
                <a:effectLst/>
                <a:uLnTx/>
                <a:uFillTx/>
                <a:latin typeface="Calibri Light" panose="020F0302020204030204"/>
                <a:ea typeface="+mn-ea"/>
                <a:cs typeface="Century Gothic"/>
              </a:rPr>
              <a:t>of </a:t>
            </a:r>
            <a:r>
              <a:rPr kumimoji="0" sz="2000" b="0" i="0" u="none" strike="noStrike" kern="1200" cap="none" spc="0" normalizeH="0" baseline="0" noProof="0" dirty="0">
                <a:ln>
                  <a:noFill/>
                </a:ln>
                <a:solidFill>
                  <a:prstClr val="black"/>
                </a:solidFill>
                <a:effectLst/>
                <a:uLnTx/>
                <a:uFillTx/>
                <a:latin typeface="Calibri Light" panose="020F0302020204030204"/>
                <a:ea typeface="+mn-ea"/>
                <a:cs typeface="Century Gothic"/>
              </a:rPr>
              <a:t>the</a:t>
            </a:r>
            <a:r>
              <a:rPr kumimoji="0" sz="2000" b="0" i="0" u="none" strike="noStrike" kern="1200" cap="none" spc="15" normalizeH="0" baseline="0" noProof="0" dirty="0">
                <a:ln>
                  <a:noFill/>
                </a:ln>
                <a:solidFill>
                  <a:prstClr val="black"/>
                </a:solidFill>
                <a:effectLst/>
                <a:uLnTx/>
                <a:uFillTx/>
                <a:latin typeface="Calibri Light" panose="020F0302020204030204"/>
                <a:ea typeface="+mn-ea"/>
                <a:cs typeface="Century Gothic"/>
              </a:rPr>
              <a:t> </a:t>
            </a:r>
            <a:r>
              <a:rPr kumimoji="0" sz="2000" b="0" i="0" u="none" strike="noStrike" kern="1200" cap="none" spc="-5" normalizeH="0" baseline="0" noProof="0" dirty="0">
                <a:ln>
                  <a:noFill/>
                </a:ln>
                <a:solidFill>
                  <a:prstClr val="black"/>
                </a:solidFill>
                <a:effectLst/>
                <a:uLnTx/>
                <a:uFillTx/>
                <a:latin typeface="Calibri Light" panose="020F0302020204030204"/>
                <a:ea typeface="+mn-ea"/>
                <a:cs typeface="Century Gothic"/>
              </a:rPr>
              <a:t>cluster.</a:t>
            </a:r>
            <a:endParaRPr kumimoji="0" sz="2000" b="0" i="0" u="none" strike="noStrike" kern="1200" cap="none" spc="0" normalizeH="0" baseline="0" noProof="0" dirty="0">
              <a:ln>
                <a:noFill/>
              </a:ln>
              <a:solidFill>
                <a:prstClr val="black"/>
              </a:solidFill>
              <a:effectLst/>
              <a:uLnTx/>
              <a:uFillTx/>
              <a:latin typeface="Calibri Light" panose="020F0302020204030204"/>
              <a:ea typeface="+mn-ea"/>
              <a:cs typeface="Century Gothic"/>
            </a:endParaRPr>
          </a:p>
        </p:txBody>
      </p:sp>
      <p:sp>
        <p:nvSpPr>
          <p:cNvPr id="4" name="object 4"/>
          <p:cNvSpPr/>
          <p:nvPr/>
        </p:nvSpPr>
        <p:spPr>
          <a:xfrm>
            <a:off x="1533144" y="2356104"/>
            <a:ext cx="9680448" cy="3264408"/>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9C64AAD1-4442-4E84-C85A-E35FCB62CD0E}"/>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085B138D-041E-6826-5995-7D23D9396EA2}"/>
              </a:ext>
            </a:extLst>
          </p:cNvPr>
          <p:cNvSpPr>
            <a:spLocks noGrp="1"/>
          </p:cNvSpPr>
          <p:nvPr>
            <p:ph type="sldNum" sz="quarter" idx="12"/>
          </p:nvPr>
        </p:nvSpPr>
        <p:spPr/>
        <p:txBody>
          <a:bodyPr/>
          <a:lstStyle/>
          <a:p>
            <a:fld id="{D78CF7DD-D6A3-4452-AF4B-4E834F6C2ED2}" type="slidenum">
              <a:rPr lang="en-IN" smtClean="0"/>
              <a:t>57</a:t>
            </a:fld>
            <a:endParaRPr lang="en-I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8199" y="32385"/>
            <a:ext cx="8043876" cy="665480"/>
          </a:xfrm>
          <a:prstGeom prst="rect">
            <a:avLst/>
          </a:prstGeom>
        </p:spPr>
        <p:txBody>
          <a:bodyPr vert="horz" wrap="square" lIns="0" tIns="12700" rIns="0" bIns="0" rtlCol="0">
            <a:spAutoFit/>
          </a:bodyPr>
          <a:lstStyle/>
          <a:p>
            <a:pPr marL="12700">
              <a:lnSpc>
                <a:spcPct val="100000"/>
              </a:lnSpc>
              <a:spcBef>
                <a:spcPts val="100"/>
              </a:spcBef>
            </a:pPr>
            <a:r>
              <a:rPr dirty="0">
                <a:solidFill>
                  <a:schemeClr val="tx1"/>
                </a:solidFill>
              </a:rPr>
              <a:t>Service </a:t>
            </a:r>
            <a:r>
              <a:rPr lang="en-IN" dirty="0">
                <a:solidFill>
                  <a:schemeClr val="tx1"/>
                </a:solidFill>
              </a:rPr>
              <a:t>–</a:t>
            </a:r>
            <a:r>
              <a:rPr spc="-110" dirty="0">
                <a:solidFill>
                  <a:schemeClr val="tx1"/>
                </a:solidFill>
              </a:rPr>
              <a:t> </a:t>
            </a:r>
            <a:r>
              <a:rPr dirty="0" err="1">
                <a:solidFill>
                  <a:schemeClr val="tx1"/>
                </a:solidFill>
              </a:rPr>
              <a:t>NodePort</a:t>
            </a:r>
            <a:r>
              <a:rPr lang="en-IN" dirty="0">
                <a:solidFill>
                  <a:schemeClr val="tx1"/>
                </a:solidFill>
              </a:rPr>
              <a:t> (External)</a:t>
            </a:r>
            <a:endParaRPr dirty="0">
              <a:solidFill>
                <a:schemeClr val="tx1"/>
              </a:solidFill>
            </a:endParaRPr>
          </a:p>
        </p:txBody>
      </p:sp>
      <p:sp>
        <p:nvSpPr>
          <p:cNvPr id="3" name="object 3"/>
          <p:cNvSpPr/>
          <p:nvPr/>
        </p:nvSpPr>
        <p:spPr>
          <a:xfrm>
            <a:off x="721613" y="1918716"/>
            <a:ext cx="9308592" cy="4459224"/>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FE529178-7FE0-4F57-BB8A-22BEE999FE90}"/>
              </a:ext>
            </a:extLst>
          </p:cNvPr>
          <p:cNvSpPr txBox="1"/>
          <p:nvPr/>
        </p:nvSpPr>
        <p:spPr>
          <a:xfrm>
            <a:off x="366712" y="1114425"/>
            <a:ext cx="1145857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Exposes the Service on each Node's IP at a static port (</a:t>
            </a:r>
            <a:r>
              <a:rPr kumimoji="0" lang="en-US" sz="2000" b="0" i="0" u="none" strike="noStrike" kern="1200" cap="none" spc="0" normalizeH="0" baseline="0" noProof="0" dirty="0" err="1">
                <a:ln>
                  <a:noFill/>
                </a:ln>
                <a:solidFill>
                  <a:prstClr val="black"/>
                </a:solidFill>
                <a:effectLst/>
                <a:uLnTx/>
                <a:uFillTx/>
                <a:latin typeface="Calibri Light" panose="020F0302020204030204"/>
                <a:ea typeface="+mn-ea"/>
                <a:cs typeface="+mn-cs"/>
              </a:rPr>
              <a:t>NodePort</a:t>
            </a: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 Application is reachable from </a:t>
            </a:r>
            <a:r>
              <a:rPr kumimoji="0" lang="en-US" sz="2000" b="0" i="0" u="none" strike="noStrike" kern="1200" cap="none" spc="0" normalizeH="0" baseline="0" noProof="0" dirty="0" err="1">
                <a:ln>
                  <a:noFill/>
                </a:ln>
                <a:solidFill>
                  <a:prstClr val="black"/>
                </a:solidFill>
                <a:effectLst/>
                <a:uLnTx/>
                <a:uFillTx/>
                <a:latin typeface="Calibri Light" panose="020F0302020204030204"/>
                <a:ea typeface="+mn-ea"/>
                <a:cs typeface="+mn-cs"/>
              </a:rPr>
              <a:t>internt</a:t>
            </a: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 , by requesting &lt;</a:t>
            </a:r>
            <a:r>
              <a:rPr kumimoji="0" lang="en-US" sz="2000" b="0" i="0" u="none" strike="noStrike" kern="1200" cap="none" spc="0" normalizeH="0" baseline="0" noProof="0" dirty="0" err="1">
                <a:ln>
                  <a:noFill/>
                </a:ln>
                <a:solidFill>
                  <a:prstClr val="black"/>
                </a:solidFill>
                <a:effectLst/>
                <a:uLnTx/>
                <a:uFillTx/>
                <a:latin typeface="Calibri Light" panose="020F0302020204030204"/>
                <a:ea typeface="+mn-ea"/>
                <a:cs typeface="+mn-cs"/>
              </a:rPr>
              <a:t>NodeIP</a:t>
            </a: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&gt;:&lt;</a:t>
            </a:r>
            <a:r>
              <a:rPr kumimoji="0" lang="en-US" sz="2000" b="0" i="0" u="none" strike="noStrike" kern="1200" cap="none" spc="0" normalizeH="0" baseline="0" noProof="0" dirty="0" err="1">
                <a:ln>
                  <a:noFill/>
                </a:ln>
                <a:solidFill>
                  <a:prstClr val="black"/>
                </a:solidFill>
                <a:effectLst/>
                <a:uLnTx/>
                <a:uFillTx/>
                <a:latin typeface="Calibri Light" panose="020F0302020204030204"/>
                <a:ea typeface="+mn-ea"/>
                <a:cs typeface="+mn-cs"/>
              </a:rPr>
              <a:t>NodePort</a:t>
            </a: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&gt;.</a:t>
            </a:r>
            <a:endParaRPr kumimoji="0" lang="en-IN"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4" name="Footer Placeholder 3">
            <a:extLst>
              <a:ext uri="{FF2B5EF4-FFF2-40B4-BE49-F238E27FC236}">
                <a16:creationId xmlns:a16="http://schemas.microsoft.com/office/drawing/2014/main" id="{9E51CD82-412E-9AB0-467D-047B5AAD62A4}"/>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FA8F2215-5940-1EBF-9D71-2F9A23E33526}"/>
              </a:ext>
            </a:extLst>
          </p:cNvPr>
          <p:cNvSpPr>
            <a:spLocks noGrp="1"/>
          </p:cNvSpPr>
          <p:nvPr>
            <p:ph type="sldNum" sz="quarter" idx="12"/>
          </p:nvPr>
        </p:nvSpPr>
        <p:spPr/>
        <p:txBody>
          <a:bodyPr/>
          <a:lstStyle/>
          <a:p>
            <a:fld id="{D78CF7DD-D6A3-4452-AF4B-4E834F6C2ED2}" type="slidenum">
              <a:rPr lang="en-IN" smtClean="0"/>
              <a:t>58</a:t>
            </a:fld>
            <a:endParaRPr lang="en-I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2786" y="474090"/>
            <a:ext cx="9281414" cy="659155"/>
          </a:xfrm>
          <a:prstGeom prst="rect">
            <a:avLst/>
          </a:prstGeom>
        </p:spPr>
        <p:txBody>
          <a:bodyPr vert="horz" wrap="square" lIns="0" tIns="12700" rIns="0" bIns="0" rtlCol="0">
            <a:spAutoFit/>
          </a:bodyPr>
          <a:lstStyle/>
          <a:p>
            <a:pPr marL="12700">
              <a:lnSpc>
                <a:spcPct val="100000"/>
              </a:lnSpc>
              <a:spcBef>
                <a:spcPts val="100"/>
              </a:spcBef>
            </a:pPr>
            <a:r>
              <a:rPr dirty="0">
                <a:solidFill>
                  <a:schemeClr val="tx1"/>
                </a:solidFill>
              </a:rPr>
              <a:t>Service – Load</a:t>
            </a:r>
            <a:r>
              <a:rPr spc="-155" dirty="0">
                <a:solidFill>
                  <a:schemeClr val="tx1"/>
                </a:solidFill>
              </a:rPr>
              <a:t> </a:t>
            </a:r>
            <a:r>
              <a:rPr dirty="0">
                <a:solidFill>
                  <a:schemeClr val="tx1"/>
                </a:solidFill>
              </a:rPr>
              <a:t>Balancer</a:t>
            </a:r>
            <a:r>
              <a:rPr lang="en-IN" dirty="0">
                <a:solidFill>
                  <a:schemeClr val="tx1"/>
                </a:solidFill>
              </a:rPr>
              <a:t> (External)</a:t>
            </a:r>
            <a:endParaRPr dirty="0">
              <a:solidFill>
                <a:schemeClr val="tx1"/>
              </a:solidFill>
            </a:endParaRPr>
          </a:p>
        </p:txBody>
      </p:sp>
      <p:sp>
        <p:nvSpPr>
          <p:cNvPr id="3" name="object 3"/>
          <p:cNvSpPr/>
          <p:nvPr/>
        </p:nvSpPr>
        <p:spPr>
          <a:xfrm>
            <a:off x="874775" y="1978151"/>
            <a:ext cx="9174480" cy="423672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082203DD-1644-42F2-8303-1124F07F4B25}"/>
              </a:ext>
            </a:extLst>
          </p:cNvPr>
          <p:cNvSpPr txBox="1"/>
          <p:nvPr/>
        </p:nvSpPr>
        <p:spPr>
          <a:xfrm>
            <a:off x="1619250" y="1371032"/>
            <a:ext cx="8353425" cy="400110"/>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Exposes the Service externally using a cloud provider's load balancer</a:t>
            </a:r>
            <a:endParaRPr kumimoji="0" lang="en-IN"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4" name="Footer Placeholder 3">
            <a:extLst>
              <a:ext uri="{FF2B5EF4-FFF2-40B4-BE49-F238E27FC236}">
                <a16:creationId xmlns:a16="http://schemas.microsoft.com/office/drawing/2014/main" id="{5D8A724E-D1B2-5FFB-42B1-AB6D71913AEE}"/>
              </a:ext>
            </a:extLst>
          </p:cNvPr>
          <p:cNvSpPr>
            <a:spLocks noGrp="1"/>
          </p:cNvSpPr>
          <p:nvPr>
            <p:ph type="ftr" sz="quarter" idx="11"/>
          </p:nvPr>
        </p:nvSpPr>
        <p:spPr/>
        <p:txBody>
          <a:bodyPr/>
          <a:lstStyle/>
          <a:p>
            <a:r>
              <a:rPr lang="en-US"/>
              <a:t>CHAITANYA R GAAJULA</a:t>
            </a:r>
            <a:endParaRPr lang="en-IN"/>
          </a:p>
        </p:txBody>
      </p:sp>
      <p:sp>
        <p:nvSpPr>
          <p:cNvPr id="6" name="Slide Number Placeholder 5">
            <a:extLst>
              <a:ext uri="{FF2B5EF4-FFF2-40B4-BE49-F238E27FC236}">
                <a16:creationId xmlns:a16="http://schemas.microsoft.com/office/drawing/2014/main" id="{5219230F-8CCD-B230-CA8F-C8D277322302}"/>
              </a:ext>
            </a:extLst>
          </p:cNvPr>
          <p:cNvSpPr>
            <a:spLocks noGrp="1"/>
          </p:cNvSpPr>
          <p:nvPr>
            <p:ph type="sldNum" sz="quarter" idx="12"/>
          </p:nvPr>
        </p:nvSpPr>
        <p:spPr/>
        <p:txBody>
          <a:bodyPr/>
          <a:lstStyle/>
          <a:p>
            <a:fld id="{D78CF7DD-D6A3-4452-AF4B-4E834F6C2ED2}" type="slidenum">
              <a:rPr lang="en-IN" smtClean="0"/>
              <a:t>59</a:t>
            </a:fld>
            <a:endParaRPr lang="en-I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956516F-F127-46AC-9C52-49F83017E8BF}"/>
              </a:ext>
            </a:extLst>
          </p:cNvPr>
          <p:cNvSpPr txBox="1"/>
          <p:nvPr/>
        </p:nvSpPr>
        <p:spPr>
          <a:xfrm>
            <a:off x="2895600" y="2362200"/>
            <a:ext cx="7391400"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4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000" b="0" i="0" u="none" strike="noStrike" kern="1200" cap="none" spc="0" normalizeH="0" baseline="0" noProof="0" dirty="0">
                <a:ln>
                  <a:noFill/>
                </a:ln>
                <a:solidFill>
                  <a:prstClr val="black"/>
                </a:solidFill>
                <a:effectLst/>
                <a:uLnTx/>
                <a:uFillTx/>
                <a:latin typeface="Calibri" panose="020F0502020204030204"/>
                <a:ea typeface="+mn-ea"/>
                <a:cs typeface="+mn-cs"/>
              </a:rPr>
              <a:t>		THANK YOU</a:t>
            </a:r>
          </a:p>
        </p:txBody>
      </p:sp>
      <p:sp>
        <p:nvSpPr>
          <p:cNvPr id="2" name="Footer Placeholder 1">
            <a:extLst>
              <a:ext uri="{FF2B5EF4-FFF2-40B4-BE49-F238E27FC236}">
                <a16:creationId xmlns:a16="http://schemas.microsoft.com/office/drawing/2014/main" id="{59EF0C68-6877-953E-F7C7-114072DB4515}"/>
              </a:ext>
            </a:extLst>
          </p:cNvPr>
          <p:cNvSpPr>
            <a:spLocks noGrp="1"/>
          </p:cNvSpPr>
          <p:nvPr>
            <p:ph type="ftr" sz="quarter" idx="11"/>
          </p:nvPr>
        </p:nvSpPr>
        <p:spPr/>
        <p:txBody>
          <a:bodyPr/>
          <a:lstStyle/>
          <a:p>
            <a:r>
              <a:rPr lang="en-US"/>
              <a:t>CHAITANYA R GAAJULA</a:t>
            </a:r>
            <a:endParaRPr lang="en-IN"/>
          </a:p>
        </p:txBody>
      </p:sp>
      <p:sp>
        <p:nvSpPr>
          <p:cNvPr id="3" name="Slide Number Placeholder 2">
            <a:extLst>
              <a:ext uri="{FF2B5EF4-FFF2-40B4-BE49-F238E27FC236}">
                <a16:creationId xmlns:a16="http://schemas.microsoft.com/office/drawing/2014/main" id="{88B68E24-F704-ACA9-8EA9-3D24074CFCD4}"/>
              </a:ext>
            </a:extLst>
          </p:cNvPr>
          <p:cNvSpPr>
            <a:spLocks noGrp="1"/>
          </p:cNvSpPr>
          <p:nvPr>
            <p:ph type="sldNum" sz="quarter" idx="12"/>
          </p:nvPr>
        </p:nvSpPr>
        <p:spPr/>
        <p:txBody>
          <a:bodyPr/>
          <a:lstStyle/>
          <a:p>
            <a:fld id="{D78CF7DD-D6A3-4452-AF4B-4E834F6C2ED2}" type="slidenum">
              <a:rPr lang="en-IN" smtClean="0"/>
              <a:t>60</a:t>
            </a:fld>
            <a:endParaRPr lang="en-IN"/>
          </a:p>
        </p:txBody>
      </p:sp>
    </p:spTree>
    <p:extLst>
      <p:ext uri="{BB962C8B-B14F-4D97-AF65-F5344CB8AC3E}">
        <p14:creationId xmlns:p14="http://schemas.microsoft.com/office/powerpoint/2010/main" val="29907510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2">
      <a:dk1>
        <a:sysClr val="windowText" lastClr="000000"/>
      </a:dk1>
      <a:lt1>
        <a:sysClr val="window" lastClr="FFFFFF"/>
      </a:lt1>
      <a:dk2>
        <a:srgbClr val="000000"/>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TotalTime>
  <Words>2927</Words>
  <Application>Microsoft Office PowerPoint</Application>
  <PresentationFormat>Widescreen</PresentationFormat>
  <Paragraphs>431</Paragraphs>
  <Slides>60</Slides>
  <Notes>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60</vt:i4>
      </vt:variant>
    </vt:vector>
  </HeadingPairs>
  <TitlesOfParts>
    <vt:vector size="70" baseType="lpstr">
      <vt:lpstr>Arial</vt:lpstr>
      <vt:lpstr>Calibri</vt:lpstr>
      <vt:lpstr>Calibri Light</vt:lpstr>
      <vt:lpstr>Century Gothic</vt:lpstr>
      <vt:lpstr>Times New Roman</vt:lpstr>
      <vt:lpstr>Wingdings</vt:lpstr>
      <vt:lpstr>Wingdings 3</vt:lpstr>
      <vt:lpstr>Office Theme</vt:lpstr>
      <vt:lpstr>2_Office Theme</vt:lpstr>
      <vt:lpstr>3_Office Theme</vt:lpstr>
      <vt:lpstr>Introduction to Kubernetes</vt:lpstr>
      <vt:lpstr>What is Kubernetes?</vt:lpstr>
      <vt:lpstr>Why Kubernetes?</vt:lpstr>
      <vt:lpstr>Kubernetes Features</vt:lpstr>
      <vt:lpstr>Kubernetes Architecture</vt:lpstr>
      <vt:lpstr> Kubernetes Components</vt:lpstr>
      <vt:lpstr>Kubernetes Components</vt:lpstr>
      <vt:lpstr>  Kubernetes Master Components</vt:lpstr>
      <vt:lpstr> Kubernetes Node Components</vt:lpstr>
      <vt:lpstr>Kubernetes Dashboard</vt:lpstr>
      <vt:lpstr>Stacked etcd topology </vt:lpstr>
      <vt:lpstr>External etcd topology   </vt:lpstr>
      <vt:lpstr>Kubernetes Installation</vt:lpstr>
      <vt:lpstr>Kubernetes Installation Models</vt:lpstr>
      <vt:lpstr>Kubernetes using kubeadm</vt:lpstr>
      <vt:lpstr>PowerPoint Presentation</vt:lpstr>
      <vt:lpstr>Container Network Interface (CNI)</vt:lpstr>
      <vt:lpstr>CNI Plugins</vt:lpstr>
      <vt:lpstr>CNI Plugins</vt:lpstr>
      <vt:lpstr>Managed Kubernetes Services</vt:lpstr>
      <vt:lpstr>Managed Kubernetes Services</vt:lpstr>
      <vt:lpstr>Kubernetes Namespaces and Pods</vt:lpstr>
      <vt:lpstr>Kubernetes Namespaces</vt:lpstr>
      <vt:lpstr>Kubernetes Namespace</vt:lpstr>
      <vt:lpstr> Use Cases of Namespaces</vt:lpstr>
      <vt:lpstr> Resource Quota</vt:lpstr>
      <vt:lpstr>Creating new namespace</vt:lpstr>
      <vt:lpstr>Pods &amp; Namespaces</vt:lpstr>
      <vt:lpstr>Pods &amp; Nodes</vt:lpstr>
      <vt:lpstr>Pods</vt:lpstr>
      <vt:lpstr>Sidecar Containers</vt:lpstr>
      <vt:lpstr>Ambassador Containers</vt:lpstr>
      <vt:lpstr>Adapter Containers</vt:lpstr>
      <vt:lpstr>Container Network Interface (CNI)</vt:lpstr>
      <vt:lpstr>Kubernetes Application Lifecycle Management</vt:lpstr>
      <vt:lpstr>What are Deployments?</vt:lpstr>
      <vt:lpstr>Labels</vt:lpstr>
      <vt:lpstr>PowerPoint Presentation</vt:lpstr>
      <vt:lpstr>Selectors</vt:lpstr>
      <vt:lpstr>Working with Selectors</vt:lpstr>
      <vt:lpstr>Working with Deployments</vt:lpstr>
      <vt:lpstr>ReplicaSets</vt:lpstr>
      <vt:lpstr>Working with Replica Sets</vt:lpstr>
      <vt:lpstr>Working with Replica Sets</vt:lpstr>
      <vt:lpstr>Rolling Updates with Deployments</vt:lpstr>
      <vt:lpstr>Working with Rolling Updates</vt:lpstr>
      <vt:lpstr>Working with Rolling Updates</vt:lpstr>
      <vt:lpstr>Best Practices for Deployment  </vt:lpstr>
      <vt:lpstr>Kubernetes Networking</vt:lpstr>
      <vt:lpstr>Kubernetes Network Model</vt:lpstr>
      <vt:lpstr>Implement Network Model</vt:lpstr>
      <vt:lpstr>What is a Service?</vt:lpstr>
      <vt:lpstr>Need for Kubernetes Services</vt:lpstr>
      <vt:lpstr>PowerPoint Presentation</vt:lpstr>
      <vt:lpstr>PowerPoint Presentation</vt:lpstr>
      <vt:lpstr>PowerPoint Presentation</vt:lpstr>
      <vt:lpstr>Cluster-Internal Ip (Default)</vt:lpstr>
      <vt:lpstr>Service – NodePort (External)</vt:lpstr>
      <vt:lpstr>Service – Load Balancer (External)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dc:title>
  <dc:creator>Chaitanya Gaajula</dc:creator>
  <cp:lastModifiedBy>Chaitanya Gaajula</cp:lastModifiedBy>
  <cp:revision>44</cp:revision>
  <dcterms:created xsi:type="dcterms:W3CDTF">2020-05-22T10:24:27Z</dcterms:created>
  <dcterms:modified xsi:type="dcterms:W3CDTF">2026-02-14T02:32:59Z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2019-10-24T00:00:00Z</vt:filetime>
  </property>
  <property fmtid="{D5CDD505-2E9C-101B-9397-08002B2CF9AE}" pid="3" name="Creator">
    <vt:lpwstr>Microsoft® PowerPoint® 2016</vt:lpwstr>
  </property>
  <property fmtid="{D5CDD505-2E9C-101B-9397-08002B2CF9AE}" pid="4" name="LastSaved">
    <vt:filetime>2020-05-22T00:00:00Z</vt:filetime>
  </property>
</Properties>
</file>