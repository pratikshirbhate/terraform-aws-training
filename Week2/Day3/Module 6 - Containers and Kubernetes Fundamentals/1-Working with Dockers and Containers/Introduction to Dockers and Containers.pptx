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media/image46.jpg" ContentType="image/jpeg"/>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6" r:id="rId3"/>
    <p:sldMasterId id="2147483678" r:id="rId4"/>
    <p:sldMasterId id="2147483684" r:id="rId5"/>
  </p:sldMasterIdLst>
  <p:notesMasterIdLst>
    <p:notesMasterId r:id="rId71"/>
  </p:notesMasterIdLst>
  <p:handoutMasterIdLst>
    <p:handoutMasterId r:id="rId72"/>
  </p:handoutMasterIdLst>
  <p:sldIdLst>
    <p:sldId id="256" r:id="rId6"/>
    <p:sldId id="735" r:id="rId7"/>
    <p:sldId id="257" r:id="rId8"/>
    <p:sldId id="258" r:id="rId9"/>
    <p:sldId id="259" r:id="rId10"/>
    <p:sldId id="260" r:id="rId11"/>
    <p:sldId id="280" r:id="rId12"/>
    <p:sldId id="281" r:id="rId13"/>
    <p:sldId id="261" r:id="rId14"/>
    <p:sldId id="262" r:id="rId15"/>
    <p:sldId id="263" r:id="rId16"/>
    <p:sldId id="264" r:id="rId17"/>
    <p:sldId id="265" r:id="rId18"/>
    <p:sldId id="266" r:id="rId19"/>
    <p:sldId id="267" r:id="rId20"/>
    <p:sldId id="268" r:id="rId21"/>
    <p:sldId id="270" r:id="rId22"/>
    <p:sldId id="737" r:id="rId23"/>
    <p:sldId id="287" r:id="rId24"/>
    <p:sldId id="739" r:id="rId25"/>
    <p:sldId id="740" r:id="rId26"/>
    <p:sldId id="288" r:id="rId27"/>
    <p:sldId id="289" r:id="rId28"/>
    <p:sldId id="290" r:id="rId29"/>
    <p:sldId id="274" r:id="rId30"/>
    <p:sldId id="275" r:id="rId31"/>
    <p:sldId id="282" r:id="rId32"/>
    <p:sldId id="276" r:id="rId33"/>
    <p:sldId id="277"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5" r:id="rId47"/>
    <p:sldId id="306" r:id="rId48"/>
    <p:sldId id="307" r:id="rId49"/>
    <p:sldId id="309" r:id="rId50"/>
    <p:sldId id="310" r:id="rId51"/>
    <p:sldId id="311" r:id="rId52"/>
    <p:sldId id="312" r:id="rId53"/>
    <p:sldId id="313" r:id="rId54"/>
    <p:sldId id="316" r:id="rId55"/>
    <p:sldId id="317" r:id="rId56"/>
    <p:sldId id="673" r:id="rId57"/>
    <p:sldId id="676" r:id="rId58"/>
    <p:sldId id="672" r:id="rId59"/>
    <p:sldId id="732" r:id="rId60"/>
    <p:sldId id="677" r:id="rId61"/>
    <p:sldId id="733" r:id="rId62"/>
    <p:sldId id="680" r:id="rId63"/>
    <p:sldId id="674" r:id="rId64"/>
    <p:sldId id="681" r:id="rId65"/>
    <p:sldId id="682" r:id="rId66"/>
    <p:sldId id="683" r:id="rId67"/>
    <p:sldId id="675" r:id="rId68"/>
    <p:sldId id="678" r:id="rId69"/>
    <p:sldId id="734"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EXbtthEPnKUB0MkqoA/z+Q==" hashData="b1hEefJGsUV4dWPBmQXDZisNn4QGVlz9I0fdZzqslookS2TZJ/pxnh35Mt1SV8e+AUpYOAM38ayM/Ah8gWsuUQ=="/>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0" d="100"/>
          <a:sy n="60" d="100"/>
        </p:scale>
        <p:origin x="84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6" Type="http://schemas.openxmlformats.org/officeDocument/2006/relationships/tableStyles" Target="tableStyles.xml"/><Relationship Id="rId7" Type="http://schemas.openxmlformats.org/officeDocument/2006/relationships/slide" Target="slides/slide2.xml"/><Relationship Id="rId71"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handoutMaster" Target="handoutMasters/handoutMaster1.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3E3E02-0FE0-D8FD-BDCC-6F26953A7CA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C017E144-0BF2-F48D-DFE3-06593CCE513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7F8F514-F152-47F0-99D3-8B8E13E0F6DC}" type="datetimeFigureOut">
              <a:rPr lang="en-IN" smtClean="0"/>
              <a:t>04-03-2023</a:t>
            </a:fld>
            <a:endParaRPr lang="en-IN"/>
          </a:p>
        </p:txBody>
      </p:sp>
      <p:sp>
        <p:nvSpPr>
          <p:cNvPr id="4" name="Footer Placeholder 3">
            <a:extLst>
              <a:ext uri="{FF2B5EF4-FFF2-40B4-BE49-F238E27FC236}">
                <a16:creationId xmlns:a16="http://schemas.microsoft.com/office/drawing/2014/main" id="{DC78846B-351E-993E-342A-16AA563E77E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63C87DA-CB8F-161A-DC32-1876818989F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49898EE-E4F7-4FC4-AF43-D0BC924095C9}" type="slidenum">
              <a:rPr lang="en-IN" smtClean="0"/>
              <a:t>‹#›</a:t>
            </a:fld>
            <a:endParaRPr lang="en-IN"/>
          </a:p>
        </p:txBody>
      </p:sp>
    </p:spTree>
    <p:extLst>
      <p:ext uri="{BB962C8B-B14F-4D97-AF65-F5344CB8AC3E}">
        <p14:creationId xmlns:p14="http://schemas.microsoft.com/office/powerpoint/2010/main" val="28315112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28EA02-F72C-4F9E-9CF6-42313B7B00C6}" type="datetimeFigureOut">
              <a:rPr lang="en-IN" smtClean="0"/>
              <a:t>04-03-2023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C1100D-7E32-4CE4-A2C2-1C6401872443}" type="slidenum">
              <a:rPr lang="en-IN" smtClean="0"/>
              <a:t>‹#›</a:t>
            </a:fld>
            <a:endParaRPr lang="en-IN"/>
          </a:p>
        </p:txBody>
      </p:sp>
    </p:spTree>
    <p:extLst>
      <p:ext uri="{BB962C8B-B14F-4D97-AF65-F5344CB8AC3E}">
        <p14:creationId xmlns:p14="http://schemas.microsoft.com/office/powerpoint/2010/main" val="310006541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0AD26E-C245-7649-A75B-97D5C9E124E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5820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A4DE7-0186-4885-B121-682D9DCAB1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5F92E8E-9F01-448A-9301-105EF5F3A1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7E1F156-45A1-44DE-A315-C12922745CC5}"/>
              </a:ext>
            </a:extLst>
          </p:cNvPr>
          <p:cNvSpPr>
            <a:spLocks noGrp="1"/>
          </p:cNvSpPr>
          <p:nvPr>
            <p:ph type="dt" sz="half" idx="10"/>
          </p:nvPr>
        </p:nvSpPr>
        <p:spPr/>
        <p:txBody>
          <a:bodyPr/>
          <a:lstStyle/>
          <a:p>
            <a:fld id="{634B7854-3D48-4D5B-80DF-BA9D7D2B464B}" type="datetime1">
              <a:rPr lang="en-IN" smtClean="0"/>
              <a:t>04-03-2023</a:t>
            </a:fld>
            <a:endParaRPr lang="en-IN"/>
          </a:p>
        </p:txBody>
      </p:sp>
      <p:sp>
        <p:nvSpPr>
          <p:cNvPr id="5" name="Footer Placeholder 4">
            <a:extLst>
              <a:ext uri="{FF2B5EF4-FFF2-40B4-BE49-F238E27FC236}">
                <a16:creationId xmlns:a16="http://schemas.microsoft.com/office/drawing/2014/main" id="{4FBA7C45-9E02-416E-9712-49FFB1DE6A3E}"/>
              </a:ext>
            </a:extLst>
          </p:cNvPr>
          <p:cNvSpPr>
            <a:spLocks noGrp="1"/>
          </p:cNvSpPr>
          <p:nvPr>
            <p:ph type="ftr" sz="quarter" idx="11"/>
          </p:nvPr>
        </p:nvSpPr>
        <p:spPr/>
        <p:txBody>
          <a:bodyPr/>
          <a:lstStyle/>
          <a:p>
            <a:r>
              <a:rPr lang="en-US"/>
              <a:t>Chaitanya Training &amp; Consultancy -  www.chaitanyagaajula.com</a:t>
            </a:r>
            <a:endParaRPr lang="en-IN"/>
          </a:p>
        </p:txBody>
      </p:sp>
      <p:sp>
        <p:nvSpPr>
          <p:cNvPr id="6" name="Slide Number Placeholder 5">
            <a:extLst>
              <a:ext uri="{FF2B5EF4-FFF2-40B4-BE49-F238E27FC236}">
                <a16:creationId xmlns:a16="http://schemas.microsoft.com/office/drawing/2014/main" id="{09EA4C65-443D-4B95-9551-7E77E8553CF0}"/>
              </a:ext>
            </a:extLst>
          </p:cNvPr>
          <p:cNvSpPr>
            <a:spLocks noGrp="1"/>
          </p:cNvSpPr>
          <p:nvPr>
            <p:ph type="sldNum" sz="quarter" idx="12"/>
          </p:nvPr>
        </p:nvSpPr>
        <p:spPr/>
        <p:txBody>
          <a:bodyPr/>
          <a:lstStyle/>
          <a:p>
            <a:fld id="{430B3493-C6F4-43E9-8A53-7138279673EC}" type="slidenum">
              <a:rPr lang="en-IN" smtClean="0"/>
              <a:t>‹#›</a:t>
            </a:fld>
            <a:endParaRPr lang="en-IN"/>
          </a:p>
        </p:txBody>
      </p:sp>
    </p:spTree>
    <p:extLst>
      <p:ext uri="{BB962C8B-B14F-4D97-AF65-F5344CB8AC3E}">
        <p14:creationId xmlns:p14="http://schemas.microsoft.com/office/powerpoint/2010/main" val="2078136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4CE61-3514-47B0-A0BC-A52D180642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9A8C48-2267-486D-96CD-3101F94B09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847CED-0C3F-45F8-940D-DBE02092895E}"/>
              </a:ext>
            </a:extLst>
          </p:cNvPr>
          <p:cNvSpPr>
            <a:spLocks noGrp="1"/>
          </p:cNvSpPr>
          <p:nvPr>
            <p:ph type="dt" sz="half" idx="10"/>
          </p:nvPr>
        </p:nvSpPr>
        <p:spPr/>
        <p:txBody>
          <a:bodyPr/>
          <a:lstStyle/>
          <a:p>
            <a:fld id="{D918025C-018B-4200-A7A3-0250F79C14A6}" type="datetime1">
              <a:rPr lang="en-IN" smtClean="0"/>
              <a:t>04-03-2023</a:t>
            </a:fld>
            <a:endParaRPr lang="en-IN"/>
          </a:p>
        </p:txBody>
      </p:sp>
      <p:sp>
        <p:nvSpPr>
          <p:cNvPr id="5" name="Footer Placeholder 4">
            <a:extLst>
              <a:ext uri="{FF2B5EF4-FFF2-40B4-BE49-F238E27FC236}">
                <a16:creationId xmlns:a16="http://schemas.microsoft.com/office/drawing/2014/main" id="{4A88922C-475A-41CB-94A5-6420A8DBD182}"/>
              </a:ext>
            </a:extLst>
          </p:cNvPr>
          <p:cNvSpPr>
            <a:spLocks noGrp="1"/>
          </p:cNvSpPr>
          <p:nvPr>
            <p:ph type="ftr" sz="quarter" idx="11"/>
          </p:nvPr>
        </p:nvSpPr>
        <p:spPr/>
        <p:txBody>
          <a:bodyPr/>
          <a:lstStyle/>
          <a:p>
            <a:r>
              <a:rPr lang="en-US"/>
              <a:t>Chaitanya Training &amp; Consultancy -  www.chaitanyagaajula.com</a:t>
            </a:r>
            <a:endParaRPr lang="en-IN"/>
          </a:p>
        </p:txBody>
      </p:sp>
      <p:sp>
        <p:nvSpPr>
          <p:cNvPr id="6" name="Slide Number Placeholder 5">
            <a:extLst>
              <a:ext uri="{FF2B5EF4-FFF2-40B4-BE49-F238E27FC236}">
                <a16:creationId xmlns:a16="http://schemas.microsoft.com/office/drawing/2014/main" id="{02D00F57-D6FF-41EC-9B47-957D7E593B24}"/>
              </a:ext>
            </a:extLst>
          </p:cNvPr>
          <p:cNvSpPr>
            <a:spLocks noGrp="1"/>
          </p:cNvSpPr>
          <p:nvPr>
            <p:ph type="sldNum" sz="quarter" idx="12"/>
          </p:nvPr>
        </p:nvSpPr>
        <p:spPr/>
        <p:txBody>
          <a:bodyPr/>
          <a:lstStyle/>
          <a:p>
            <a:fld id="{430B3493-C6F4-43E9-8A53-7138279673EC}" type="slidenum">
              <a:rPr lang="en-IN" smtClean="0"/>
              <a:t>‹#›</a:t>
            </a:fld>
            <a:endParaRPr lang="en-IN"/>
          </a:p>
        </p:txBody>
      </p:sp>
    </p:spTree>
    <p:extLst>
      <p:ext uri="{BB962C8B-B14F-4D97-AF65-F5344CB8AC3E}">
        <p14:creationId xmlns:p14="http://schemas.microsoft.com/office/powerpoint/2010/main" val="2620854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55FD6-0E49-45A5-AFDB-103E544BC4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7D5FABE-2899-4096-9BD4-C49D14BCD5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AFCB3E-D3C1-4134-A1C1-0E548BEFB652}"/>
              </a:ext>
            </a:extLst>
          </p:cNvPr>
          <p:cNvSpPr>
            <a:spLocks noGrp="1"/>
          </p:cNvSpPr>
          <p:nvPr>
            <p:ph type="dt" sz="half" idx="10"/>
          </p:nvPr>
        </p:nvSpPr>
        <p:spPr/>
        <p:txBody>
          <a:bodyPr/>
          <a:lstStyle/>
          <a:p>
            <a:fld id="{D831A84E-D511-4FD0-B727-41F25AD238DF}" type="datetime1">
              <a:rPr lang="en-IN" smtClean="0"/>
              <a:t>04-03-2023</a:t>
            </a:fld>
            <a:endParaRPr lang="en-IN"/>
          </a:p>
        </p:txBody>
      </p:sp>
      <p:sp>
        <p:nvSpPr>
          <p:cNvPr id="5" name="Footer Placeholder 4">
            <a:extLst>
              <a:ext uri="{FF2B5EF4-FFF2-40B4-BE49-F238E27FC236}">
                <a16:creationId xmlns:a16="http://schemas.microsoft.com/office/drawing/2014/main" id="{61CFAF6B-2CB3-4D08-8B75-47F0F20822C7}"/>
              </a:ext>
            </a:extLst>
          </p:cNvPr>
          <p:cNvSpPr>
            <a:spLocks noGrp="1"/>
          </p:cNvSpPr>
          <p:nvPr>
            <p:ph type="ftr" sz="quarter" idx="11"/>
          </p:nvPr>
        </p:nvSpPr>
        <p:spPr/>
        <p:txBody>
          <a:bodyPr/>
          <a:lstStyle/>
          <a:p>
            <a:r>
              <a:rPr lang="en-US"/>
              <a:t>Chaitanya Training &amp; Consultancy -  www.chaitanyagaajula.com</a:t>
            </a:r>
            <a:endParaRPr lang="en-IN"/>
          </a:p>
        </p:txBody>
      </p:sp>
      <p:sp>
        <p:nvSpPr>
          <p:cNvPr id="6" name="Slide Number Placeholder 5">
            <a:extLst>
              <a:ext uri="{FF2B5EF4-FFF2-40B4-BE49-F238E27FC236}">
                <a16:creationId xmlns:a16="http://schemas.microsoft.com/office/drawing/2014/main" id="{59C7E719-8F28-4807-ABAD-9BBA792CA7DF}"/>
              </a:ext>
            </a:extLst>
          </p:cNvPr>
          <p:cNvSpPr>
            <a:spLocks noGrp="1"/>
          </p:cNvSpPr>
          <p:nvPr>
            <p:ph type="sldNum" sz="quarter" idx="12"/>
          </p:nvPr>
        </p:nvSpPr>
        <p:spPr/>
        <p:txBody>
          <a:bodyPr/>
          <a:lstStyle/>
          <a:p>
            <a:fld id="{430B3493-C6F4-43E9-8A53-7138279673EC}" type="slidenum">
              <a:rPr lang="en-IN" smtClean="0"/>
              <a:t>‹#›</a:t>
            </a:fld>
            <a:endParaRPr lang="en-IN"/>
          </a:p>
        </p:txBody>
      </p:sp>
    </p:spTree>
    <p:extLst>
      <p:ext uri="{BB962C8B-B14F-4D97-AF65-F5344CB8AC3E}">
        <p14:creationId xmlns:p14="http://schemas.microsoft.com/office/powerpoint/2010/main" val="3227619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DCF98-F150-4092-B4CB-EF26467D9B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D6529C-9035-4B5C-9631-12025B11C6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B503CC-05AD-49DF-88E5-7F124D4B150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D5F1B8A-E963-4E86-ADD8-AB008984300C}"/>
              </a:ext>
            </a:extLst>
          </p:cNvPr>
          <p:cNvSpPr>
            <a:spLocks noGrp="1"/>
          </p:cNvSpPr>
          <p:nvPr>
            <p:ph type="dt" sz="half" idx="10"/>
          </p:nvPr>
        </p:nvSpPr>
        <p:spPr/>
        <p:txBody>
          <a:bodyPr/>
          <a:lstStyle/>
          <a:p>
            <a:fld id="{7D397A1D-7752-4696-808E-D4037C88B6F4}" type="datetime1">
              <a:rPr lang="en-IN" smtClean="0"/>
              <a:t>04-03-2023</a:t>
            </a:fld>
            <a:endParaRPr lang="en-IN"/>
          </a:p>
        </p:txBody>
      </p:sp>
      <p:sp>
        <p:nvSpPr>
          <p:cNvPr id="6" name="Footer Placeholder 5">
            <a:extLst>
              <a:ext uri="{FF2B5EF4-FFF2-40B4-BE49-F238E27FC236}">
                <a16:creationId xmlns:a16="http://schemas.microsoft.com/office/drawing/2014/main" id="{E9458D7B-130B-433E-81B5-00CFDE30A474}"/>
              </a:ext>
            </a:extLst>
          </p:cNvPr>
          <p:cNvSpPr>
            <a:spLocks noGrp="1"/>
          </p:cNvSpPr>
          <p:nvPr>
            <p:ph type="ftr" sz="quarter" idx="11"/>
          </p:nvPr>
        </p:nvSpPr>
        <p:spPr/>
        <p:txBody>
          <a:bodyPr/>
          <a:lstStyle/>
          <a:p>
            <a:r>
              <a:rPr lang="en-US"/>
              <a:t>Chaitanya Training &amp; Consultancy -  www.chaitanyagaajula.com</a:t>
            </a:r>
            <a:endParaRPr lang="en-IN"/>
          </a:p>
        </p:txBody>
      </p:sp>
      <p:sp>
        <p:nvSpPr>
          <p:cNvPr id="7" name="Slide Number Placeholder 6">
            <a:extLst>
              <a:ext uri="{FF2B5EF4-FFF2-40B4-BE49-F238E27FC236}">
                <a16:creationId xmlns:a16="http://schemas.microsoft.com/office/drawing/2014/main" id="{CBFBC00A-C44F-446B-83BA-425E0206E747}"/>
              </a:ext>
            </a:extLst>
          </p:cNvPr>
          <p:cNvSpPr>
            <a:spLocks noGrp="1"/>
          </p:cNvSpPr>
          <p:nvPr>
            <p:ph type="sldNum" sz="quarter" idx="12"/>
          </p:nvPr>
        </p:nvSpPr>
        <p:spPr/>
        <p:txBody>
          <a:bodyPr/>
          <a:lstStyle/>
          <a:p>
            <a:fld id="{430B3493-C6F4-43E9-8A53-7138279673EC}" type="slidenum">
              <a:rPr lang="en-IN" smtClean="0"/>
              <a:t>‹#›</a:t>
            </a:fld>
            <a:endParaRPr lang="en-IN"/>
          </a:p>
        </p:txBody>
      </p:sp>
    </p:spTree>
    <p:extLst>
      <p:ext uri="{BB962C8B-B14F-4D97-AF65-F5344CB8AC3E}">
        <p14:creationId xmlns:p14="http://schemas.microsoft.com/office/powerpoint/2010/main" val="1084569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75916-E1CE-4FD3-9768-4ED4EBA8513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BA31915-95A4-4955-9F89-DC9F95D814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2AF25D-AFAA-471C-B924-7868931571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E6F950B-E77B-4FC4-BD15-7DE52A4E81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CE9AE6-BBC4-4299-8E22-BBC668082F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62F8F87-407B-47E3-8558-F00A28486E0A}"/>
              </a:ext>
            </a:extLst>
          </p:cNvPr>
          <p:cNvSpPr>
            <a:spLocks noGrp="1"/>
          </p:cNvSpPr>
          <p:nvPr>
            <p:ph type="dt" sz="half" idx="10"/>
          </p:nvPr>
        </p:nvSpPr>
        <p:spPr/>
        <p:txBody>
          <a:bodyPr/>
          <a:lstStyle/>
          <a:p>
            <a:fld id="{4DD81F5D-DCEA-48E0-972D-7D7547350A55}" type="datetime1">
              <a:rPr lang="en-IN" smtClean="0"/>
              <a:t>04-03-2023</a:t>
            </a:fld>
            <a:endParaRPr lang="en-IN"/>
          </a:p>
        </p:txBody>
      </p:sp>
      <p:sp>
        <p:nvSpPr>
          <p:cNvPr id="8" name="Footer Placeholder 7">
            <a:extLst>
              <a:ext uri="{FF2B5EF4-FFF2-40B4-BE49-F238E27FC236}">
                <a16:creationId xmlns:a16="http://schemas.microsoft.com/office/drawing/2014/main" id="{BE1D77CD-267B-4EBD-9AC2-7E2D455F11A7}"/>
              </a:ext>
            </a:extLst>
          </p:cNvPr>
          <p:cNvSpPr>
            <a:spLocks noGrp="1"/>
          </p:cNvSpPr>
          <p:nvPr>
            <p:ph type="ftr" sz="quarter" idx="11"/>
          </p:nvPr>
        </p:nvSpPr>
        <p:spPr/>
        <p:txBody>
          <a:bodyPr/>
          <a:lstStyle/>
          <a:p>
            <a:r>
              <a:rPr lang="en-US"/>
              <a:t>Chaitanya Training &amp; Consultancy -  www.chaitanyagaajula.com</a:t>
            </a:r>
            <a:endParaRPr lang="en-IN"/>
          </a:p>
        </p:txBody>
      </p:sp>
      <p:sp>
        <p:nvSpPr>
          <p:cNvPr id="9" name="Slide Number Placeholder 8">
            <a:extLst>
              <a:ext uri="{FF2B5EF4-FFF2-40B4-BE49-F238E27FC236}">
                <a16:creationId xmlns:a16="http://schemas.microsoft.com/office/drawing/2014/main" id="{D33B77D1-4411-4BB3-9D6F-DE65E5F43D7C}"/>
              </a:ext>
            </a:extLst>
          </p:cNvPr>
          <p:cNvSpPr>
            <a:spLocks noGrp="1"/>
          </p:cNvSpPr>
          <p:nvPr>
            <p:ph type="sldNum" sz="quarter" idx="12"/>
          </p:nvPr>
        </p:nvSpPr>
        <p:spPr/>
        <p:txBody>
          <a:bodyPr/>
          <a:lstStyle/>
          <a:p>
            <a:fld id="{430B3493-C6F4-43E9-8A53-7138279673EC}" type="slidenum">
              <a:rPr lang="en-IN" smtClean="0"/>
              <a:t>‹#›</a:t>
            </a:fld>
            <a:endParaRPr lang="en-IN"/>
          </a:p>
        </p:txBody>
      </p:sp>
    </p:spTree>
    <p:extLst>
      <p:ext uri="{BB962C8B-B14F-4D97-AF65-F5344CB8AC3E}">
        <p14:creationId xmlns:p14="http://schemas.microsoft.com/office/powerpoint/2010/main" val="14343891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02D0A-B64A-4E30-939A-74E4EF02039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51E4DF3-7620-4D70-A96F-E2E21F33799E}"/>
              </a:ext>
            </a:extLst>
          </p:cNvPr>
          <p:cNvSpPr>
            <a:spLocks noGrp="1"/>
          </p:cNvSpPr>
          <p:nvPr>
            <p:ph type="dt" sz="half" idx="10"/>
          </p:nvPr>
        </p:nvSpPr>
        <p:spPr/>
        <p:txBody>
          <a:bodyPr/>
          <a:lstStyle/>
          <a:p>
            <a:fld id="{0C8B3B4D-E753-43B3-B631-857C8D598A67}" type="datetime1">
              <a:rPr lang="en-IN" smtClean="0"/>
              <a:t>04-03-2023</a:t>
            </a:fld>
            <a:endParaRPr lang="en-IN"/>
          </a:p>
        </p:txBody>
      </p:sp>
      <p:sp>
        <p:nvSpPr>
          <p:cNvPr id="4" name="Footer Placeholder 3">
            <a:extLst>
              <a:ext uri="{FF2B5EF4-FFF2-40B4-BE49-F238E27FC236}">
                <a16:creationId xmlns:a16="http://schemas.microsoft.com/office/drawing/2014/main" id="{381C4F5E-4102-460D-BF18-6158DCB83DCF}"/>
              </a:ext>
            </a:extLst>
          </p:cNvPr>
          <p:cNvSpPr>
            <a:spLocks noGrp="1"/>
          </p:cNvSpPr>
          <p:nvPr>
            <p:ph type="ftr" sz="quarter" idx="11"/>
          </p:nvPr>
        </p:nvSpPr>
        <p:spPr/>
        <p:txBody>
          <a:bodyPr/>
          <a:lstStyle/>
          <a:p>
            <a:r>
              <a:rPr lang="en-US"/>
              <a:t>Chaitanya Training &amp; Consultancy -  www.chaitanyagaajula.com</a:t>
            </a:r>
            <a:endParaRPr lang="en-IN"/>
          </a:p>
        </p:txBody>
      </p:sp>
      <p:sp>
        <p:nvSpPr>
          <p:cNvPr id="5" name="Slide Number Placeholder 4">
            <a:extLst>
              <a:ext uri="{FF2B5EF4-FFF2-40B4-BE49-F238E27FC236}">
                <a16:creationId xmlns:a16="http://schemas.microsoft.com/office/drawing/2014/main" id="{4FD3CE3F-411B-4A72-9326-7281E6C1BAA9}"/>
              </a:ext>
            </a:extLst>
          </p:cNvPr>
          <p:cNvSpPr>
            <a:spLocks noGrp="1"/>
          </p:cNvSpPr>
          <p:nvPr>
            <p:ph type="sldNum" sz="quarter" idx="12"/>
          </p:nvPr>
        </p:nvSpPr>
        <p:spPr/>
        <p:txBody>
          <a:bodyPr/>
          <a:lstStyle/>
          <a:p>
            <a:fld id="{430B3493-C6F4-43E9-8A53-7138279673EC}" type="slidenum">
              <a:rPr lang="en-IN" smtClean="0"/>
              <a:t>‹#›</a:t>
            </a:fld>
            <a:endParaRPr lang="en-IN"/>
          </a:p>
        </p:txBody>
      </p:sp>
    </p:spTree>
    <p:extLst>
      <p:ext uri="{BB962C8B-B14F-4D97-AF65-F5344CB8AC3E}">
        <p14:creationId xmlns:p14="http://schemas.microsoft.com/office/powerpoint/2010/main" val="3494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C27781-7D04-4BFC-9DBE-D9B09775F5F4}"/>
              </a:ext>
            </a:extLst>
          </p:cNvPr>
          <p:cNvSpPr>
            <a:spLocks noGrp="1"/>
          </p:cNvSpPr>
          <p:nvPr>
            <p:ph type="dt" sz="half" idx="10"/>
          </p:nvPr>
        </p:nvSpPr>
        <p:spPr/>
        <p:txBody>
          <a:bodyPr/>
          <a:lstStyle/>
          <a:p>
            <a:fld id="{97298C3D-65E0-4472-B3EA-FEB081F1B7DB}" type="datetime1">
              <a:rPr lang="en-IN" smtClean="0"/>
              <a:t>04-03-2023</a:t>
            </a:fld>
            <a:endParaRPr lang="en-IN"/>
          </a:p>
        </p:txBody>
      </p:sp>
      <p:sp>
        <p:nvSpPr>
          <p:cNvPr id="3" name="Footer Placeholder 2">
            <a:extLst>
              <a:ext uri="{FF2B5EF4-FFF2-40B4-BE49-F238E27FC236}">
                <a16:creationId xmlns:a16="http://schemas.microsoft.com/office/drawing/2014/main" id="{2CAD6BD8-9E1A-4648-8545-5A01840EEAAE}"/>
              </a:ext>
            </a:extLst>
          </p:cNvPr>
          <p:cNvSpPr>
            <a:spLocks noGrp="1"/>
          </p:cNvSpPr>
          <p:nvPr>
            <p:ph type="ftr" sz="quarter" idx="11"/>
          </p:nvPr>
        </p:nvSpPr>
        <p:spPr/>
        <p:txBody>
          <a:bodyPr/>
          <a:lstStyle/>
          <a:p>
            <a:r>
              <a:rPr lang="en-US"/>
              <a:t>Chaitanya Training &amp; Consultancy -  www.chaitanyagaajula.com</a:t>
            </a:r>
            <a:endParaRPr lang="en-IN"/>
          </a:p>
        </p:txBody>
      </p:sp>
      <p:sp>
        <p:nvSpPr>
          <p:cNvPr id="4" name="Slide Number Placeholder 3">
            <a:extLst>
              <a:ext uri="{FF2B5EF4-FFF2-40B4-BE49-F238E27FC236}">
                <a16:creationId xmlns:a16="http://schemas.microsoft.com/office/drawing/2014/main" id="{808A8348-7113-4F66-8257-15BD78182F60}"/>
              </a:ext>
            </a:extLst>
          </p:cNvPr>
          <p:cNvSpPr>
            <a:spLocks noGrp="1"/>
          </p:cNvSpPr>
          <p:nvPr>
            <p:ph type="sldNum" sz="quarter" idx="12"/>
          </p:nvPr>
        </p:nvSpPr>
        <p:spPr/>
        <p:txBody>
          <a:bodyPr/>
          <a:lstStyle/>
          <a:p>
            <a:fld id="{430B3493-C6F4-43E9-8A53-7138279673EC}" type="slidenum">
              <a:rPr lang="en-IN" smtClean="0"/>
              <a:t>‹#›</a:t>
            </a:fld>
            <a:endParaRPr lang="en-IN"/>
          </a:p>
        </p:txBody>
      </p:sp>
    </p:spTree>
    <p:extLst>
      <p:ext uri="{BB962C8B-B14F-4D97-AF65-F5344CB8AC3E}">
        <p14:creationId xmlns:p14="http://schemas.microsoft.com/office/powerpoint/2010/main" val="636666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5A8B3-361F-4FB1-A528-F1F35CD4B7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E02B4F3-B5A8-4B5B-A2DD-162B4CD559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C1B550A-3E01-40AE-ABC9-5A8B306471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590141-B637-4B64-A946-D4129FFA9802}"/>
              </a:ext>
            </a:extLst>
          </p:cNvPr>
          <p:cNvSpPr>
            <a:spLocks noGrp="1"/>
          </p:cNvSpPr>
          <p:nvPr>
            <p:ph type="dt" sz="half" idx="10"/>
          </p:nvPr>
        </p:nvSpPr>
        <p:spPr/>
        <p:txBody>
          <a:bodyPr/>
          <a:lstStyle/>
          <a:p>
            <a:fld id="{0FCFCD55-8FAD-4D1F-A26E-ABEE8157FF6C}" type="datetime1">
              <a:rPr lang="en-IN" smtClean="0"/>
              <a:t>04-03-2023</a:t>
            </a:fld>
            <a:endParaRPr lang="en-IN"/>
          </a:p>
        </p:txBody>
      </p:sp>
      <p:sp>
        <p:nvSpPr>
          <p:cNvPr id="6" name="Footer Placeholder 5">
            <a:extLst>
              <a:ext uri="{FF2B5EF4-FFF2-40B4-BE49-F238E27FC236}">
                <a16:creationId xmlns:a16="http://schemas.microsoft.com/office/drawing/2014/main" id="{2E010FE8-B037-4E85-A777-B5B851B03E62}"/>
              </a:ext>
            </a:extLst>
          </p:cNvPr>
          <p:cNvSpPr>
            <a:spLocks noGrp="1"/>
          </p:cNvSpPr>
          <p:nvPr>
            <p:ph type="ftr" sz="quarter" idx="11"/>
          </p:nvPr>
        </p:nvSpPr>
        <p:spPr/>
        <p:txBody>
          <a:bodyPr/>
          <a:lstStyle/>
          <a:p>
            <a:r>
              <a:rPr lang="en-US"/>
              <a:t>Chaitanya Training &amp; Consultancy -  www.chaitanyagaajula.com</a:t>
            </a:r>
            <a:endParaRPr lang="en-IN"/>
          </a:p>
        </p:txBody>
      </p:sp>
      <p:sp>
        <p:nvSpPr>
          <p:cNvPr id="7" name="Slide Number Placeholder 6">
            <a:extLst>
              <a:ext uri="{FF2B5EF4-FFF2-40B4-BE49-F238E27FC236}">
                <a16:creationId xmlns:a16="http://schemas.microsoft.com/office/drawing/2014/main" id="{446CBFDC-6F2E-471B-A1C7-C02BF1FB5861}"/>
              </a:ext>
            </a:extLst>
          </p:cNvPr>
          <p:cNvSpPr>
            <a:spLocks noGrp="1"/>
          </p:cNvSpPr>
          <p:nvPr>
            <p:ph type="sldNum" sz="quarter" idx="12"/>
          </p:nvPr>
        </p:nvSpPr>
        <p:spPr/>
        <p:txBody>
          <a:bodyPr/>
          <a:lstStyle/>
          <a:p>
            <a:fld id="{430B3493-C6F4-43E9-8A53-7138279673EC}" type="slidenum">
              <a:rPr lang="en-IN" smtClean="0"/>
              <a:t>‹#›</a:t>
            </a:fld>
            <a:endParaRPr lang="en-IN"/>
          </a:p>
        </p:txBody>
      </p:sp>
    </p:spTree>
    <p:extLst>
      <p:ext uri="{BB962C8B-B14F-4D97-AF65-F5344CB8AC3E}">
        <p14:creationId xmlns:p14="http://schemas.microsoft.com/office/powerpoint/2010/main" val="1019228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BDF8E-DB80-41D5-A39A-B6738E88E6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F818BCB-30F7-47E0-96DF-117EB6E61E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EF60A39-F89B-49CF-92C3-1E9811C51D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E84FE1-40DE-4C30-8A2C-72CEDC327803}"/>
              </a:ext>
            </a:extLst>
          </p:cNvPr>
          <p:cNvSpPr>
            <a:spLocks noGrp="1"/>
          </p:cNvSpPr>
          <p:nvPr>
            <p:ph type="dt" sz="half" idx="10"/>
          </p:nvPr>
        </p:nvSpPr>
        <p:spPr/>
        <p:txBody>
          <a:bodyPr/>
          <a:lstStyle/>
          <a:p>
            <a:fld id="{216A6DF3-A1B7-4D06-A1A5-B18260CCF7AE}" type="datetime1">
              <a:rPr lang="en-IN" smtClean="0"/>
              <a:t>04-03-2023</a:t>
            </a:fld>
            <a:endParaRPr lang="en-IN"/>
          </a:p>
        </p:txBody>
      </p:sp>
      <p:sp>
        <p:nvSpPr>
          <p:cNvPr id="6" name="Footer Placeholder 5">
            <a:extLst>
              <a:ext uri="{FF2B5EF4-FFF2-40B4-BE49-F238E27FC236}">
                <a16:creationId xmlns:a16="http://schemas.microsoft.com/office/drawing/2014/main" id="{4756FE92-C9D9-4E7F-AC8E-6116BE9E145A}"/>
              </a:ext>
            </a:extLst>
          </p:cNvPr>
          <p:cNvSpPr>
            <a:spLocks noGrp="1"/>
          </p:cNvSpPr>
          <p:nvPr>
            <p:ph type="ftr" sz="quarter" idx="11"/>
          </p:nvPr>
        </p:nvSpPr>
        <p:spPr/>
        <p:txBody>
          <a:bodyPr/>
          <a:lstStyle/>
          <a:p>
            <a:r>
              <a:rPr lang="en-US"/>
              <a:t>Chaitanya Training &amp; Consultancy -  www.chaitanyagaajula.com</a:t>
            </a:r>
            <a:endParaRPr lang="en-IN"/>
          </a:p>
        </p:txBody>
      </p:sp>
      <p:sp>
        <p:nvSpPr>
          <p:cNvPr id="7" name="Slide Number Placeholder 6">
            <a:extLst>
              <a:ext uri="{FF2B5EF4-FFF2-40B4-BE49-F238E27FC236}">
                <a16:creationId xmlns:a16="http://schemas.microsoft.com/office/drawing/2014/main" id="{C91512C7-6398-4578-BDFE-4EF4FC803678}"/>
              </a:ext>
            </a:extLst>
          </p:cNvPr>
          <p:cNvSpPr>
            <a:spLocks noGrp="1"/>
          </p:cNvSpPr>
          <p:nvPr>
            <p:ph type="sldNum" sz="quarter" idx="12"/>
          </p:nvPr>
        </p:nvSpPr>
        <p:spPr/>
        <p:txBody>
          <a:bodyPr/>
          <a:lstStyle/>
          <a:p>
            <a:fld id="{430B3493-C6F4-43E9-8A53-7138279673EC}" type="slidenum">
              <a:rPr lang="en-IN" smtClean="0"/>
              <a:t>‹#›</a:t>
            </a:fld>
            <a:endParaRPr lang="en-IN"/>
          </a:p>
        </p:txBody>
      </p:sp>
    </p:spTree>
    <p:extLst>
      <p:ext uri="{BB962C8B-B14F-4D97-AF65-F5344CB8AC3E}">
        <p14:creationId xmlns:p14="http://schemas.microsoft.com/office/powerpoint/2010/main" val="1359448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532A2-8AB3-4EA9-A312-E1E316CDDBD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02FFD2D-B970-4141-A615-852A9903F8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225DF0-A518-4F14-8FA0-555F58A0846C}"/>
              </a:ext>
            </a:extLst>
          </p:cNvPr>
          <p:cNvSpPr>
            <a:spLocks noGrp="1"/>
          </p:cNvSpPr>
          <p:nvPr>
            <p:ph type="dt" sz="half" idx="10"/>
          </p:nvPr>
        </p:nvSpPr>
        <p:spPr/>
        <p:txBody>
          <a:bodyPr/>
          <a:lstStyle/>
          <a:p>
            <a:fld id="{64F9E80F-840F-4154-A049-897E40A6E3A1}" type="datetime1">
              <a:rPr lang="en-IN" smtClean="0"/>
              <a:t>04-03-2023</a:t>
            </a:fld>
            <a:endParaRPr lang="en-IN"/>
          </a:p>
        </p:txBody>
      </p:sp>
      <p:sp>
        <p:nvSpPr>
          <p:cNvPr id="5" name="Footer Placeholder 4">
            <a:extLst>
              <a:ext uri="{FF2B5EF4-FFF2-40B4-BE49-F238E27FC236}">
                <a16:creationId xmlns:a16="http://schemas.microsoft.com/office/drawing/2014/main" id="{85CB4856-8217-4CF4-9E0D-242C03F995E6}"/>
              </a:ext>
            </a:extLst>
          </p:cNvPr>
          <p:cNvSpPr>
            <a:spLocks noGrp="1"/>
          </p:cNvSpPr>
          <p:nvPr>
            <p:ph type="ftr" sz="quarter" idx="11"/>
          </p:nvPr>
        </p:nvSpPr>
        <p:spPr/>
        <p:txBody>
          <a:bodyPr/>
          <a:lstStyle/>
          <a:p>
            <a:r>
              <a:rPr lang="en-US"/>
              <a:t>Chaitanya Training &amp; Consultancy -  www.chaitanyagaajula.com</a:t>
            </a:r>
            <a:endParaRPr lang="en-IN"/>
          </a:p>
        </p:txBody>
      </p:sp>
      <p:sp>
        <p:nvSpPr>
          <p:cNvPr id="6" name="Slide Number Placeholder 5">
            <a:extLst>
              <a:ext uri="{FF2B5EF4-FFF2-40B4-BE49-F238E27FC236}">
                <a16:creationId xmlns:a16="http://schemas.microsoft.com/office/drawing/2014/main" id="{4B0109A1-A864-4608-B5FF-092595DAE110}"/>
              </a:ext>
            </a:extLst>
          </p:cNvPr>
          <p:cNvSpPr>
            <a:spLocks noGrp="1"/>
          </p:cNvSpPr>
          <p:nvPr>
            <p:ph type="sldNum" sz="quarter" idx="12"/>
          </p:nvPr>
        </p:nvSpPr>
        <p:spPr/>
        <p:txBody>
          <a:bodyPr/>
          <a:lstStyle/>
          <a:p>
            <a:fld id="{430B3493-C6F4-43E9-8A53-7138279673EC}" type="slidenum">
              <a:rPr lang="en-IN" smtClean="0"/>
              <a:t>‹#›</a:t>
            </a:fld>
            <a:endParaRPr lang="en-IN"/>
          </a:p>
        </p:txBody>
      </p:sp>
    </p:spTree>
    <p:extLst>
      <p:ext uri="{BB962C8B-B14F-4D97-AF65-F5344CB8AC3E}">
        <p14:creationId xmlns:p14="http://schemas.microsoft.com/office/powerpoint/2010/main" val="406778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79F8C4-F6ED-4A9F-A48D-610A3A73CB5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BF92893-F1A9-4405-A92B-26676DFE55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72838D-4DF5-4B2B-AA9C-978E3DEA8017}"/>
              </a:ext>
            </a:extLst>
          </p:cNvPr>
          <p:cNvSpPr>
            <a:spLocks noGrp="1"/>
          </p:cNvSpPr>
          <p:nvPr>
            <p:ph type="dt" sz="half" idx="10"/>
          </p:nvPr>
        </p:nvSpPr>
        <p:spPr/>
        <p:txBody>
          <a:bodyPr/>
          <a:lstStyle/>
          <a:p>
            <a:fld id="{31B8690B-F56C-4B69-A3B6-09B0FA94F8D2}" type="datetime1">
              <a:rPr lang="en-IN" smtClean="0"/>
              <a:t>04-03-2023</a:t>
            </a:fld>
            <a:endParaRPr lang="en-IN"/>
          </a:p>
        </p:txBody>
      </p:sp>
      <p:sp>
        <p:nvSpPr>
          <p:cNvPr id="5" name="Footer Placeholder 4">
            <a:extLst>
              <a:ext uri="{FF2B5EF4-FFF2-40B4-BE49-F238E27FC236}">
                <a16:creationId xmlns:a16="http://schemas.microsoft.com/office/drawing/2014/main" id="{E5DAA860-5345-442F-B1EC-7345AD5E3D69}"/>
              </a:ext>
            </a:extLst>
          </p:cNvPr>
          <p:cNvSpPr>
            <a:spLocks noGrp="1"/>
          </p:cNvSpPr>
          <p:nvPr>
            <p:ph type="ftr" sz="quarter" idx="11"/>
          </p:nvPr>
        </p:nvSpPr>
        <p:spPr/>
        <p:txBody>
          <a:bodyPr/>
          <a:lstStyle/>
          <a:p>
            <a:r>
              <a:rPr lang="en-US"/>
              <a:t>Chaitanya Training &amp; Consultancy -  www.chaitanyagaajula.com</a:t>
            </a:r>
            <a:endParaRPr lang="en-IN"/>
          </a:p>
        </p:txBody>
      </p:sp>
      <p:sp>
        <p:nvSpPr>
          <p:cNvPr id="6" name="Slide Number Placeholder 5">
            <a:extLst>
              <a:ext uri="{FF2B5EF4-FFF2-40B4-BE49-F238E27FC236}">
                <a16:creationId xmlns:a16="http://schemas.microsoft.com/office/drawing/2014/main" id="{39B24172-518C-4432-AF63-1BD888B0912B}"/>
              </a:ext>
            </a:extLst>
          </p:cNvPr>
          <p:cNvSpPr>
            <a:spLocks noGrp="1"/>
          </p:cNvSpPr>
          <p:nvPr>
            <p:ph type="sldNum" sz="quarter" idx="12"/>
          </p:nvPr>
        </p:nvSpPr>
        <p:spPr/>
        <p:txBody>
          <a:bodyPr/>
          <a:lstStyle/>
          <a:p>
            <a:fld id="{430B3493-C6F4-43E9-8A53-7138279673EC}" type="slidenum">
              <a:rPr lang="en-IN" smtClean="0"/>
              <a:t>‹#›</a:t>
            </a:fld>
            <a:endParaRPr lang="en-IN"/>
          </a:p>
        </p:txBody>
      </p:sp>
    </p:spTree>
    <p:extLst>
      <p:ext uri="{BB962C8B-B14F-4D97-AF65-F5344CB8AC3E}">
        <p14:creationId xmlns:p14="http://schemas.microsoft.com/office/powerpoint/2010/main" val="23709353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05408" y="254634"/>
            <a:ext cx="10781182" cy="605155"/>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Chaitanya Training &amp; Consultancy -  www.chaitanyagaajula.com</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DBE0FBB8-49BA-487A-AEFE-50C3959BA000}" type="datetime1">
              <a:rPr lang="en-IN" smtClean="0"/>
              <a:t>04-03-2023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7937344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EC5553"/>
                </a:solidFill>
                <a:latin typeface="Century Gothic"/>
                <a:cs typeface="Century Gothic"/>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Chaitanya Training &amp; Consultancy -  www.chaitanyagaajula.com</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9D4BE411-B832-4BE8-A8FB-9BD84AE720D1}" type="datetime1">
              <a:rPr lang="en-IN" smtClean="0"/>
              <a:t>04-03-2023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187911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EC5553"/>
                </a:solidFill>
                <a:latin typeface="Century Gothic"/>
                <a:cs typeface="Century Gothic"/>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US"/>
              <a:t>Chaitanya Training &amp; Consultancy -  www.chaitanyagaajula.com</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545EBD3F-2D59-4602-87BC-24FCF0A721AF}" type="datetime1">
              <a:rPr lang="en-IN" smtClean="0"/>
              <a:t>04-03-2023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1634396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EC5553"/>
                </a:solidFill>
                <a:latin typeface="Century Gothic"/>
                <a:cs typeface="Century Gothic"/>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r>
              <a:rPr lang="en-US"/>
              <a:t>Chaitanya Training &amp; Consultancy -  www.chaitanyagaajula.com</a:t>
            </a:r>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0E3335D-8BED-49B9-97E8-A8E8081345B2}" type="datetime1">
              <a:rPr lang="en-IN" smtClean="0"/>
              <a:t>04-03-2023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2895515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r>
              <a:rPr lang="en-US"/>
              <a:t>Chaitanya Training &amp; Consultancy -  www.chaitanyagaajula.com</a:t>
            </a:r>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3118CA23-DA8A-480C-A5E7-C029A349DFD9}" type="datetime1">
              <a:rPr lang="en-IN" smtClean="0"/>
              <a:t>04-03-2023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5911217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4EFB6-E090-477E-AC2A-09339C1642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66D7708-64EB-4F35-BA4C-58EB2AAE55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A3C896E-23E4-4F8B-9C8F-6DF474B45336}"/>
              </a:ext>
            </a:extLst>
          </p:cNvPr>
          <p:cNvSpPr>
            <a:spLocks noGrp="1"/>
          </p:cNvSpPr>
          <p:nvPr>
            <p:ph type="dt" sz="half" idx="10"/>
          </p:nvPr>
        </p:nvSpPr>
        <p:spPr/>
        <p:txBody>
          <a:bodyPr/>
          <a:lstStyle/>
          <a:p>
            <a:fld id="{DB3E6281-0BA3-45BC-A446-109F107AAAA3}" type="datetime1">
              <a:rPr lang="en-IN" smtClean="0"/>
              <a:t>04-03-2023</a:t>
            </a:fld>
            <a:endParaRPr lang="en-IN"/>
          </a:p>
        </p:txBody>
      </p:sp>
      <p:sp>
        <p:nvSpPr>
          <p:cNvPr id="5" name="Footer Placeholder 4">
            <a:extLst>
              <a:ext uri="{FF2B5EF4-FFF2-40B4-BE49-F238E27FC236}">
                <a16:creationId xmlns:a16="http://schemas.microsoft.com/office/drawing/2014/main" id="{D1A25EFD-F9AC-4F29-8CE9-5B9756F55275}"/>
              </a:ext>
            </a:extLst>
          </p:cNvPr>
          <p:cNvSpPr>
            <a:spLocks noGrp="1"/>
          </p:cNvSpPr>
          <p:nvPr>
            <p:ph type="ftr" sz="quarter" idx="11"/>
          </p:nvPr>
        </p:nvSpPr>
        <p:spPr/>
        <p:txBody>
          <a:bodyPr/>
          <a:lstStyle/>
          <a:p>
            <a:r>
              <a:rPr lang="en-US"/>
              <a:t>Chaitanya Training &amp; Consultancy -  www.chaitanyagaajula.com</a:t>
            </a:r>
            <a:endParaRPr lang="en-IN"/>
          </a:p>
        </p:txBody>
      </p:sp>
      <p:sp>
        <p:nvSpPr>
          <p:cNvPr id="6" name="Slide Number Placeholder 5">
            <a:extLst>
              <a:ext uri="{FF2B5EF4-FFF2-40B4-BE49-F238E27FC236}">
                <a16:creationId xmlns:a16="http://schemas.microsoft.com/office/drawing/2014/main" id="{3263BDE6-AB22-4D17-A4ED-8E0FA8C26452}"/>
              </a:ext>
            </a:extLst>
          </p:cNvPr>
          <p:cNvSpPr>
            <a:spLocks noGrp="1"/>
          </p:cNvSpPr>
          <p:nvPr>
            <p:ph type="sldNum" sz="quarter" idx="12"/>
          </p:nvPr>
        </p:nvSpPr>
        <p:spPr/>
        <p:txBody>
          <a:bodyPr/>
          <a:lstStyle/>
          <a:p>
            <a:fld id="{11D99FE2-05C1-4AE7-B8EC-0F3E4E1B2E98}" type="slidenum">
              <a:rPr lang="en-IN" smtClean="0"/>
              <a:t>‹#›</a:t>
            </a:fld>
            <a:endParaRPr lang="en-IN"/>
          </a:p>
        </p:txBody>
      </p:sp>
    </p:spTree>
    <p:extLst>
      <p:ext uri="{BB962C8B-B14F-4D97-AF65-F5344CB8AC3E}">
        <p14:creationId xmlns:p14="http://schemas.microsoft.com/office/powerpoint/2010/main" val="4041070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DF79B-50C9-4BC3-B272-B6E576314E8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13C60B4-BCDD-4A89-8B36-16B111629E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7ACDA5-7AED-44F6-AE48-5B8EF83E2615}"/>
              </a:ext>
            </a:extLst>
          </p:cNvPr>
          <p:cNvSpPr>
            <a:spLocks noGrp="1"/>
          </p:cNvSpPr>
          <p:nvPr>
            <p:ph type="dt" sz="half" idx="10"/>
          </p:nvPr>
        </p:nvSpPr>
        <p:spPr/>
        <p:txBody>
          <a:bodyPr/>
          <a:lstStyle/>
          <a:p>
            <a:fld id="{E4B2D6EB-3BDD-4296-B3FF-A8A7E947020A}" type="datetime1">
              <a:rPr lang="en-IN" smtClean="0"/>
              <a:t>04-03-2023</a:t>
            </a:fld>
            <a:endParaRPr lang="en-IN"/>
          </a:p>
        </p:txBody>
      </p:sp>
      <p:sp>
        <p:nvSpPr>
          <p:cNvPr id="5" name="Footer Placeholder 4">
            <a:extLst>
              <a:ext uri="{FF2B5EF4-FFF2-40B4-BE49-F238E27FC236}">
                <a16:creationId xmlns:a16="http://schemas.microsoft.com/office/drawing/2014/main" id="{6813FD04-546C-4BBF-BD7E-2DC3AA783A02}"/>
              </a:ext>
            </a:extLst>
          </p:cNvPr>
          <p:cNvSpPr>
            <a:spLocks noGrp="1"/>
          </p:cNvSpPr>
          <p:nvPr>
            <p:ph type="ftr" sz="quarter" idx="11"/>
          </p:nvPr>
        </p:nvSpPr>
        <p:spPr/>
        <p:txBody>
          <a:bodyPr/>
          <a:lstStyle/>
          <a:p>
            <a:r>
              <a:rPr lang="en-US"/>
              <a:t>Chaitanya Training &amp; Consultancy -  www.chaitanyagaajula.com</a:t>
            </a:r>
            <a:endParaRPr lang="en-IN"/>
          </a:p>
        </p:txBody>
      </p:sp>
      <p:sp>
        <p:nvSpPr>
          <p:cNvPr id="6" name="Slide Number Placeholder 5">
            <a:extLst>
              <a:ext uri="{FF2B5EF4-FFF2-40B4-BE49-F238E27FC236}">
                <a16:creationId xmlns:a16="http://schemas.microsoft.com/office/drawing/2014/main" id="{900A7D21-7A07-479F-8C22-F9CC5F48DE65}"/>
              </a:ext>
            </a:extLst>
          </p:cNvPr>
          <p:cNvSpPr>
            <a:spLocks noGrp="1"/>
          </p:cNvSpPr>
          <p:nvPr>
            <p:ph type="sldNum" sz="quarter" idx="12"/>
          </p:nvPr>
        </p:nvSpPr>
        <p:spPr/>
        <p:txBody>
          <a:bodyPr/>
          <a:lstStyle/>
          <a:p>
            <a:fld id="{11D99FE2-05C1-4AE7-B8EC-0F3E4E1B2E98}" type="slidenum">
              <a:rPr lang="en-IN" smtClean="0"/>
              <a:t>‹#›</a:t>
            </a:fld>
            <a:endParaRPr lang="en-IN"/>
          </a:p>
        </p:txBody>
      </p:sp>
    </p:spTree>
    <p:extLst>
      <p:ext uri="{BB962C8B-B14F-4D97-AF65-F5344CB8AC3E}">
        <p14:creationId xmlns:p14="http://schemas.microsoft.com/office/powerpoint/2010/main" val="17439741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260DA-C955-4FEA-A0A1-ED78FC5CB4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12544B1-D809-4BB6-BB12-6EFE1A2ADD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9B3D68-4CA2-4476-B550-9FFF502076F5}"/>
              </a:ext>
            </a:extLst>
          </p:cNvPr>
          <p:cNvSpPr>
            <a:spLocks noGrp="1"/>
          </p:cNvSpPr>
          <p:nvPr>
            <p:ph type="dt" sz="half" idx="10"/>
          </p:nvPr>
        </p:nvSpPr>
        <p:spPr/>
        <p:txBody>
          <a:bodyPr/>
          <a:lstStyle/>
          <a:p>
            <a:fld id="{22F02EB4-A431-4632-B479-E12622A17797}" type="datetime1">
              <a:rPr lang="en-IN" smtClean="0"/>
              <a:t>04-03-2023</a:t>
            </a:fld>
            <a:endParaRPr lang="en-IN"/>
          </a:p>
        </p:txBody>
      </p:sp>
      <p:sp>
        <p:nvSpPr>
          <p:cNvPr id="5" name="Footer Placeholder 4">
            <a:extLst>
              <a:ext uri="{FF2B5EF4-FFF2-40B4-BE49-F238E27FC236}">
                <a16:creationId xmlns:a16="http://schemas.microsoft.com/office/drawing/2014/main" id="{62AF1878-E163-4B28-A37F-09FE4DCDFC88}"/>
              </a:ext>
            </a:extLst>
          </p:cNvPr>
          <p:cNvSpPr>
            <a:spLocks noGrp="1"/>
          </p:cNvSpPr>
          <p:nvPr>
            <p:ph type="ftr" sz="quarter" idx="11"/>
          </p:nvPr>
        </p:nvSpPr>
        <p:spPr/>
        <p:txBody>
          <a:bodyPr/>
          <a:lstStyle/>
          <a:p>
            <a:r>
              <a:rPr lang="en-US"/>
              <a:t>Chaitanya Training &amp; Consultancy -  www.chaitanyagaajula.com</a:t>
            </a:r>
            <a:endParaRPr lang="en-IN"/>
          </a:p>
        </p:txBody>
      </p:sp>
      <p:sp>
        <p:nvSpPr>
          <p:cNvPr id="6" name="Slide Number Placeholder 5">
            <a:extLst>
              <a:ext uri="{FF2B5EF4-FFF2-40B4-BE49-F238E27FC236}">
                <a16:creationId xmlns:a16="http://schemas.microsoft.com/office/drawing/2014/main" id="{08E1C4C3-FB62-4F54-A10F-7849AE1152A3}"/>
              </a:ext>
            </a:extLst>
          </p:cNvPr>
          <p:cNvSpPr>
            <a:spLocks noGrp="1"/>
          </p:cNvSpPr>
          <p:nvPr>
            <p:ph type="sldNum" sz="quarter" idx="12"/>
          </p:nvPr>
        </p:nvSpPr>
        <p:spPr/>
        <p:txBody>
          <a:bodyPr/>
          <a:lstStyle/>
          <a:p>
            <a:fld id="{11D99FE2-05C1-4AE7-B8EC-0F3E4E1B2E98}" type="slidenum">
              <a:rPr lang="en-IN" smtClean="0"/>
              <a:t>‹#›</a:t>
            </a:fld>
            <a:endParaRPr lang="en-IN"/>
          </a:p>
        </p:txBody>
      </p:sp>
    </p:spTree>
    <p:extLst>
      <p:ext uri="{BB962C8B-B14F-4D97-AF65-F5344CB8AC3E}">
        <p14:creationId xmlns:p14="http://schemas.microsoft.com/office/powerpoint/2010/main" val="4486825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17F16-9155-4598-AFFC-8687C8B24AC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F181FF-8C4E-40AF-9697-9288FA34BB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4145979-D91C-4873-B4AD-80E311D247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0DA99A5-3EEA-46E3-9765-7D5549D3D4CB}"/>
              </a:ext>
            </a:extLst>
          </p:cNvPr>
          <p:cNvSpPr>
            <a:spLocks noGrp="1"/>
          </p:cNvSpPr>
          <p:nvPr>
            <p:ph type="dt" sz="half" idx="10"/>
          </p:nvPr>
        </p:nvSpPr>
        <p:spPr/>
        <p:txBody>
          <a:bodyPr/>
          <a:lstStyle/>
          <a:p>
            <a:fld id="{B5DB5EC3-D0F8-4C07-9437-D89294245375}" type="datetime1">
              <a:rPr lang="en-IN" smtClean="0"/>
              <a:t>04-03-2023</a:t>
            </a:fld>
            <a:endParaRPr lang="en-IN"/>
          </a:p>
        </p:txBody>
      </p:sp>
      <p:sp>
        <p:nvSpPr>
          <p:cNvPr id="6" name="Footer Placeholder 5">
            <a:extLst>
              <a:ext uri="{FF2B5EF4-FFF2-40B4-BE49-F238E27FC236}">
                <a16:creationId xmlns:a16="http://schemas.microsoft.com/office/drawing/2014/main" id="{E8CFD312-DF00-4CCD-B10D-1C85EFE45F03}"/>
              </a:ext>
            </a:extLst>
          </p:cNvPr>
          <p:cNvSpPr>
            <a:spLocks noGrp="1"/>
          </p:cNvSpPr>
          <p:nvPr>
            <p:ph type="ftr" sz="quarter" idx="11"/>
          </p:nvPr>
        </p:nvSpPr>
        <p:spPr/>
        <p:txBody>
          <a:bodyPr/>
          <a:lstStyle/>
          <a:p>
            <a:r>
              <a:rPr lang="en-US"/>
              <a:t>Chaitanya Training &amp; Consultancy -  www.chaitanyagaajula.com</a:t>
            </a:r>
            <a:endParaRPr lang="en-IN"/>
          </a:p>
        </p:txBody>
      </p:sp>
      <p:sp>
        <p:nvSpPr>
          <p:cNvPr id="7" name="Slide Number Placeholder 6">
            <a:extLst>
              <a:ext uri="{FF2B5EF4-FFF2-40B4-BE49-F238E27FC236}">
                <a16:creationId xmlns:a16="http://schemas.microsoft.com/office/drawing/2014/main" id="{7B576588-6A03-4DAA-A38A-BF1FFF7603C5}"/>
              </a:ext>
            </a:extLst>
          </p:cNvPr>
          <p:cNvSpPr>
            <a:spLocks noGrp="1"/>
          </p:cNvSpPr>
          <p:nvPr>
            <p:ph type="sldNum" sz="quarter" idx="12"/>
          </p:nvPr>
        </p:nvSpPr>
        <p:spPr/>
        <p:txBody>
          <a:bodyPr/>
          <a:lstStyle/>
          <a:p>
            <a:fld id="{11D99FE2-05C1-4AE7-B8EC-0F3E4E1B2E98}" type="slidenum">
              <a:rPr lang="en-IN" smtClean="0"/>
              <a:t>‹#›</a:t>
            </a:fld>
            <a:endParaRPr lang="en-IN"/>
          </a:p>
        </p:txBody>
      </p:sp>
    </p:spTree>
    <p:extLst>
      <p:ext uri="{BB962C8B-B14F-4D97-AF65-F5344CB8AC3E}">
        <p14:creationId xmlns:p14="http://schemas.microsoft.com/office/powerpoint/2010/main" val="23043672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9F2DA-6A27-4267-8347-874C18E32F3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6607D0-9F2A-408C-98A6-1993C35B1F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CCE36E-A118-4544-95C4-5C1E30A5F8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A2946F9-EE31-4CF5-92C2-7053D6E87E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9A7BDD-61FC-47FB-A264-74C0D46735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1145C95-D058-47E5-895B-FC64ACD07FE1}"/>
              </a:ext>
            </a:extLst>
          </p:cNvPr>
          <p:cNvSpPr>
            <a:spLocks noGrp="1"/>
          </p:cNvSpPr>
          <p:nvPr>
            <p:ph type="dt" sz="half" idx="10"/>
          </p:nvPr>
        </p:nvSpPr>
        <p:spPr/>
        <p:txBody>
          <a:bodyPr/>
          <a:lstStyle/>
          <a:p>
            <a:fld id="{925A8107-779E-4D1A-B027-8DC76494C534}" type="datetime1">
              <a:rPr lang="en-IN" smtClean="0"/>
              <a:t>04-03-2023</a:t>
            </a:fld>
            <a:endParaRPr lang="en-IN"/>
          </a:p>
        </p:txBody>
      </p:sp>
      <p:sp>
        <p:nvSpPr>
          <p:cNvPr id="8" name="Footer Placeholder 7">
            <a:extLst>
              <a:ext uri="{FF2B5EF4-FFF2-40B4-BE49-F238E27FC236}">
                <a16:creationId xmlns:a16="http://schemas.microsoft.com/office/drawing/2014/main" id="{2BC5E91C-ED4A-4BD4-B002-D2F17205E3AF}"/>
              </a:ext>
            </a:extLst>
          </p:cNvPr>
          <p:cNvSpPr>
            <a:spLocks noGrp="1"/>
          </p:cNvSpPr>
          <p:nvPr>
            <p:ph type="ftr" sz="quarter" idx="11"/>
          </p:nvPr>
        </p:nvSpPr>
        <p:spPr/>
        <p:txBody>
          <a:bodyPr/>
          <a:lstStyle/>
          <a:p>
            <a:r>
              <a:rPr lang="en-US"/>
              <a:t>Chaitanya Training &amp; Consultancy -  www.chaitanyagaajula.com</a:t>
            </a:r>
            <a:endParaRPr lang="en-IN"/>
          </a:p>
        </p:txBody>
      </p:sp>
      <p:sp>
        <p:nvSpPr>
          <p:cNvPr id="9" name="Slide Number Placeholder 8">
            <a:extLst>
              <a:ext uri="{FF2B5EF4-FFF2-40B4-BE49-F238E27FC236}">
                <a16:creationId xmlns:a16="http://schemas.microsoft.com/office/drawing/2014/main" id="{6D563B63-C4B6-4F05-9B37-28B4839F7D0E}"/>
              </a:ext>
            </a:extLst>
          </p:cNvPr>
          <p:cNvSpPr>
            <a:spLocks noGrp="1"/>
          </p:cNvSpPr>
          <p:nvPr>
            <p:ph type="sldNum" sz="quarter" idx="12"/>
          </p:nvPr>
        </p:nvSpPr>
        <p:spPr/>
        <p:txBody>
          <a:bodyPr/>
          <a:lstStyle/>
          <a:p>
            <a:fld id="{11D99FE2-05C1-4AE7-B8EC-0F3E4E1B2E98}" type="slidenum">
              <a:rPr lang="en-IN" smtClean="0"/>
              <a:t>‹#›</a:t>
            </a:fld>
            <a:endParaRPr lang="en-IN"/>
          </a:p>
        </p:txBody>
      </p:sp>
    </p:spTree>
    <p:extLst>
      <p:ext uri="{BB962C8B-B14F-4D97-AF65-F5344CB8AC3E}">
        <p14:creationId xmlns:p14="http://schemas.microsoft.com/office/powerpoint/2010/main" val="31439527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C6252-8C80-4A72-A89E-B93D713B0AF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A5BC92F-E95C-4D71-AA8D-F3DE717A2733}"/>
              </a:ext>
            </a:extLst>
          </p:cNvPr>
          <p:cNvSpPr>
            <a:spLocks noGrp="1"/>
          </p:cNvSpPr>
          <p:nvPr>
            <p:ph type="dt" sz="half" idx="10"/>
          </p:nvPr>
        </p:nvSpPr>
        <p:spPr/>
        <p:txBody>
          <a:bodyPr/>
          <a:lstStyle/>
          <a:p>
            <a:fld id="{4989940B-29FA-4686-B937-821C969EE793}" type="datetime1">
              <a:rPr lang="en-IN" smtClean="0"/>
              <a:t>04-03-2023</a:t>
            </a:fld>
            <a:endParaRPr lang="en-IN"/>
          </a:p>
        </p:txBody>
      </p:sp>
      <p:sp>
        <p:nvSpPr>
          <p:cNvPr id="4" name="Footer Placeholder 3">
            <a:extLst>
              <a:ext uri="{FF2B5EF4-FFF2-40B4-BE49-F238E27FC236}">
                <a16:creationId xmlns:a16="http://schemas.microsoft.com/office/drawing/2014/main" id="{6ECB3550-620A-408B-8B7F-C6E1AFEF6F7E}"/>
              </a:ext>
            </a:extLst>
          </p:cNvPr>
          <p:cNvSpPr>
            <a:spLocks noGrp="1"/>
          </p:cNvSpPr>
          <p:nvPr>
            <p:ph type="ftr" sz="quarter" idx="11"/>
          </p:nvPr>
        </p:nvSpPr>
        <p:spPr/>
        <p:txBody>
          <a:bodyPr/>
          <a:lstStyle/>
          <a:p>
            <a:r>
              <a:rPr lang="en-US"/>
              <a:t>Chaitanya Training &amp; Consultancy -  www.chaitanyagaajula.com</a:t>
            </a:r>
            <a:endParaRPr lang="en-IN"/>
          </a:p>
        </p:txBody>
      </p:sp>
      <p:sp>
        <p:nvSpPr>
          <p:cNvPr id="5" name="Slide Number Placeholder 4">
            <a:extLst>
              <a:ext uri="{FF2B5EF4-FFF2-40B4-BE49-F238E27FC236}">
                <a16:creationId xmlns:a16="http://schemas.microsoft.com/office/drawing/2014/main" id="{C5BE8560-E779-40F7-9441-1A1C86A65B39}"/>
              </a:ext>
            </a:extLst>
          </p:cNvPr>
          <p:cNvSpPr>
            <a:spLocks noGrp="1"/>
          </p:cNvSpPr>
          <p:nvPr>
            <p:ph type="sldNum" sz="quarter" idx="12"/>
          </p:nvPr>
        </p:nvSpPr>
        <p:spPr/>
        <p:txBody>
          <a:bodyPr/>
          <a:lstStyle/>
          <a:p>
            <a:fld id="{11D99FE2-05C1-4AE7-B8EC-0F3E4E1B2E98}" type="slidenum">
              <a:rPr lang="en-IN" smtClean="0"/>
              <a:t>‹#›</a:t>
            </a:fld>
            <a:endParaRPr lang="en-IN"/>
          </a:p>
        </p:txBody>
      </p:sp>
    </p:spTree>
    <p:extLst>
      <p:ext uri="{BB962C8B-B14F-4D97-AF65-F5344CB8AC3E}">
        <p14:creationId xmlns:p14="http://schemas.microsoft.com/office/powerpoint/2010/main" val="32050182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9EAD8D-9D2A-4E09-931A-2A45B8E530CF}"/>
              </a:ext>
            </a:extLst>
          </p:cNvPr>
          <p:cNvSpPr>
            <a:spLocks noGrp="1"/>
          </p:cNvSpPr>
          <p:nvPr>
            <p:ph type="dt" sz="half" idx="10"/>
          </p:nvPr>
        </p:nvSpPr>
        <p:spPr/>
        <p:txBody>
          <a:bodyPr/>
          <a:lstStyle/>
          <a:p>
            <a:fld id="{09DA2A69-0B14-499A-8EA5-BF804EE59369}" type="datetime1">
              <a:rPr lang="en-IN" smtClean="0"/>
              <a:t>04-03-2023</a:t>
            </a:fld>
            <a:endParaRPr lang="en-IN"/>
          </a:p>
        </p:txBody>
      </p:sp>
      <p:sp>
        <p:nvSpPr>
          <p:cNvPr id="3" name="Footer Placeholder 2">
            <a:extLst>
              <a:ext uri="{FF2B5EF4-FFF2-40B4-BE49-F238E27FC236}">
                <a16:creationId xmlns:a16="http://schemas.microsoft.com/office/drawing/2014/main" id="{A401836B-2A40-45B3-9FF4-7CEC0245688B}"/>
              </a:ext>
            </a:extLst>
          </p:cNvPr>
          <p:cNvSpPr>
            <a:spLocks noGrp="1"/>
          </p:cNvSpPr>
          <p:nvPr>
            <p:ph type="ftr" sz="quarter" idx="11"/>
          </p:nvPr>
        </p:nvSpPr>
        <p:spPr/>
        <p:txBody>
          <a:bodyPr/>
          <a:lstStyle/>
          <a:p>
            <a:r>
              <a:rPr lang="en-US"/>
              <a:t>Chaitanya Training &amp; Consultancy -  www.chaitanyagaajula.com</a:t>
            </a:r>
            <a:endParaRPr lang="en-IN"/>
          </a:p>
        </p:txBody>
      </p:sp>
      <p:sp>
        <p:nvSpPr>
          <p:cNvPr id="4" name="Slide Number Placeholder 3">
            <a:extLst>
              <a:ext uri="{FF2B5EF4-FFF2-40B4-BE49-F238E27FC236}">
                <a16:creationId xmlns:a16="http://schemas.microsoft.com/office/drawing/2014/main" id="{67BECFC7-1436-48E6-82CA-511D49CA3812}"/>
              </a:ext>
            </a:extLst>
          </p:cNvPr>
          <p:cNvSpPr>
            <a:spLocks noGrp="1"/>
          </p:cNvSpPr>
          <p:nvPr>
            <p:ph type="sldNum" sz="quarter" idx="12"/>
          </p:nvPr>
        </p:nvSpPr>
        <p:spPr/>
        <p:txBody>
          <a:bodyPr/>
          <a:lstStyle/>
          <a:p>
            <a:fld id="{11D99FE2-05C1-4AE7-B8EC-0F3E4E1B2E98}" type="slidenum">
              <a:rPr lang="en-IN" smtClean="0"/>
              <a:t>‹#›</a:t>
            </a:fld>
            <a:endParaRPr lang="en-IN"/>
          </a:p>
        </p:txBody>
      </p:sp>
    </p:spTree>
    <p:extLst>
      <p:ext uri="{BB962C8B-B14F-4D97-AF65-F5344CB8AC3E}">
        <p14:creationId xmlns:p14="http://schemas.microsoft.com/office/powerpoint/2010/main" val="383179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EEE59-9A35-44B8-9BE9-80E611198C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E0965B7-9A14-475B-BAF1-B2B0BACF53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CAF5717-AF7A-40BB-9DB0-003C270B99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F8BC66-1E19-4A20-B95B-FB0C12C65159}"/>
              </a:ext>
            </a:extLst>
          </p:cNvPr>
          <p:cNvSpPr>
            <a:spLocks noGrp="1"/>
          </p:cNvSpPr>
          <p:nvPr>
            <p:ph type="dt" sz="half" idx="10"/>
          </p:nvPr>
        </p:nvSpPr>
        <p:spPr/>
        <p:txBody>
          <a:bodyPr/>
          <a:lstStyle/>
          <a:p>
            <a:fld id="{427CF22F-FDE9-4662-8511-593A6AF1A4AE}" type="datetime1">
              <a:rPr lang="en-IN" smtClean="0"/>
              <a:t>04-03-2023</a:t>
            </a:fld>
            <a:endParaRPr lang="en-IN"/>
          </a:p>
        </p:txBody>
      </p:sp>
      <p:sp>
        <p:nvSpPr>
          <p:cNvPr id="6" name="Footer Placeholder 5">
            <a:extLst>
              <a:ext uri="{FF2B5EF4-FFF2-40B4-BE49-F238E27FC236}">
                <a16:creationId xmlns:a16="http://schemas.microsoft.com/office/drawing/2014/main" id="{A88ABF94-4BA3-425D-97AB-8D4D19242CBC}"/>
              </a:ext>
            </a:extLst>
          </p:cNvPr>
          <p:cNvSpPr>
            <a:spLocks noGrp="1"/>
          </p:cNvSpPr>
          <p:nvPr>
            <p:ph type="ftr" sz="quarter" idx="11"/>
          </p:nvPr>
        </p:nvSpPr>
        <p:spPr/>
        <p:txBody>
          <a:bodyPr/>
          <a:lstStyle/>
          <a:p>
            <a:r>
              <a:rPr lang="en-US"/>
              <a:t>Chaitanya Training &amp; Consultancy -  www.chaitanyagaajula.com</a:t>
            </a:r>
            <a:endParaRPr lang="en-IN"/>
          </a:p>
        </p:txBody>
      </p:sp>
      <p:sp>
        <p:nvSpPr>
          <p:cNvPr id="7" name="Slide Number Placeholder 6">
            <a:extLst>
              <a:ext uri="{FF2B5EF4-FFF2-40B4-BE49-F238E27FC236}">
                <a16:creationId xmlns:a16="http://schemas.microsoft.com/office/drawing/2014/main" id="{82806E7F-6DA6-4E6C-89AE-1FAC76642DA4}"/>
              </a:ext>
            </a:extLst>
          </p:cNvPr>
          <p:cNvSpPr>
            <a:spLocks noGrp="1"/>
          </p:cNvSpPr>
          <p:nvPr>
            <p:ph type="sldNum" sz="quarter" idx="12"/>
          </p:nvPr>
        </p:nvSpPr>
        <p:spPr/>
        <p:txBody>
          <a:bodyPr/>
          <a:lstStyle/>
          <a:p>
            <a:fld id="{11D99FE2-05C1-4AE7-B8EC-0F3E4E1B2E98}" type="slidenum">
              <a:rPr lang="en-IN" smtClean="0"/>
              <a:t>‹#›</a:t>
            </a:fld>
            <a:endParaRPr lang="en-IN"/>
          </a:p>
        </p:txBody>
      </p:sp>
    </p:spTree>
    <p:extLst>
      <p:ext uri="{BB962C8B-B14F-4D97-AF65-F5344CB8AC3E}">
        <p14:creationId xmlns:p14="http://schemas.microsoft.com/office/powerpoint/2010/main" val="1397124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72D5B-0E11-4F2C-9E76-A88A8634D7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9C31B3A-6ABE-4197-BC1D-D5904D2841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5BEFEA9-920F-4C74-9DF6-E6B7C266F6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0951CF-41C8-4845-9C72-D9D53CD76545}"/>
              </a:ext>
            </a:extLst>
          </p:cNvPr>
          <p:cNvSpPr>
            <a:spLocks noGrp="1"/>
          </p:cNvSpPr>
          <p:nvPr>
            <p:ph type="dt" sz="half" idx="10"/>
          </p:nvPr>
        </p:nvSpPr>
        <p:spPr/>
        <p:txBody>
          <a:bodyPr/>
          <a:lstStyle/>
          <a:p>
            <a:fld id="{A1D36172-7E39-48E6-A617-496DE2096936}" type="datetime1">
              <a:rPr lang="en-IN" smtClean="0"/>
              <a:t>04-03-2023</a:t>
            </a:fld>
            <a:endParaRPr lang="en-IN"/>
          </a:p>
        </p:txBody>
      </p:sp>
      <p:sp>
        <p:nvSpPr>
          <p:cNvPr id="6" name="Footer Placeholder 5">
            <a:extLst>
              <a:ext uri="{FF2B5EF4-FFF2-40B4-BE49-F238E27FC236}">
                <a16:creationId xmlns:a16="http://schemas.microsoft.com/office/drawing/2014/main" id="{01ED9229-8299-4F28-8D58-4D7C1D3CF1BA}"/>
              </a:ext>
            </a:extLst>
          </p:cNvPr>
          <p:cNvSpPr>
            <a:spLocks noGrp="1"/>
          </p:cNvSpPr>
          <p:nvPr>
            <p:ph type="ftr" sz="quarter" idx="11"/>
          </p:nvPr>
        </p:nvSpPr>
        <p:spPr/>
        <p:txBody>
          <a:bodyPr/>
          <a:lstStyle/>
          <a:p>
            <a:r>
              <a:rPr lang="en-US"/>
              <a:t>Chaitanya Training &amp; Consultancy -  www.chaitanyagaajula.com</a:t>
            </a:r>
            <a:endParaRPr lang="en-IN"/>
          </a:p>
        </p:txBody>
      </p:sp>
      <p:sp>
        <p:nvSpPr>
          <p:cNvPr id="7" name="Slide Number Placeholder 6">
            <a:extLst>
              <a:ext uri="{FF2B5EF4-FFF2-40B4-BE49-F238E27FC236}">
                <a16:creationId xmlns:a16="http://schemas.microsoft.com/office/drawing/2014/main" id="{6326BDE3-D829-4D16-B9F2-CBA9B203C11D}"/>
              </a:ext>
            </a:extLst>
          </p:cNvPr>
          <p:cNvSpPr>
            <a:spLocks noGrp="1"/>
          </p:cNvSpPr>
          <p:nvPr>
            <p:ph type="sldNum" sz="quarter" idx="12"/>
          </p:nvPr>
        </p:nvSpPr>
        <p:spPr/>
        <p:txBody>
          <a:bodyPr/>
          <a:lstStyle/>
          <a:p>
            <a:fld id="{11D99FE2-05C1-4AE7-B8EC-0F3E4E1B2E98}" type="slidenum">
              <a:rPr lang="en-IN" smtClean="0"/>
              <a:t>‹#›</a:t>
            </a:fld>
            <a:endParaRPr lang="en-IN"/>
          </a:p>
        </p:txBody>
      </p:sp>
    </p:spTree>
    <p:extLst>
      <p:ext uri="{BB962C8B-B14F-4D97-AF65-F5344CB8AC3E}">
        <p14:creationId xmlns:p14="http://schemas.microsoft.com/office/powerpoint/2010/main" val="36228674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295C0-0846-443A-BA3C-09FD5493DE4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2DABD4F-E8B8-45E5-8A83-B875346821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C9668A-732A-4F44-B20E-D704EE12913A}"/>
              </a:ext>
            </a:extLst>
          </p:cNvPr>
          <p:cNvSpPr>
            <a:spLocks noGrp="1"/>
          </p:cNvSpPr>
          <p:nvPr>
            <p:ph type="dt" sz="half" idx="10"/>
          </p:nvPr>
        </p:nvSpPr>
        <p:spPr/>
        <p:txBody>
          <a:bodyPr/>
          <a:lstStyle/>
          <a:p>
            <a:fld id="{A3500434-E0FA-4983-907D-25C620834054}" type="datetime1">
              <a:rPr lang="en-IN" smtClean="0"/>
              <a:t>04-03-2023</a:t>
            </a:fld>
            <a:endParaRPr lang="en-IN"/>
          </a:p>
        </p:txBody>
      </p:sp>
      <p:sp>
        <p:nvSpPr>
          <p:cNvPr id="5" name="Footer Placeholder 4">
            <a:extLst>
              <a:ext uri="{FF2B5EF4-FFF2-40B4-BE49-F238E27FC236}">
                <a16:creationId xmlns:a16="http://schemas.microsoft.com/office/drawing/2014/main" id="{131BFB1C-2341-4039-9A25-9493659CC8CF}"/>
              </a:ext>
            </a:extLst>
          </p:cNvPr>
          <p:cNvSpPr>
            <a:spLocks noGrp="1"/>
          </p:cNvSpPr>
          <p:nvPr>
            <p:ph type="ftr" sz="quarter" idx="11"/>
          </p:nvPr>
        </p:nvSpPr>
        <p:spPr/>
        <p:txBody>
          <a:bodyPr/>
          <a:lstStyle/>
          <a:p>
            <a:r>
              <a:rPr lang="en-US"/>
              <a:t>Chaitanya Training &amp; Consultancy -  www.chaitanyagaajula.com</a:t>
            </a:r>
            <a:endParaRPr lang="en-IN"/>
          </a:p>
        </p:txBody>
      </p:sp>
      <p:sp>
        <p:nvSpPr>
          <p:cNvPr id="6" name="Slide Number Placeholder 5">
            <a:extLst>
              <a:ext uri="{FF2B5EF4-FFF2-40B4-BE49-F238E27FC236}">
                <a16:creationId xmlns:a16="http://schemas.microsoft.com/office/drawing/2014/main" id="{062AD57C-5DEA-4AAE-AC01-0A2199A4D5BA}"/>
              </a:ext>
            </a:extLst>
          </p:cNvPr>
          <p:cNvSpPr>
            <a:spLocks noGrp="1"/>
          </p:cNvSpPr>
          <p:nvPr>
            <p:ph type="sldNum" sz="quarter" idx="12"/>
          </p:nvPr>
        </p:nvSpPr>
        <p:spPr/>
        <p:txBody>
          <a:bodyPr/>
          <a:lstStyle/>
          <a:p>
            <a:fld id="{11D99FE2-05C1-4AE7-B8EC-0F3E4E1B2E98}" type="slidenum">
              <a:rPr lang="en-IN" smtClean="0"/>
              <a:t>‹#›</a:t>
            </a:fld>
            <a:endParaRPr lang="en-IN"/>
          </a:p>
        </p:txBody>
      </p:sp>
    </p:spTree>
    <p:extLst>
      <p:ext uri="{BB962C8B-B14F-4D97-AF65-F5344CB8AC3E}">
        <p14:creationId xmlns:p14="http://schemas.microsoft.com/office/powerpoint/2010/main" val="39544173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801D7B-4593-4E86-9FB4-FEE2B102714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42E9F03-3925-4598-9E37-3F9D82ECF7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0355D1-0B32-4F85-A08A-9044F10BF75C}"/>
              </a:ext>
            </a:extLst>
          </p:cNvPr>
          <p:cNvSpPr>
            <a:spLocks noGrp="1"/>
          </p:cNvSpPr>
          <p:nvPr>
            <p:ph type="dt" sz="half" idx="10"/>
          </p:nvPr>
        </p:nvSpPr>
        <p:spPr/>
        <p:txBody>
          <a:bodyPr/>
          <a:lstStyle/>
          <a:p>
            <a:fld id="{51C239C8-F110-4AE8-A8D7-E961C70D6D2F}" type="datetime1">
              <a:rPr lang="en-IN" smtClean="0"/>
              <a:t>04-03-2023</a:t>
            </a:fld>
            <a:endParaRPr lang="en-IN"/>
          </a:p>
        </p:txBody>
      </p:sp>
      <p:sp>
        <p:nvSpPr>
          <p:cNvPr id="5" name="Footer Placeholder 4">
            <a:extLst>
              <a:ext uri="{FF2B5EF4-FFF2-40B4-BE49-F238E27FC236}">
                <a16:creationId xmlns:a16="http://schemas.microsoft.com/office/drawing/2014/main" id="{CE91988C-7736-4D44-8452-9EB81F96BF8B}"/>
              </a:ext>
            </a:extLst>
          </p:cNvPr>
          <p:cNvSpPr>
            <a:spLocks noGrp="1"/>
          </p:cNvSpPr>
          <p:nvPr>
            <p:ph type="ftr" sz="quarter" idx="11"/>
          </p:nvPr>
        </p:nvSpPr>
        <p:spPr/>
        <p:txBody>
          <a:bodyPr/>
          <a:lstStyle/>
          <a:p>
            <a:r>
              <a:rPr lang="en-US"/>
              <a:t>Chaitanya Training &amp; Consultancy -  www.chaitanyagaajula.com</a:t>
            </a:r>
            <a:endParaRPr lang="en-IN"/>
          </a:p>
        </p:txBody>
      </p:sp>
      <p:sp>
        <p:nvSpPr>
          <p:cNvPr id="6" name="Slide Number Placeholder 5">
            <a:extLst>
              <a:ext uri="{FF2B5EF4-FFF2-40B4-BE49-F238E27FC236}">
                <a16:creationId xmlns:a16="http://schemas.microsoft.com/office/drawing/2014/main" id="{D4D2D507-11C1-4ACE-A41B-47ACE294DEC2}"/>
              </a:ext>
            </a:extLst>
          </p:cNvPr>
          <p:cNvSpPr>
            <a:spLocks noGrp="1"/>
          </p:cNvSpPr>
          <p:nvPr>
            <p:ph type="sldNum" sz="quarter" idx="12"/>
          </p:nvPr>
        </p:nvSpPr>
        <p:spPr/>
        <p:txBody>
          <a:bodyPr/>
          <a:lstStyle/>
          <a:p>
            <a:fld id="{11D99FE2-05C1-4AE7-B8EC-0F3E4E1B2E98}" type="slidenum">
              <a:rPr lang="en-IN" smtClean="0"/>
              <a:t>‹#›</a:t>
            </a:fld>
            <a:endParaRPr lang="en-IN"/>
          </a:p>
        </p:txBody>
      </p:sp>
    </p:spTree>
    <p:extLst>
      <p:ext uri="{BB962C8B-B14F-4D97-AF65-F5344CB8AC3E}">
        <p14:creationId xmlns:p14="http://schemas.microsoft.com/office/powerpoint/2010/main" val="12901105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Chaitanya Training &amp; Consultancy -  www.chaitanyagaajula.com</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C501FB03-3C40-419E-968B-3A20C51FC258}" type="datetime1">
              <a:rPr lang="en-IN" smtClean="0"/>
              <a:t>04-03-2023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3157932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EC5553"/>
                </a:solidFill>
                <a:latin typeface="Century Gothic"/>
                <a:cs typeface="Century Gothic"/>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Chaitanya Training &amp; Consultancy -  www.chaitanyagaajula.com</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FAFE4319-DE4D-49CD-A006-78C324937E79}" type="datetime1">
              <a:rPr lang="en-IN" smtClean="0"/>
              <a:t>04-03-2023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361119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EC5553"/>
                </a:solidFill>
                <a:latin typeface="Century Gothic"/>
                <a:cs typeface="Century Gothic"/>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US"/>
              <a:t>Chaitanya Training &amp; Consultancy -  www.chaitanyagaajula.com</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78BE80C2-5598-40C4-B358-469FD4DC72D3}" type="datetime1">
              <a:rPr lang="en-IN" smtClean="0"/>
              <a:t>04-03-2023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9391610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EC5553"/>
                </a:solidFill>
                <a:latin typeface="Century Gothic"/>
                <a:cs typeface="Century Gothic"/>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r>
              <a:rPr lang="en-US"/>
              <a:t>Chaitanya Training &amp; Consultancy -  www.chaitanyagaajula.com</a:t>
            </a:r>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B52FA107-F415-4135-857A-5F4F18CE00F8}" type="datetime1">
              <a:rPr lang="en-IN" smtClean="0"/>
              <a:t>04-03-2023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2109386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r>
              <a:rPr lang="en-US"/>
              <a:t>Chaitanya Training &amp; Consultancy -  www.chaitanyagaajula.com</a:t>
            </a:r>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27CA510A-A909-40C4-8635-3851FC0FA89A}" type="datetime1">
              <a:rPr lang="en-IN" smtClean="0"/>
              <a:t>04-03-2023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9470518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4EFB6-E090-477E-AC2A-09339C1642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66D7708-64EB-4F35-BA4C-58EB2AAE55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A3C896E-23E4-4F8B-9C8F-6DF474B45336}"/>
              </a:ext>
            </a:extLst>
          </p:cNvPr>
          <p:cNvSpPr>
            <a:spLocks noGrp="1"/>
          </p:cNvSpPr>
          <p:nvPr>
            <p:ph type="dt" sz="half" idx="10"/>
          </p:nvPr>
        </p:nvSpPr>
        <p:spPr/>
        <p:txBody>
          <a:bodyPr/>
          <a:lstStyle/>
          <a:p>
            <a:fld id="{499535A5-CC00-4D0D-ACEB-209CA6667501}" type="datetime1">
              <a:rPr lang="en-IN" smtClean="0"/>
              <a:t>04-03-2023</a:t>
            </a:fld>
            <a:endParaRPr lang="en-IN"/>
          </a:p>
        </p:txBody>
      </p:sp>
      <p:sp>
        <p:nvSpPr>
          <p:cNvPr id="5" name="Footer Placeholder 4">
            <a:extLst>
              <a:ext uri="{FF2B5EF4-FFF2-40B4-BE49-F238E27FC236}">
                <a16:creationId xmlns:a16="http://schemas.microsoft.com/office/drawing/2014/main" id="{D1A25EFD-F9AC-4F29-8CE9-5B9756F55275}"/>
              </a:ext>
            </a:extLst>
          </p:cNvPr>
          <p:cNvSpPr>
            <a:spLocks noGrp="1"/>
          </p:cNvSpPr>
          <p:nvPr>
            <p:ph type="ftr" sz="quarter" idx="11"/>
          </p:nvPr>
        </p:nvSpPr>
        <p:spPr/>
        <p:txBody>
          <a:bodyPr/>
          <a:lstStyle/>
          <a:p>
            <a:r>
              <a:rPr lang="en-US"/>
              <a:t>Chaitanya Training &amp; Consultancy -  www.chaitanyagaajula.com</a:t>
            </a:r>
            <a:endParaRPr lang="en-IN"/>
          </a:p>
        </p:txBody>
      </p:sp>
      <p:sp>
        <p:nvSpPr>
          <p:cNvPr id="6" name="Slide Number Placeholder 5">
            <a:extLst>
              <a:ext uri="{FF2B5EF4-FFF2-40B4-BE49-F238E27FC236}">
                <a16:creationId xmlns:a16="http://schemas.microsoft.com/office/drawing/2014/main" id="{3263BDE6-AB22-4D17-A4ED-8E0FA8C26452}"/>
              </a:ext>
            </a:extLst>
          </p:cNvPr>
          <p:cNvSpPr>
            <a:spLocks noGrp="1"/>
          </p:cNvSpPr>
          <p:nvPr>
            <p:ph type="sldNum" sz="quarter" idx="12"/>
          </p:nvPr>
        </p:nvSpPr>
        <p:spPr/>
        <p:txBody>
          <a:bodyPr/>
          <a:lstStyle/>
          <a:p>
            <a:fld id="{11D99FE2-05C1-4AE7-B8EC-0F3E4E1B2E98}" type="slidenum">
              <a:rPr lang="en-IN" smtClean="0"/>
              <a:t>‹#›</a:t>
            </a:fld>
            <a:endParaRPr lang="en-IN"/>
          </a:p>
        </p:txBody>
      </p:sp>
    </p:spTree>
    <p:extLst>
      <p:ext uri="{BB962C8B-B14F-4D97-AF65-F5344CB8AC3E}">
        <p14:creationId xmlns:p14="http://schemas.microsoft.com/office/powerpoint/2010/main" val="33272709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DF79B-50C9-4BC3-B272-B6E576314E8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13C60B4-BCDD-4A89-8B36-16B111629E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7ACDA5-7AED-44F6-AE48-5B8EF83E2615}"/>
              </a:ext>
            </a:extLst>
          </p:cNvPr>
          <p:cNvSpPr>
            <a:spLocks noGrp="1"/>
          </p:cNvSpPr>
          <p:nvPr>
            <p:ph type="dt" sz="half" idx="10"/>
          </p:nvPr>
        </p:nvSpPr>
        <p:spPr/>
        <p:txBody>
          <a:bodyPr/>
          <a:lstStyle/>
          <a:p>
            <a:fld id="{17CA1084-8AFA-4030-AC9E-18C93C1626A3}" type="datetime1">
              <a:rPr lang="en-IN" smtClean="0"/>
              <a:t>04-03-2023</a:t>
            </a:fld>
            <a:endParaRPr lang="en-IN"/>
          </a:p>
        </p:txBody>
      </p:sp>
      <p:sp>
        <p:nvSpPr>
          <p:cNvPr id="5" name="Footer Placeholder 4">
            <a:extLst>
              <a:ext uri="{FF2B5EF4-FFF2-40B4-BE49-F238E27FC236}">
                <a16:creationId xmlns:a16="http://schemas.microsoft.com/office/drawing/2014/main" id="{6813FD04-546C-4BBF-BD7E-2DC3AA783A02}"/>
              </a:ext>
            </a:extLst>
          </p:cNvPr>
          <p:cNvSpPr>
            <a:spLocks noGrp="1"/>
          </p:cNvSpPr>
          <p:nvPr>
            <p:ph type="ftr" sz="quarter" idx="11"/>
          </p:nvPr>
        </p:nvSpPr>
        <p:spPr/>
        <p:txBody>
          <a:bodyPr/>
          <a:lstStyle/>
          <a:p>
            <a:r>
              <a:rPr lang="en-US"/>
              <a:t>Chaitanya Training &amp; Consultancy -  www.chaitanyagaajula.com</a:t>
            </a:r>
            <a:endParaRPr lang="en-IN"/>
          </a:p>
        </p:txBody>
      </p:sp>
      <p:sp>
        <p:nvSpPr>
          <p:cNvPr id="6" name="Slide Number Placeholder 5">
            <a:extLst>
              <a:ext uri="{FF2B5EF4-FFF2-40B4-BE49-F238E27FC236}">
                <a16:creationId xmlns:a16="http://schemas.microsoft.com/office/drawing/2014/main" id="{900A7D21-7A07-479F-8C22-F9CC5F48DE65}"/>
              </a:ext>
            </a:extLst>
          </p:cNvPr>
          <p:cNvSpPr>
            <a:spLocks noGrp="1"/>
          </p:cNvSpPr>
          <p:nvPr>
            <p:ph type="sldNum" sz="quarter" idx="12"/>
          </p:nvPr>
        </p:nvSpPr>
        <p:spPr/>
        <p:txBody>
          <a:bodyPr/>
          <a:lstStyle/>
          <a:p>
            <a:fld id="{11D99FE2-05C1-4AE7-B8EC-0F3E4E1B2E98}" type="slidenum">
              <a:rPr lang="en-IN" smtClean="0"/>
              <a:t>‹#›</a:t>
            </a:fld>
            <a:endParaRPr lang="en-IN"/>
          </a:p>
        </p:txBody>
      </p:sp>
    </p:spTree>
    <p:extLst>
      <p:ext uri="{BB962C8B-B14F-4D97-AF65-F5344CB8AC3E}">
        <p14:creationId xmlns:p14="http://schemas.microsoft.com/office/powerpoint/2010/main" val="13810919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260DA-C955-4FEA-A0A1-ED78FC5CB4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12544B1-D809-4BB6-BB12-6EFE1A2ADD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9B3D68-4CA2-4476-B550-9FFF502076F5}"/>
              </a:ext>
            </a:extLst>
          </p:cNvPr>
          <p:cNvSpPr>
            <a:spLocks noGrp="1"/>
          </p:cNvSpPr>
          <p:nvPr>
            <p:ph type="dt" sz="half" idx="10"/>
          </p:nvPr>
        </p:nvSpPr>
        <p:spPr/>
        <p:txBody>
          <a:bodyPr/>
          <a:lstStyle/>
          <a:p>
            <a:fld id="{40A55E85-3F11-4600-AD72-B468E6FB0E1C}" type="datetime1">
              <a:rPr lang="en-IN" smtClean="0"/>
              <a:t>04-03-2023</a:t>
            </a:fld>
            <a:endParaRPr lang="en-IN"/>
          </a:p>
        </p:txBody>
      </p:sp>
      <p:sp>
        <p:nvSpPr>
          <p:cNvPr id="5" name="Footer Placeholder 4">
            <a:extLst>
              <a:ext uri="{FF2B5EF4-FFF2-40B4-BE49-F238E27FC236}">
                <a16:creationId xmlns:a16="http://schemas.microsoft.com/office/drawing/2014/main" id="{62AF1878-E163-4B28-A37F-09FE4DCDFC88}"/>
              </a:ext>
            </a:extLst>
          </p:cNvPr>
          <p:cNvSpPr>
            <a:spLocks noGrp="1"/>
          </p:cNvSpPr>
          <p:nvPr>
            <p:ph type="ftr" sz="quarter" idx="11"/>
          </p:nvPr>
        </p:nvSpPr>
        <p:spPr/>
        <p:txBody>
          <a:bodyPr/>
          <a:lstStyle/>
          <a:p>
            <a:r>
              <a:rPr lang="en-US"/>
              <a:t>Chaitanya Training &amp; Consultancy -  www.chaitanyagaajula.com</a:t>
            </a:r>
            <a:endParaRPr lang="en-IN"/>
          </a:p>
        </p:txBody>
      </p:sp>
      <p:sp>
        <p:nvSpPr>
          <p:cNvPr id="6" name="Slide Number Placeholder 5">
            <a:extLst>
              <a:ext uri="{FF2B5EF4-FFF2-40B4-BE49-F238E27FC236}">
                <a16:creationId xmlns:a16="http://schemas.microsoft.com/office/drawing/2014/main" id="{08E1C4C3-FB62-4F54-A10F-7849AE1152A3}"/>
              </a:ext>
            </a:extLst>
          </p:cNvPr>
          <p:cNvSpPr>
            <a:spLocks noGrp="1"/>
          </p:cNvSpPr>
          <p:nvPr>
            <p:ph type="sldNum" sz="quarter" idx="12"/>
          </p:nvPr>
        </p:nvSpPr>
        <p:spPr/>
        <p:txBody>
          <a:bodyPr/>
          <a:lstStyle/>
          <a:p>
            <a:fld id="{11D99FE2-05C1-4AE7-B8EC-0F3E4E1B2E98}" type="slidenum">
              <a:rPr lang="en-IN" smtClean="0"/>
              <a:t>‹#›</a:t>
            </a:fld>
            <a:endParaRPr lang="en-IN"/>
          </a:p>
        </p:txBody>
      </p:sp>
    </p:spTree>
    <p:extLst>
      <p:ext uri="{BB962C8B-B14F-4D97-AF65-F5344CB8AC3E}">
        <p14:creationId xmlns:p14="http://schemas.microsoft.com/office/powerpoint/2010/main" val="19255457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17F16-9155-4598-AFFC-8687C8B24AC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F181FF-8C4E-40AF-9697-9288FA34BB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4145979-D91C-4873-B4AD-80E311D247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0DA99A5-3EEA-46E3-9765-7D5549D3D4CB}"/>
              </a:ext>
            </a:extLst>
          </p:cNvPr>
          <p:cNvSpPr>
            <a:spLocks noGrp="1"/>
          </p:cNvSpPr>
          <p:nvPr>
            <p:ph type="dt" sz="half" idx="10"/>
          </p:nvPr>
        </p:nvSpPr>
        <p:spPr/>
        <p:txBody>
          <a:bodyPr/>
          <a:lstStyle/>
          <a:p>
            <a:fld id="{1E3A1210-1728-4676-9DC8-B6E01E93911C}" type="datetime1">
              <a:rPr lang="en-IN" smtClean="0"/>
              <a:t>04-03-2023</a:t>
            </a:fld>
            <a:endParaRPr lang="en-IN"/>
          </a:p>
        </p:txBody>
      </p:sp>
      <p:sp>
        <p:nvSpPr>
          <p:cNvPr id="6" name="Footer Placeholder 5">
            <a:extLst>
              <a:ext uri="{FF2B5EF4-FFF2-40B4-BE49-F238E27FC236}">
                <a16:creationId xmlns:a16="http://schemas.microsoft.com/office/drawing/2014/main" id="{E8CFD312-DF00-4CCD-B10D-1C85EFE45F03}"/>
              </a:ext>
            </a:extLst>
          </p:cNvPr>
          <p:cNvSpPr>
            <a:spLocks noGrp="1"/>
          </p:cNvSpPr>
          <p:nvPr>
            <p:ph type="ftr" sz="quarter" idx="11"/>
          </p:nvPr>
        </p:nvSpPr>
        <p:spPr/>
        <p:txBody>
          <a:bodyPr/>
          <a:lstStyle/>
          <a:p>
            <a:r>
              <a:rPr lang="en-US"/>
              <a:t>Chaitanya Training &amp; Consultancy -  www.chaitanyagaajula.com</a:t>
            </a:r>
            <a:endParaRPr lang="en-IN"/>
          </a:p>
        </p:txBody>
      </p:sp>
      <p:sp>
        <p:nvSpPr>
          <p:cNvPr id="7" name="Slide Number Placeholder 6">
            <a:extLst>
              <a:ext uri="{FF2B5EF4-FFF2-40B4-BE49-F238E27FC236}">
                <a16:creationId xmlns:a16="http://schemas.microsoft.com/office/drawing/2014/main" id="{7B576588-6A03-4DAA-A38A-BF1FFF7603C5}"/>
              </a:ext>
            </a:extLst>
          </p:cNvPr>
          <p:cNvSpPr>
            <a:spLocks noGrp="1"/>
          </p:cNvSpPr>
          <p:nvPr>
            <p:ph type="sldNum" sz="quarter" idx="12"/>
          </p:nvPr>
        </p:nvSpPr>
        <p:spPr/>
        <p:txBody>
          <a:bodyPr/>
          <a:lstStyle/>
          <a:p>
            <a:fld id="{11D99FE2-05C1-4AE7-B8EC-0F3E4E1B2E98}" type="slidenum">
              <a:rPr lang="en-IN" smtClean="0"/>
              <a:t>‹#›</a:t>
            </a:fld>
            <a:endParaRPr lang="en-IN"/>
          </a:p>
        </p:txBody>
      </p:sp>
    </p:spTree>
    <p:extLst>
      <p:ext uri="{BB962C8B-B14F-4D97-AF65-F5344CB8AC3E}">
        <p14:creationId xmlns:p14="http://schemas.microsoft.com/office/powerpoint/2010/main" val="37251774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9F2DA-6A27-4267-8347-874C18E32F3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6607D0-9F2A-408C-98A6-1993C35B1F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CCE36E-A118-4544-95C4-5C1E30A5F8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A2946F9-EE31-4CF5-92C2-7053D6E87E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9A7BDD-61FC-47FB-A264-74C0D46735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1145C95-D058-47E5-895B-FC64ACD07FE1}"/>
              </a:ext>
            </a:extLst>
          </p:cNvPr>
          <p:cNvSpPr>
            <a:spLocks noGrp="1"/>
          </p:cNvSpPr>
          <p:nvPr>
            <p:ph type="dt" sz="half" idx="10"/>
          </p:nvPr>
        </p:nvSpPr>
        <p:spPr/>
        <p:txBody>
          <a:bodyPr/>
          <a:lstStyle/>
          <a:p>
            <a:fld id="{BEA01463-73CA-427E-A12A-6D11F306FB72}" type="datetime1">
              <a:rPr lang="en-IN" smtClean="0"/>
              <a:t>04-03-2023</a:t>
            </a:fld>
            <a:endParaRPr lang="en-IN"/>
          </a:p>
        </p:txBody>
      </p:sp>
      <p:sp>
        <p:nvSpPr>
          <p:cNvPr id="8" name="Footer Placeholder 7">
            <a:extLst>
              <a:ext uri="{FF2B5EF4-FFF2-40B4-BE49-F238E27FC236}">
                <a16:creationId xmlns:a16="http://schemas.microsoft.com/office/drawing/2014/main" id="{2BC5E91C-ED4A-4BD4-B002-D2F17205E3AF}"/>
              </a:ext>
            </a:extLst>
          </p:cNvPr>
          <p:cNvSpPr>
            <a:spLocks noGrp="1"/>
          </p:cNvSpPr>
          <p:nvPr>
            <p:ph type="ftr" sz="quarter" idx="11"/>
          </p:nvPr>
        </p:nvSpPr>
        <p:spPr/>
        <p:txBody>
          <a:bodyPr/>
          <a:lstStyle/>
          <a:p>
            <a:r>
              <a:rPr lang="en-US"/>
              <a:t>Chaitanya Training &amp; Consultancy -  www.chaitanyagaajula.com</a:t>
            </a:r>
            <a:endParaRPr lang="en-IN"/>
          </a:p>
        </p:txBody>
      </p:sp>
      <p:sp>
        <p:nvSpPr>
          <p:cNvPr id="9" name="Slide Number Placeholder 8">
            <a:extLst>
              <a:ext uri="{FF2B5EF4-FFF2-40B4-BE49-F238E27FC236}">
                <a16:creationId xmlns:a16="http://schemas.microsoft.com/office/drawing/2014/main" id="{6D563B63-C4B6-4F05-9B37-28B4839F7D0E}"/>
              </a:ext>
            </a:extLst>
          </p:cNvPr>
          <p:cNvSpPr>
            <a:spLocks noGrp="1"/>
          </p:cNvSpPr>
          <p:nvPr>
            <p:ph type="sldNum" sz="quarter" idx="12"/>
          </p:nvPr>
        </p:nvSpPr>
        <p:spPr/>
        <p:txBody>
          <a:bodyPr/>
          <a:lstStyle/>
          <a:p>
            <a:fld id="{11D99FE2-05C1-4AE7-B8EC-0F3E4E1B2E98}" type="slidenum">
              <a:rPr lang="en-IN" smtClean="0"/>
              <a:t>‹#›</a:t>
            </a:fld>
            <a:endParaRPr lang="en-IN"/>
          </a:p>
        </p:txBody>
      </p:sp>
    </p:spTree>
    <p:extLst>
      <p:ext uri="{BB962C8B-B14F-4D97-AF65-F5344CB8AC3E}">
        <p14:creationId xmlns:p14="http://schemas.microsoft.com/office/powerpoint/2010/main" val="97031352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C6252-8C80-4A72-A89E-B93D713B0AF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A5BC92F-E95C-4D71-AA8D-F3DE717A2733}"/>
              </a:ext>
            </a:extLst>
          </p:cNvPr>
          <p:cNvSpPr>
            <a:spLocks noGrp="1"/>
          </p:cNvSpPr>
          <p:nvPr>
            <p:ph type="dt" sz="half" idx="10"/>
          </p:nvPr>
        </p:nvSpPr>
        <p:spPr/>
        <p:txBody>
          <a:bodyPr/>
          <a:lstStyle/>
          <a:p>
            <a:fld id="{36E80AEB-621B-481E-9364-E4835C9CB210}" type="datetime1">
              <a:rPr lang="en-IN" smtClean="0"/>
              <a:t>04-03-2023</a:t>
            </a:fld>
            <a:endParaRPr lang="en-IN"/>
          </a:p>
        </p:txBody>
      </p:sp>
      <p:sp>
        <p:nvSpPr>
          <p:cNvPr id="4" name="Footer Placeholder 3">
            <a:extLst>
              <a:ext uri="{FF2B5EF4-FFF2-40B4-BE49-F238E27FC236}">
                <a16:creationId xmlns:a16="http://schemas.microsoft.com/office/drawing/2014/main" id="{6ECB3550-620A-408B-8B7F-C6E1AFEF6F7E}"/>
              </a:ext>
            </a:extLst>
          </p:cNvPr>
          <p:cNvSpPr>
            <a:spLocks noGrp="1"/>
          </p:cNvSpPr>
          <p:nvPr>
            <p:ph type="ftr" sz="quarter" idx="11"/>
          </p:nvPr>
        </p:nvSpPr>
        <p:spPr/>
        <p:txBody>
          <a:bodyPr/>
          <a:lstStyle/>
          <a:p>
            <a:r>
              <a:rPr lang="en-US"/>
              <a:t>Chaitanya Training &amp; Consultancy -  www.chaitanyagaajula.com</a:t>
            </a:r>
            <a:endParaRPr lang="en-IN"/>
          </a:p>
        </p:txBody>
      </p:sp>
      <p:sp>
        <p:nvSpPr>
          <p:cNvPr id="5" name="Slide Number Placeholder 4">
            <a:extLst>
              <a:ext uri="{FF2B5EF4-FFF2-40B4-BE49-F238E27FC236}">
                <a16:creationId xmlns:a16="http://schemas.microsoft.com/office/drawing/2014/main" id="{C5BE8560-E779-40F7-9441-1A1C86A65B39}"/>
              </a:ext>
            </a:extLst>
          </p:cNvPr>
          <p:cNvSpPr>
            <a:spLocks noGrp="1"/>
          </p:cNvSpPr>
          <p:nvPr>
            <p:ph type="sldNum" sz="quarter" idx="12"/>
          </p:nvPr>
        </p:nvSpPr>
        <p:spPr/>
        <p:txBody>
          <a:bodyPr/>
          <a:lstStyle/>
          <a:p>
            <a:fld id="{11D99FE2-05C1-4AE7-B8EC-0F3E4E1B2E98}" type="slidenum">
              <a:rPr lang="en-IN" smtClean="0"/>
              <a:t>‹#›</a:t>
            </a:fld>
            <a:endParaRPr lang="en-IN"/>
          </a:p>
        </p:txBody>
      </p:sp>
    </p:spTree>
    <p:extLst>
      <p:ext uri="{BB962C8B-B14F-4D97-AF65-F5344CB8AC3E}">
        <p14:creationId xmlns:p14="http://schemas.microsoft.com/office/powerpoint/2010/main" val="61317592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9EAD8D-9D2A-4E09-931A-2A45B8E530CF}"/>
              </a:ext>
            </a:extLst>
          </p:cNvPr>
          <p:cNvSpPr>
            <a:spLocks noGrp="1"/>
          </p:cNvSpPr>
          <p:nvPr>
            <p:ph type="dt" sz="half" idx="10"/>
          </p:nvPr>
        </p:nvSpPr>
        <p:spPr/>
        <p:txBody>
          <a:bodyPr/>
          <a:lstStyle/>
          <a:p>
            <a:fld id="{DA9C14ED-A7CE-4950-AD95-A17185EA71F3}" type="datetime1">
              <a:rPr lang="en-IN" smtClean="0"/>
              <a:t>04-03-2023</a:t>
            </a:fld>
            <a:endParaRPr lang="en-IN"/>
          </a:p>
        </p:txBody>
      </p:sp>
      <p:sp>
        <p:nvSpPr>
          <p:cNvPr id="3" name="Footer Placeholder 2">
            <a:extLst>
              <a:ext uri="{FF2B5EF4-FFF2-40B4-BE49-F238E27FC236}">
                <a16:creationId xmlns:a16="http://schemas.microsoft.com/office/drawing/2014/main" id="{A401836B-2A40-45B3-9FF4-7CEC0245688B}"/>
              </a:ext>
            </a:extLst>
          </p:cNvPr>
          <p:cNvSpPr>
            <a:spLocks noGrp="1"/>
          </p:cNvSpPr>
          <p:nvPr>
            <p:ph type="ftr" sz="quarter" idx="11"/>
          </p:nvPr>
        </p:nvSpPr>
        <p:spPr/>
        <p:txBody>
          <a:bodyPr/>
          <a:lstStyle/>
          <a:p>
            <a:r>
              <a:rPr lang="en-US"/>
              <a:t>Chaitanya Training &amp; Consultancy -  www.chaitanyagaajula.com</a:t>
            </a:r>
            <a:endParaRPr lang="en-IN"/>
          </a:p>
        </p:txBody>
      </p:sp>
      <p:sp>
        <p:nvSpPr>
          <p:cNvPr id="4" name="Slide Number Placeholder 3">
            <a:extLst>
              <a:ext uri="{FF2B5EF4-FFF2-40B4-BE49-F238E27FC236}">
                <a16:creationId xmlns:a16="http://schemas.microsoft.com/office/drawing/2014/main" id="{67BECFC7-1436-48E6-82CA-511D49CA3812}"/>
              </a:ext>
            </a:extLst>
          </p:cNvPr>
          <p:cNvSpPr>
            <a:spLocks noGrp="1"/>
          </p:cNvSpPr>
          <p:nvPr>
            <p:ph type="sldNum" sz="quarter" idx="12"/>
          </p:nvPr>
        </p:nvSpPr>
        <p:spPr/>
        <p:txBody>
          <a:bodyPr/>
          <a:lstStyle/>
          <a:p>
            <a:fld id="{11D99FE2-05C1-4AE7-B8EC-0F3E4E1B2E98}" type="slidenum">
              <a:rPr lang="en-IN" smtClean="0"/>
              <a:t>‹#›</a:t>
            </a:fld>
            <a:endParaRPr lang="en-IN"/>
          </a:p>
        </p:txBody>
      </p:sp>
    </p:spTree>
    <p:extLst>
      <p:ext uri="{BB962C8B-B14F-4D97-AF65-F5344CB8AC3E}">
        <p14:creationId xmlns:p14="http://schemas.microsoft.com/office/powerpoint/2010/main" val="212522264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EEE59-9A35-44B8-9BE9-80E611198C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E0965B7-9A14-475B-BAF1-B2B0BACF53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CAF5717-AF7A-40BB-9DB0-003C270B99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F8BC66-1E19-4A20-B95B-FB0C12C65159}"/>
              </a:ext>
            </a:extLst>
          </p:cNvPr>
          <p:cNvSpPr>
            <a:spLocks noGrp="1"/>
          </p:cNvSpPr>
          <p:nvPr>
            <p:ph type="dt" sz="half" idx="10"/>
          </p:nvPr>
        </p:nvSpPr>
        <p:spPr/>
        <p:txBody>
          <a:bodyPr/>
          <a:lstStyle/>
          <a:p>
            <a:fld id="{A6A33D4F-1C56-45EE-A689-F6204A863012}" type="datetime1">
              <a:rPr lang="en-IN" smtClean="0"/>
              <a:t>04-03-2023</a:t>
            </a:fld>
            <a:endParaRPr lang="en-IN"/>
          </a:p>
        </p:txBody>
      </p:sp>
      <p:sp>
        <p:nvSpPr>
          <p:cNvPr id="6" name="Footer Placeholder 5">
            <a:extLst>
              <a:ext uri="{FF2B5EF4-FFF2-40B4-BE49-F238E27FC236}">
                <a16:creationId xmlns:a16="http://schemas.microsoft.com/office/drawing/2014/main" id="{A88ABF94-4BA3-425D-97AB-8D4D19242CBC}"/>
              </a:ext>
            </a:extLst>
          </p:cNvPr>
          <p:cNvSpPr>
            <a:spLocks noGrp="1"/>
          </p:cNvSpPr>
          <p:nvPr>
            <p:ph type="ftr" sz="quarter" idx="11"/>
          </p:nvPr>
        </p:nvSpPr>
        <p:spPr/>
        <p:txBody>
          <a:bodyPr/>
          <a:lstStyle/>
          <a:p>
            <a:r>
              <a:rPr lang="en-US"/>
              <a:t>Chaitanya Training &amp; Consultancy -  www.chaitanyagaajula.com</a:t>
            </a:r>
            <a:endParaRPr lang="en-IN"/>
          </a:p>
        </p:txBody>
      </p:sp>
      <p:sp>
        <p:nvSpPr>
          <p:cNvPr id="7" name="Slide Number Placeholder 6">
            <a:extLst>
              <a:ext uri="{FF2B5EF4-FFF2-40B4-BE49-F238E27FC236}">
                <a16:creationId xmlns:a16="http://schemas.microsoft.com/office/drawing/2014/main" id="{82806E7F-6DA6-4E6C-89AE-1FAC76642DA4}"/>
              </a:ext>
            </a:extLst>
          </p:cNvPr>
          <p:cNvSpPr>
            <a:spLocks noGrp="1"/>
          </p:cNvSpPr>
          <p:nvPr>
            <p:ph type="sldNum" sz="quarter" idx="12"/>
          </p:nvPr>
        </p:nvSpPr>
        <p:spPr/>
        <p:txBody>
          <a:bodyPr/>
          <a:lstStyle/>
          <a:p>
            <a:fld id="{11D99FE2-05C1-4AE7-B8EC-0F3E4E1B2E98}" type="slidenum">
              <a:rPr lang="en-IN" smtClean="0"/>
              <a:t>‹#›</a:t>
            </a:fld>
            <a:endParaRPr lang="en-IN"/>
          </a:p>
        </p:txBody>
      </p:sp>
    </p:spTree>
    <p:extLst>
      <p:ext uri="{BB962C8B-B14F-4D97-AF65-F5344CB8AC3E}">
        <p14:creationId xmlns:p14="http://schemas.microsoft.com/office/powerpoint/2010/main" val="17861235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72D5B-0E11-4F2C-9E76-A88A8634D7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9C31B3A-6ABE-4197-BC1D-D5904D2841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5BEFEA9-920F-4C74-9DF6-E6B7C266F6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0951CF-41C8-4845-9C72-D9D53CD76545}"/>
              </a:ext>
            </a:extLst>
          </p:cNvPr>
          <p:cNvSpPr>
            <a:spLocks noGrp="1"/>
          </p:cNvSpPr>
          <p:nvPr>
            <p:ph type="dt" sz="half" idx="10"/>
          </p:nvPr>
        </p:nvSpPr>
        <p:spPr/>
        <p:txBody>
          <a:bodyPr/>
          <a:lstStyle/>
          <a:p>
            <a:fld id="{DF4FB4A7-1F10-4514-8824-63C2FDDD799C}" type="datetime1">
              <a:rPr lang="en-IN" smtClean="0"/>
              <a:t>04-03-2023</a:t>
            </a:fld>
            <a:endParaRPr lang="en-IN"/>
          </a:p>
        </p:txBody>
      </p:sp>
      <p:sp>
        <p:nvSpPr>
          <p:cNvPr id="6" name="Footer Placeholder 5">
            <a:extLst>
              <a:ext uri="{FF2B5EF4-FFF2-40B4-BE49-F238E27FC236}">
                <a16:creationId xmlns:a16="http://schemas.microsoft.com/office/drawing/2014/main" id="{01ED9229-8299-4F28-8D58-4D7C1D3CF1BA}"/>
              </a:ext>
            </a:extLst>
          </p:cNvPr>
          <p:cNvSpPr>
            <a:spLocks noGrp="1"/>
          </p:cNvSpPr>
          <p:nvPr>
            <p:ph type="ftr" sz="quarter" idx="11"/>
          </p:nvPr>
        </p:nvSpPr>
        <p:spPr/>
        <p:txBody>
          <a:bodyPr/>
          <a:lstStyle/>
          <a:p>
            <a:r>
              <a:rPr lang="en-US"/>
              <a:t>Chaitanya Training &amp; Consultancy -  www.chaitanyagaajula.com</a:t>
            </a:r>
            <a:endParaRPr lang="en-IN"/>
          </a:p>
        </p:txBody>
      </p:sp>
      <p:sp>
        <p:nvSpPr>
          <p:cNvPr id="7" name="Slide Number Placeholder 6">
            <a:extLst>
              <a:ext uri="{FF2B5EF4-FFF2-40B4-BE49-F238E27FC236}">
                <a16:creationId xmlns:a16="http://schemas.microsoft.com/office/drawing/2014/main" id="{6326BDE3-D829-4D16-B9F2-CBA9B203C11D}"/>
              </a:ext>
            </a:extLst>
          </p:cNvPr>
          <p:cNvSpPr>
            <a:spLocks noGrp="1"/>
          </p:cNvSpPr>
          <p:nvPr>
            <p:ph type="sldNum" sz="quarter" idx="12"/>
          </p:nvPr>
        </p:nvSpPr>
        <p:spPr/>
        <p:txBody>
          <a:bodyPr/>
          <a:lstStyle/>
          <a:p>
            <a:fld id="{11D99FE2-05C1-4AE7-B8EC-0F3E4E1B2E98}" type="slidenum">
              <a:rPr lang="en-IN" smtClean="0"/>
              <a:t>‹#›</a:t>
            </a:fld>
            <a:endParaRPr lang="en-IN"/>
          </a:p>
        </p:txBody>
      </p:sp>
    </p:spTree>
    <p:extLst>
      <p:ext uri="{BB962C8B-B14F-4D97-AF65-F5344CB8AC3E}">
        <p14:creationId xmlns:p14="http://schemas.microsoft.com/office/powerpoint/2010/main" val="125722263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295C0-0846-443A-BA3C-09FD5493DE4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2DABD4F-E8B8-45E5-8A83-B875346821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C9668A-732A-4F44-B20E-D704EE12913A}"/>
              </a:ext>
            </a:extLst>
          </p:cNvPr>
          <p:cNvSpPr>
            <a:spLocks noGrp="1"/>
          </p:cNvSpPr>
          <p:nvPr>
            <p:ph type="dt" sz="half" idx="10"/>
          </p:nvPr>
        </p:nvSpPr>
        <p:spPr/>
        <p:txBody>
          <a:bodyPr/>
          <a:lstStyle/>
          <a:p>
            <a:fld id="{0EEE402F-9DFD-4AB7-B7CE-3E34AD77CFEB}" type="datetime1">
              <a:rPr lang="en-IN" smtClean="0"/>
              <a:t>04-03-2023</a:t>
            </a:fld>
            <a:endParaRPr lang="en-IN"/>
          </a:p>
        </p:txBody>
      </p:sp>
      <p:sp>
        <p:nvSpPr>
          <p:cNvPr id="5" name="Footer Placeholder 4">
            <a:extLst>
              <a:ext uri="{FF2B5EF4-FFF2-40B4-BE49-F238E27FC236}">
                <a16:creationId xmlns:a16="http://schemas.microsoft.com/office/drawing/2014/main" id="{131BFB1C-2341-4039-9A25-9493659CC8CF}"/>
              </a:ext>
            </a:extLst>
          </p:cNvPr>
          <p:cNvSpPr>
            <a:spLocks noGrp="1"/>
          </p:cNvSpPr>
          <p:nvPr>
            <p:ph type="ftr" sz="quarter" idx="11"/>
          </p:nvPr>
        </p:nvSpPr>
        <p:spPr/>
        <p:txBody>
          <a:bodyPr/>
          <a:lstStyle/>
          <a:p>
            <a:r>
              <a:rPr lang="en-US"/>
              <a:t>Chaitanya Training &amp; Consultancy -  www.chaitanyagaajula.com</a:t>
            </a:r>
            <a:endParaRPr lang="en-IN"/>
          </a:p>
        </p:txBody>
      </p:sp>
      <p:sp>
        <p:nvSpPr>
          <p:cNvPr id="6" name="Slide Number Placeholder 5">
            <a:extLst>
              <a:ext uri="{FF2B5EF4-FFF2-40B4-BE49-F238E27FC236}">
                <a16:creationId xmlns:a16="http://schemas.microsoft.com/office/drawing/2014/main" id="{062AD57C-5DEA-4AAE-AC01-0A2199A4D5BA}"/>
              </a:ext>
            </a:extLst>
          </p:cNvPr>
          <p:cNvSpPr>
            <a:spLocks noGrp="1"/>
          </p:cNvSpPr>
          <p:nvPr>
            <p:ph type="sldNum" sz="quarter" idx="12"/>
          </p:nvPr>
        </p:nvSpPr>
        <p:spPr/>
        <p:txBody>
          <a:bodyPr/>
          <a:lstStyle/>
          <a:p>
            <a:fld id="{11D99FE2-05C1-4AE7-B8EC-0F3E4E1B2E98}" type="slidenum">
              <a:rPr lang="en-IN" smtClean="0"/>
              <a:t>‹#›</a:t>
            </a:fld>
            <a:endParaRPr lang="en-IN"/>
          </a:p>
        </p:txBody>
      </p:sp>
    </p:spTree>
    <p:extLst>
      <p:ext uri="{BB962C8B-B14F-4D97-AF65-F5344CB8AC3E}">
        <p14:creationId xmlns:p14="http://schemas.microsoft.com/office/powerpoint/2010/main" val="343236424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801D7B-4593-4E86-9FB4-FEE2B102714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42E9F03-3925-4598-9E37-3F9D82ECF7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0355D1-0B32-4F85-A08A-9044F10BF75C}"/>
              </a:ext>
            </a:extLst>
          </p:cNvPr>
          <p:cNvSpPr>
            <a:spLocks noGrp="1"/>
          </p:cNvSpPr>
          <p:nvPr>
            <p:ph type="dt" sz="half" idx="10"/>
          </p:nvPr>
        </p:nvSpPr>
        <p:spPr/>
        <p:txBody>
          <a:bodyPr/>
          <a:lstStyle/>
          <a:p>
            <a:fld id="{1E56F82F-3C14-4C97-A98C-59BA4DFD4206}" type="datetime1">
              <a:rPr lang="en-IN" smtClean="0"/>
              <a:t>04-03-2023</a:t>
            </a:fld>
            <a:endParaRPr lang="en-IN"/>
          </a:p>
        </p:txBody>
      </p:sp>
      <p:sp>
        <p:nvSpPr>
          <p:cNvPr id="5" name="Footer Placeholder 4">
            <a:extLst>
              <a:ext uri="{FF2B5EF4-FFF2-40B4-BE49-F238E27FC236}">
                <a16:creationId xmlns:a16="http://schemas.microsoft.com/office/drawing/2014/main" id="{CE91988C-7736-4D44-8452-9EB81F96BF8B}"/>
              </a:ext>
            </a:extLst>
          </p:cNvPr>
          <p:cNvSpPr>
            <a:spLocks noGrp="1"/>
          </p:cNvSpPr>
          <p:nvPr>
            <p:ph type="ftr" sz="quarter" idx="11"/>
          </p:nvPr>
        </p:nvSpPr>
        <p:spPr/>
        <p:txBody>
          <a:bodyPr/>
          <a:lstStyle/>
          <a:p>
            <a:r>
              <a:rPr lang="en-US"/>
              <a:t>Chaitanya Training &amp; Consultancy -  www.chaitanyagaajula.com</a:t>
            </a:r>
            <a:endParaRPr lang="en-IN"/>
          </a:p>
        </p:txBody>
      </p:sp>
      <p:sp>
        <p:nvSpPr>
          <p:cNvPr id="6" name="Slide Number Placeholder 5">
            <a:extLst>
              <a:ext uri="{FF2B5EF4-FFF2-40B4-BE49-F238E27FC236}">
                <a16:creationId xmlns:a16="http://schemas.microsoft.com/office/drawing/2014/main" id="{D4D2D507-11C1-4ACE-A41B-47ACE294DEC2}"/>
              </a:ext>
            </a:extLst>
          </p:cNvPr>
          <p:cNvSpPr>
            <a:spLocks noGrp="1"/>
          </p:cNvSpPr>
          <p:nvPr>
            <p:ph type="sldNum" sz="quarter" idx="12"/>
          </p:nvPr>
        </p:nvSpPr>
        <p:spPr/>
        <p:txBody>
          <a:bodyPr/>
          <a:lstStyle/>
          <a:p>
            <a:fld id="{11D99FE2-05C1-4AE7-B8EC-0F3E4E1B2E98}" type="slidenum">
              <a:rPr lang="en-IN" smtClean="0"/>
              <a:t>‹#›</a:t>
            </a:fld>
            <a:endParaRPr lang="en-IN"/>
          </a:p>
        </p:txBody>
      </p:sp>
    </p:spTree>
    <p:extLst>
      <p:ext uri="{BB962C8B-B14F-4D97-AF65-F5344CB8AC3E}">
        <p14:creationId xmlns:p14="http://schemas.microsoft.com/office/powerpoint/2010/main" val="4011020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7.png"/><Relationship Id="rId3" Type="http://schemas.openxmlformats.org/officeDocument/2006/relationships/slideLayout" Target="../slideLayouts/slideLayout14.xml"/><Relationship Id="rId7" Type="http://schemas.openxmlformats.org/officeDocument/2006/relationships/image" Target="../media/image1.jpg"/><Relationship Id="rId12" Type="http://schemas.openxmlformats.org/officeDocument/2006/relationships/image" Target="../media/image6.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11" Type="http://schemas.openxmlformats.org/officeDocument/2006/relationships/image" Target="../media/image5.png"/><Relationship Id="rId5" Type="http://schemas.openxmlformats.org/officeDocument/2006/relationships/slideLayout" Target="../slideLayouts/slideLayout16.xml"/><Relationship Id="rId10" Type="http://schemas.openxmlformats.org/officeDocument/2006/relationships/image" Target="../media/image4.png"/><Relationship Id="rId4" Type="http://schemas.openxmlformats.org/officeDocument/2006/relationships/slideLayout" Target="../slideLayouts/slideLayout15.xml"/><Relationship Id="rId9"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7.png"/><Relationship Id="rId3" Type="http://schemas.openxmlformats.org/officeDocument/2006/relationships/slideLayout" Target="../slideLayouts/slideLayout30.xml"/><Relationship Id="rId7" Type="http://schemas.openxmlformats.org/officeDocument/2006/relationships/image" Target="../media/image8.jpg"/><Relationship Id="rId12" Type="http://schemas.openxmlformats.org/officeDocument/2006/relationships/image" Target="../media/image6.png"/><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theme" Target="../theme/theme4.xml"/><Relationship Id="rId11" Type="http://schemas.openxmlformats.org/officeDocument/2006/relationships/image" Target="../media/image5.png"/><Relationship Id="rId5" Type="http://schemas.openxmlformats.org/officeDocument/2006/relationships/slideLayout" Target="../slideLayouts/slideLayout32.xml"/><Relationship Id="rId10" Type="http://schemas.openxmlformats.org/officeDocument/2006/relationships/image" Target="../media/image4.png"/><Relationship Id="rId4" Type="http://schemas.openxmlformats.org/officeDocument/2006/relationships/slideLayout" Target="../slideLayouts/slideLayout31.xml"/><Relationship Id="rId9"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5.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C61110-2347-4F46-8472-D3B43F2CDD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C4A154-F4FD-4593-94E7-C6B10F4761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58D66A-AF9D-4E53-A512-BDC5153C9F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0DA375-A641-407A-B5DA-14CAE4F3315D}" type="datetime1">
              <a:rPr lang="en-IN" smtClean="0"/>
              <a:t>04-03-2023</a:t>
            </a:fld>
            <a:endParaRPr lang="en-IN"/>
          </a:p>
        </p:txBody>
      </p:sp>
      <p:sp>
        <p:nvSpPr>
          <p:cNvPr id="5" name="Footer Placeholder 4">
            <a:extLst>
              <a:ext uri="{FF2B5EF4-FFF2-40B4-BE49-F238E27FC236}">
                <a16:creationId xmlns:a16="http://schemas.microsoft.com/office/drawing/2014/main" id="{F8551AA5-1774-41F4-914B-CA9C11E823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Chaitanya Training &amp; Consultancy -  www.chaitanyagaajula.com</a:t>
            </a:r>
            <a:endParaRPr lang="en-IN"/>
          </a:p>
        </p:txBody>
      </p:sp>
      <p:sp>
        <p:nvSpPr>
          <p:cNvPr id="6" name="Slide Number Placeholder 5">
            <a:extLst>
              <a:ext uri="{FF2B5EF4-FFF2-40B4-BE49-F238E27FC236}">
                <a16:creationId xmlns:a16="http://schemas.microsoft.com/office/drawing/2014/main" id="{5F149F48-3C5F-4B73-A32E-9FB0AD1DF4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0B3493-C6F4-43E9-8A53-7138279673EC}" type="slidenum">
              <a:rPr lang="en-IN" smtClean="0"/>
              <a:t>‹#›</a:t>
            </a:fld>
            <a:endParaRPr lang="en-IN"/>
          </a:p>
        </p:txBody>
      </p:sp>
    </p:spTree>
    <p:extLst>
      <p:ext uri="{BB962C8B-B14F-4D97-AF65-F5344CB8AC3E}">
        <p14:creationId xmlns:p14="http://schemas.microsoft.com/office/powerpoint/2010/main" val="13112573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12192000" cy="6857999"/>
          </a:xfrm>
          <a:prstGeom prst="rect">
            <a:avLst/>
          </a:prstGeom>
          <a:blipFill>
            <a:blip r:embed="rId7" cstate="print"/>
            <a:stretch>
              <a:fillRect/>
            </a:stretch>
          </a:blipFill>
        </p:spPr>
        <p:txBody>
          <a:bodyPr wrap="square" lIns="0" tIns="0" rIns="0" bIns="0" rtlCol="0"/>
          <a:lstStyle/>
          <a:p>
            <a:endParaRPr/>
          </a:p>
        </p:txBody>
      </p:sp>
      <p:sp>
        <p:nvSpPr>
          <p:cNvPr id="17" name="bk object 17"/>
          <p:cNvSpPr/>
          <p:nvPr/>
        </p:nvSpPr>
        <p:spPr>
          <a:xfrm>
            <a:off x="0" y="2670047"/>
            <a:ext cx="4037075" cy="4187950"/>
          </a:xfrm>
          <a:prstGeom prst="rect">
            <a:avLst/>
          </a:prstGeom>
          <a:blipFill>
            <a:blip r:embed="rId8" cstate="print"/>
            <a:stretch>
              <a:fillRect/>
            </a:stretch>
          </a:blipFill>
        </p:spPr>
        <p:txBody>
          <a:bodyPr wrap="square" lIns="0" tIns="0" rIns="0" bIns="0" rtlCol="0"/>
          <a:lstStyle/>
          <a:p>
            <a:endParaRPr/>
          </a:p>
        </p:txBody>
      </p:sp>
      <p:sp>
        <p:nvSpPr>
          <p:cNvPr id="18" name="bk object 18"/>
          <p:cNvSpPr/>
          <p:nvPr/>
        </p:nvSpPr>
        <p:spPr>
          <a:xfrm>
            <a:off x="0" y="2892551"/>
            <a:ext cx="1522475" cy="2365248"/>
          </a:xfrm>
          <a:prstGeom prst="rect">
            <a:avLst/>
          </a:prstGeom>
          <a:blipFill>
            <a:blip r:embed="rId9" cstate="print"/>
            <a:stretch>
              <a:fillRect/>
            </a:stretch>
          </a:blipFill>
        </p:spPr>
        <p:txBody>
          <a:bodyPr wrap="square" lIns="0" tIns="0" rIns="0" bIns="0" rtlCol="0"/>
          <a:lstStyle/>
          <a:p>
            <a:endParaRPr/>
          </a:p>
        </p:txBody>
      </p:sp>
      <p:sp>
        <p:nvSpPr>
          <p:cNvPr id="19" name="bk object 19"/>
          <p:cNvSpPr/>
          <p:nvPr/>
        </p:nvSpPr>
        <p:spPr>
          <a:xfrm>
            <a:off x="8609076" y="1676400"/>
            <a:ext cx="2819400" cy="2819400"/>
          </a:xfrm>
          <a:prstGeom prst="rect">
            <a:avLst/>
          </a:prstGeom>
          <a:blipFill>
            <a:blip r:embed="rId10" cstate="print"/>
            <a:stretch>
              <a:fillRect/>
            </a:stretch>
          </a:blipFill>
        </p:spPr>
        <p:txBody>
          <a:bodyPr wrap="square" lIns="0" tIns="0" rIns="0" bIns="0" rtlCol="0"/>
          <a:lstStyle/>
          <a:p>
            <a:endParaRPr/>
          </a:p>
        </p:txBody>
      </p:sp>
      <p:sp>
        <p:nvSpPr>
          <p:cNvPr id="20" name="bk object 20"/>
          <p:cNvSpPr/>
          <p:nvPr/>
        </p:nvSpPr>
        <p:spPr>
          <a:xfrm>
            <a:off x="7999476" y="0"/>
            <a:ext cx="1603248" cy="1141476"/>
          </a:xfrm>
          <a:prstGeom prst="rect">
            <a:avLst/>
          </a:prstGeom>
          <a:blipFill>
            <a:blip r:embed="rId11" cstate="print"/>
            <a:stretch>
              <a:fillRect/>
            </a:stretch>
          </a:blipFill>
        </p:spPr>
        <p:txBody>
          <a:bodyPr wrap="square" lIns="0" tIns="0" rIns="0" bIns="0" rtlCol="0"/>
          <a:lstStyle/>
          <a:p>
            <a:endParaRPr/>
          </a:p>
        </p:txBody>
      </p:sp>
      <p:sp>
        <p:nvSpPr>
          <p:cNvPr id="21" name="bk object 21"/>
          <p:cNvSpPr/>
          <p:nvPr/>
        </p:nvSpPr>
        <p:spPr>
          <a:xfrm>
            <a:off x="8606028" y="6095999"/>
            <a:ext cx="993648" cy="761999"/>
          </a:xfrm>
          <a:prstGeom prst="rect">
            <a:avLst/>
          </a:prstGeom>
          <a:blipFill>
            <a:blip r:embed="rId12" cstate="print"/>
            <a:stretch>
              <a:fillRect/>
            </a:stretch>
          </a:blipFill>
        </p:spPr>
        <p:txBody>
          <a:bodyPr wrap="square" lIns="0" tIns="0" rIns="0" bIns="0" rtlCol="0"/>
          <a:lstStyle/>
          <a:p>
            <a:endParaRPr/>
          </a:p>
        </p:txBody>
      </p:sp>
      <p:sp>
        <p:nvSpPr>
          <p:cNvPr id="22" name="bk object 22"/>
          <p:cNvSpPr/>
          <p:nvPr/>
        </p:nvSpPr>
        <p:spPr>
          <a:xfrm>
            <a:off x="10398252" y="0"/>
            <a:ext cx="760488" cy="1203960"/>
          </a:xfrm>
          <a:prstGeom prst="rect">
            <a:avLst/>
          </a:prstGeom>
          <a:blipFill>
            <a:blip r:embed="rId13" cstate="print"/>
            <a:stretch>
              <a:fillRect/>
            </a:stretch>
          </a:blipFill>
        </p:spPr>
        <p:txBody>
          <a:bodyPr wrap="square" lIns="0" tIns="0" rIns="0" bIns="0" rtlCol="0"/>
          <a:lstStyle/>
          <a:p>
            <a:endParaRPr/>
          </a:p>
        </p:txBody>
      </p:sp>
      <p:sp>
        <p:nvSpPr>
          <p:cNvPr id="23" name="bk object 23"/>
          <p:cNvSpPr/>
          <p:nvPr/>
        </p:nvSpPr>
        <p:spPr>
          <a:xfrm>
            <a:off x="10437876" y="0"/>
            <a:ext cx="685800" cy="1143000"/>
          </a:xfrm>
          <a:custGeom>
            <a:avLst/>
            <a:gdLst/>
            <a:ahLst/>
            <a:cxnLst/>
            <a:rect l="l" t="t" r="r" b="b"/>
            <a:pathLst>
              <a:path w="685800" h="1143000">
                <a:moveTo>
                  <a:pt x="0" y="1143000"/>
                </a:moveTo>
                <a:lnTo>
                  <a:pt x="685800" y="1143000"/>
                </a:lnTo>
                <a:lnTo>
                  <a:pt x="685800" y="0"/>
                </a:lnTo>
                <a:lnTo>
                  <a:pt x="0" y="0"/>
                </a:lnTo>
                <a:lnTo>
                  <a:pt x="0" y="1143000"/>
                </a:lnTo>
                <a:close/>
              </a:path>
            </a:pathLst>
          </a:custGeom>
          <a:solidFill>
            <a:srgbClr val="AF1512"/>
          </a:solidFill>
        </p:spPr>
        <p:txBody>
          <a:bodyPr wrap="square" lIns="0" tIns="0" rIns="0" bIns="0" rtlCol="0"/>
          <a:lstStyle/>
          <a:p>
            <a:endParaRPr/>
          </a:p>
        </p:txBody>
      </p:sp>
      <p:sp>
        <p:nvSpPr>
          <p:cNvPr id="2" name="Holder 2"/>
          <p:cNvSpPr>
            <a:spLocks noGrp="1"/>
          </p:cNvSpPr>
          <p:nvPr>
            <p:ph type="title"/>
          </p:nvPr>
        </p:nvSpPr>
        <p:spPr>
          <a:xfrm>
            <a:off x="705408" y="256158"/>
            <a:ext cx="10132060" cy="513715"/>
          </a:xfrm>
          <a:prstGeom prst="rect">
            <a:avLst/>
          </a:prstGeom>
        </p:spPr>
        <p:txBody>
          <a:bodyPr wrap="square" lIns="0" tIns="0" rIns="0" bIns="0">
            <a:spAutoFit/>
          </a:bodyPr>
          <a:lstStyle>
            <a:lvl1pPr>
              <a:defRPr sz="3200" b="0" i="0">
                <a:solidFill>
                  <a:srgbClr val="EC5553"/>
                </a:solidFill>
                <a:latin typeface="Century Gothic"/>
                <a:cs typeface="Century Gothic"/>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r>
              <a:rPr lang="en-US"/>
              <a:t>Chaitanya Training &amp; Consultancy -  www.chaitanyagaajula.com</a:t>
            </a:r>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B8570412-898C-4816-A35C-AD6E803954CF}" type="datetime1">
              <a:rPr lang="en-IN" smtClean="0"/>
              <a:t>04-03-2023</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562798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926516-C6F3-4C50-8881-333157FFB1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73AB58-96DB-4C4E-BA9C-D2334DA74D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C35974-4DFA-43C2-9982-F90EDF0C59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6AC77B-98FD-4505-9A53-326946612D8F}" type="datetime1">
              <a:rPr lang="en-IN" smtClean="0"/>
              <a:t>04-03-2023</a:t>
            </a:fld>
            <a:endParaRPr lang="en-IN"/>
          </a:p>
        </p:txBody>
      </p:sp>
      <p:sp>
        <p:nvSpPr>
          <p:cNvPr id="5" name="Footer Placeholder 4">
            <a:extLst>
              <a:ext uri="{FF2B5EF4-FFF2-40B4-BE49-F238E27FC236}">
                <a16:creationId xmlns:a16="http://schemas.microsoft.com/office/drawing/2014/main" id="{83CF61BD-146C-44A1-A341-A4F400B976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Chaitanya Training &amp; Consultancy -  www.chaitanyagaajula.com</a:t>
            </a:r>
            <a:endParaRPr lang="en-IN"/>
          </a:p>
        </p:txBody>
      </p:sp>
      <p:sp>
        <p:nvSpPr>
          <p:cNvPr id="6" name="Slide Number Placeholder 5">
            <a:extLst>
              <a:ext uri="{FF2B5EF4-FFF2-40B4-BE49-F238E27FC236}">
                <a16:creationId xmlns:a16="http://schemas.microsoft.com/office/drawing/2014/main" id="{EEAE1A0E-0E43-47EE-B57D-7BC15ECF2E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D99FE2-05C1-4AE7-B8EC-0F3E4E1B2E98}" type="slidenum">
              <a:rPr lang="en-IN" smtClean="0"/>
              <a:t>‹#›</a:t>
            </a:fld>
            <a:endParaRPr lang="en-IN"/>
          </a:p>
        </p:txBody>
      </p:sp>
    </p:spTree>
    <p:extLst>
      <p:ext uri="{BB962C8B-B14F-4D97-AF65-F5344CB8AC3E}">
        <p14:creationId xmlns:p14="http://schemas.microsoft.com/office/powerpoint/2010/main" val="300214052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12192000" cy="6857999"/>
          </a:xfrm>
          <a:prstGeom prst="rect">
            <a:avLst/>
          </a:prstGeom>
          <a:blipFill>
            <a:blip r:embed="rId7" cstate="print"/>
            <a:stretch>
              <a:fillRect/>
            </a:stretch>
          </a:blipFill>
        </p:spPr>
        <p:txBody>
          <a:bodyPr wrap="square" lIns="0" tIns="0" rIns="0" bIns="0" rtlCol="0"/>
          <a:lstStyle/>
          <a:p>
            <a:endParaRPr/>
          </a:p>
        </p:txBody>
      </p:sp>
      <p:sp>
        <p:nvSpPr>
          <p:cNvPr id="17" name="bk object 17"/>
          <p:cNvSpPr/>
          <p:nvPr/>
        </p:nvSpPr>
        <p:spPr>
          <a:xfrm>
            <a:off x="0" y="2670047"/>
            <a:ext cx="4037075" cy="4187950"/>
          </a:xfrm>
          <a:prstGeom prst="rect">
            <a:avLst/>
          </a:prstGeom>
          <a:blipFill>
            <a:blip r:embed="rId8" cstate="print"/>
            <a:stretch>
              <a:fillRect/>
            </a:stretch>
          </a:blipFill>
        </p:spPr>
        <p:txBody>
          <a:bodyPr wrap="square" lIns="0" tIns="0" rIns="0" bIns="0" rtlCol="0"/>
          <a:lstStyle/>
          <a:p>
            <a:endParaRPr/>
          </a:p>
        </p:txBody>
      </p:sp>
      <p:sp>
        <p:nvSpPr>
          <p:cNvPr id="18" name="bk object 18"/>
          <p:cNvSpPr/>
          <p:nvPr/>
        </p:nvSpPr>
        <p:spPr>
          <a:xfrm>
            <a:off x="0" y="2892551"/>
            <a:ext cx="1522475" cy="2365248"/>
          </a:xfrm>
          <a:prstGeom prst="rect">
            <a:avLst/>
          </a:prstGeom>
          <a:blipFill>
            <a:blip r:embed="rId9" cstate="print"/>
            <a:stretch>
              <a:fillRect/>
            </a:stretch>
          </a:blipFill>
        </p:spPr>
        <p:txBody>
          <a:bodyPr wrap="square" lIns="0" tIns="0" rIns="0" bIns="0" rtlCol="0"/>
          <a:lstStyle/>
          <a:p>
            <a:endParaRPr/>
          </a:p>
        </p:txBody>
      </p:sp>
      <p:sp>
        <p:nvSpPr>
          <p:cNvPr id="19" name="bk object 19"/>
          <p:cNvSpPr/>
          <p:nvPr/>
        </p:nvSpPr>
        <p:spPr>
          <a:xfrm>
            <a:off x="8609076" y="1676400"/>
            <a:ext cx="2819400" cy="2819400"/>
          </a:xfrm>
          <a:prstGeom prst="rect">
            <a:avLst/>
          </a:prstGeom>
          <a:blipFill>
            <a:blip r:embed="rId10" cstate="print"/>
            <a:stretch>
              <a:fillRect/>
            </a:stretch>
          </a:blipFill>
        </p:spPr>
        <p:txBody>
          <a:bodyPr wrap="square" lIns="0" tIns="0" rIns="0" bIns="0" rtlCol="0"/>
          <a:lstStyle/>
          <a:p>
            <a:endParaRPr/>
          </a:p>
        </p:txBody>
      </p:sp>
      <p:sp>
        <p:nvSpPr>
          <p:cNvPr id="20" name="bk object 20"/>
          <p:cNvSpPr/>
          <p:nvPr/>
        </p:nvSpPr>
        <p:spPr>
          <a:xfrm>
            <a:off x="7999476" y="0"/>
            <a:ext cx="1603248" cy="1141476"/>
          </a:xfrm>
          <a:prstGeom prst="rect">
            <a:avLst/>
          </a:prstGeom>
          <a:blipFill>
            <a:blip r:embed="rId11" cstate="print"/>
            <a:stretch>
              <a:fillRect/>
            </a:stretch>
          </a:blipFill>
        </p:spPr>
        <p:txBody>
          <a:bodyPr wrap="square" lIns="0" tIns="0" rIns="0" bIns="0" rtlCol="0"/>
          <a:lstStyle/>
          <a:p>
            <a:endParaRPr/>
          </a:p>
        </p:txBody>
      </p:sp>
      <p:sp>
        <p:nvSpPr>
          <p:cNvPr id="21" name="bk object 21"/>
          <p:cNvSpPr/>
          <p:nvPr/>
        </p:nvSpPr>
        <p:spPr>
          <a:xfrm>
            <a:off x="8606028" y="6095999"/>
            <a:ext cx="993648" cy="761999"/>
          </a:xfrm>
          <a:prstGeom prst="rect">
            <a:avLst/>
          </a:prstGeom>
          <a:blipFill>
            <a:blip r:embed="rId12" cstate="print"/>
            <a:stretch>
              <a:fillRect/>
            </a:stretch>
          </a:blipFill>
        </p:spPr>
        <p:txBody>
          <a:bodyPr wrap="square" lIns="0" tIns="0" rIns="0" bIns="0" rtlCol="0"/>
          <a:lstStyle/>
          <a:p>
            <a:endParaRPr/>
          </a:p>
        </p:txBody>
      </p:sp>
      <p:sp>
        <p:nvSpPr>
          <p:cNvPr id="22" name="bk object 22"/>
          <p:cNvSpPr/>
          <p:nvPr/>
        </p:nvSpPr>
        <p:spPr>
          <a:xfrm>
            <a:off x="10398252" y="0"/>
            <a:ext cx="760488" cy="1203960"/>
          </a:xfrm>
          <a:prstGeom prst="rect">
            <a:avLst/>
          </a:prstGeom>
          <a:blipFill>
            <a:blip r:embed="rId13" cstate="print"/>
            <a:stretch>
              <a:fillRect/>
            </a:stretch>
          </a:blipFill>
        </p:spPr>
        <p:txBody>
          <a:bodyPr wrap="square" lIns="0" tIns="0" rIns="0" bIns="0" rtlCol="0"/>
          <a:lstStyle/>
          <a:p>
            <a:endParaRPr/>
          </a:p>
        </p:txBody>
      </p:sp>
      <p:sp>
        <p:nvSpPr>
          <p:cNvPr id="23" name="bk object 23"/>
          <p:cNvSpPr/>
          <p:nvPr/>
        </p:nvSpPr>
        <p:spPr>
          <a:xfrm>
            <a:off x="10437876" y="0"/>
            <a:ext cx="685800" cy="1143000"/>
          </a:xfrm>
          <a:custGeom>
            <a:avLst/>
            <a:gdLst/>
            <a:ahLst/>
            <a:cxnLst/>
            <a:rect l="l" t="t" r="r" b="b"/>
            <a:pathLst>
              <a:path w="685800" h="1143000">
                <a:moveTo>
                  <a:pt x="0" y="1143000"/>
                </a:moveTo>
                <a:lnTo>
                  <a:pt x="685800" y="1143000"/>
                </a:lnTo>
                <a:lnTo>
                  <a:pt x="685800" y="0"/>
                </a:lnTo>
                <a:lnTo>
                  <a:pt x="0" y="0"/>
                </a:lnTo>
                <a:lnTo>
                  <a:pt x="0" y="1143000"/>
                </a:lnTo>
                <a:close/>
              </a:path>
            </a:pathLst>
          </a:custGeom>
          <a:solidFill>
            <a:srgbClr val="AF1512"/>
          </a:solidFill>
        </p:spPr>
        <p:txBody>
          <a:bodyPr wrap="square" lIns="0" tIns="0" rIns="0" bIns="0" rtlCol="0"/>
          <a:lstStyle/>
          <a:p>
            <a:endParaRPr/>
          </a:p>
        </p:txBody>
      </p:sp>
      <p:sp>
        <p:nvSpPr>
          <p:cNvPr id="2" name="Holder 2"/>
          <p:cNvSpPr>
            <a:spLocks noGrp="1"/>
          </p:cNvSpPr>
          <p:nvPr>
            <p:ph type="title"/>
          </p:nvPr>
        </p:nvSpPr>
        <p:spPr>
          <a:xfrm>
            <a:off x="4605020" y="3127705"/>
            <a:ext cx="2981959" cy="635000"/>
          </a:xfrm>
          <a:prstGeom prst="rect">
            <a:avLst/>
          </a:prstGeom>
        </p:spPr>
        <p:txBody>
          <a:bodyPr wrap="square" lIns="0" tIns="0" rIns="0" bIns="0">
            <a:spAutoFit/>
          </a:bodyPr>
          <a:lstStyle>
            <a:lvl1pPr>
              <a:defRPr sz="4000" b="0" i="0">
                <a:solidFill>
                  <a:srgbClr val="EC5553"/>
                </a:solidFill>
                <a:latin typeface="Century Gothic"/>
                <a:cs typeface="Century Gothic"/>
              </a:defRPr>
            </a:lvl1pPr>
          </a:lstStyle>
          <a:p>
            <a:endParaRPr/>
          </a:p>
        </p:txBody>
      </p:sp>
      <p:sp>
        <p:nvSpPr>
          <p:cNvPr id="3" name="Holder 3"/>
          <p:cNvSpPr>
            <a:spLocks noGrp="1"/>
          </p:cNvSpPr>
          <p:nvPr>
            <p:ph type="body" idx="1"/>
          </p:nvPr>
        </p:nvSpPr>
        <p:spPr>
          <a:xfrm>
            <a:off x="724001" y="1552702"/>
            <a:ext cx="10743996" cy="393255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r>
              <a:rPr lang="en-US"/>
              <a:t>Chaitanya Training &amp; Consultancy -  www.chaitanyagaajula.com</a:t>
            </a:r>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92B6E50B-83E1-44E4-B0E4-FCE7E72415AE}" type="datetime1">
              <a:rPr lang="en-IN" smtClean="0"/>
              <a:t>04-03-2023</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88849975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Lst>
  <p:hf sldNum="0"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926516-C6F3-4C50-8881-333157FFB1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73AB58-96DB-4C4E-BA9C-D2334DA74D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C35974-4DFA-43C2-9982-F90EDF0C59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A2DE7D-C8B1-470A-BC1D-3676B6829E5E}" type="datetime1">
              <a:rPr lang="en-IN" smtClean="0"/>
              <a:t>04-03-2023</a:t>
            </a:fld>
            <a:endParaRPr lang="en-IN"/>
          </a:p>
        </p:txBody>
      </p:sp>
      <p:sp>
        <p:nvSpPr>
          <p:cNvPr id="5" name="Footer Placeholder 4">
            <a:extLst>
              <a:ext uri="{FF2B5EF4-FFF2-40B4-BE49-F238E27FC236}">
                <a16:creationId xmlns:a16="http://schemas.microsoft.com/office/drawing/2014/main" id="{83CF61BD-146C-44A1-A341-A4F400B976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Chaitanya Training &amp; Consultancy -  www.chaitanyagaajula.com</a:t>
            </a:r>
            <a:endParaRPr lang="en-IN"/>
          </a:p>
        </p:txBody>
      </p:sp>
      <p:sp>
        <p:nvSpPr>
          <p:cNvPr id="6" name="Slide Number Placeholder 5">
            <a:extLst>
              <a:ext uri="{FF2B5EF4-FFF2-40B4-BE49-F238E27FC236}">
                <a16:creationId xmlns:a16="http://schemas.microsoft.com/office/drawing/2014/main" id="{EEAE1A0E-0E43-47EE-B57D-7BC15ECF2E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D99FE2-05C1-4AE7-B8EC-0F3E4E1B2E98}" type="slidenum">
              <a:rPr lang="en-IN" smtClean="0"/>
              <a:t>‹#›</a:t>
            </a:fld>
            <a:endParaRPr lang="en-IN"/>
          </a:p>
        </p:txBody>
      </p:sp>
    </p:spTree>
    <p:extLst>
      <p:ext uri="{BB962C8B-B14F-4D97-AF65-F5344CB8AC3E}">
        <p14:creationId xmlns:p14="http://schemas.microsoft.com/office/powerpoint/2010/main" val="103520267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jpg"/><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jpg"/><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jpg"/><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5.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jpg"/><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jpg"/><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7.jpg"/><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jpg"/><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9.jpg"/><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0.jpg"/><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jpg"/><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1.jpg"/><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2.jpg"/><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3.jpg"/><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5.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1.bin"/><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2.bin"/><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9.jpg"/><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5.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5.xml"/><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1.xml"/></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1.xml"/><Relationship Id="rId4" Type="http://schemas.openxmlformats.org/officeDocument/2006/relationships/image" Target="../media/image39.png"/></Relationships>
</file>

<file path=ppt/slides/_rels/slide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9.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9.xm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9.xml"/></Relationships>
</file>

<file path=ppt/slides/_rels/slide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9.xml"/></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9.xml"/></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9.xml"/><Relationship Id="rId4" Type="http://schemas.openxmlformats.org/officeDocument/2006/relationships/image" Target="../media/image40.png"/></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8.jpg"/><Relationship Id="rId1" Type="http://schemas.openxmlformats.org/officeDocument/2006/relationships/slideLayout" Target="../slideLayouts/slideLayout18.xml"/><Relationship Id="rId4" Type="http://schemas.openxmlformats.org/officeDocument/2006/relationships/image" Target="../media/image42.png"/></Relationships>
</file>

<file path=ppt/slides/_rels/slide61.xml.rels><?xml version="1.0" encoding="UTF-8" standalone="yes"?>
<Relationships xmlns="http://schemas.openxmlformats.org/package/2006/relationships"><Relationship Id="rId3" Type="http://schemas.openxmlformats.org/officeDocument/2006/relationships/hyperlink" Target="https://docs.docker.com/docker-hub/builds/" TargetMode="External"/><Relationship Id="rId7" Type="http://schemas.openxmlformats.org/officeDocument/2006/relationships/image" Target="../media/image42.png"/><Relationship Id="rId2" Type="http://schemas.openxmlformats.org/officeDocument/2006/relationships/hyperlink" Target="https://docs.docker.com/docker-hub/repos/" TargetMode="External"/><Relationship Id="rId1" Type="http://schemas.openxmlformats.org/officeDocument/2006/relationships/slideLayout" Target="../slideLayouts/slideLayout18.xml"/><Relationship Id="rId6" Type="http://schemas.openxmlformats.org/officeDocument/2006/relationships/image" Target="../media/image41.png"/><Relationship Id="rId5" Type="http://schemas.openxmlformats.org/officeDocument/2006/relationships/hyperlink" Target="https://docs.docker.com/docker-hub/orgs/" TargetMode="External"/><Relationship Id="rId4" Type="http://schemas.openxmlformats.org/officeDocument/2006/relationships/hyperlink" Target="https://docs.docker.com/docker-hub/webhooks/" TargetMode="External"/></Relationships>
</file>

<file path=ppt/slides/_rels/slide6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9.png"/><Relationship Id="rId1" Type="http://schemas.openxmlformats.org/officeDocument/2006/relationships/slideLayout" Target="../slideLayouts/slideLayout18.xml"/><Relationship Id="rId4" Type="http://schemas.openxmlformats.org/officeDocument/2006/relationships/image" Target="../media/image42.png"/></Relationships>
</file>

<file path=ppt/slides/_rels/slide6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7BEF3-9029-4547-9023-84A7521D1F21}"/>
              </a:ext>
            </a:extLst>
          </p:cNvPr>
          <p:cNvSpPr>
            <a:spLocks noGrp="1"/>
          </p:cNvSpPr>
          <p:nvPr>
            <p:ph type="ctrTitle"/>
          </p:nvPr>
        </p:nvSpPr>
        <p:spPr>
          <a:xfrm>
            <a:off x="1380162" y="1872376"/>
            <a:ext cx="9144000" cy="2387600"/>
          </a:xfrm>
        </p:spPr>
        <p:txBody>
          <a:bodyPr/>
          <a:lstStyle/>
          <a:p>
            <a:r>
              <a:rPr lang="en-IN" dirty="0"/>
              <a:t>Introduction to Dockers and Containers</a:t>
            </a:r>
          </a:p>
        </p:txBody>
      </p:sp>
      <p:sp>
        <p:nvSpPr>
          <p:cNvPr id="6" name="Footer Placeholder 5">
            <a:extLst>
              <a:ext uri="{FF2B5EF4-FFF2-40B4-BE49-F238E27FC236}">
                <a16:creationId xmlns:a16="http://schemas.microsoft.com/office/drawing/2014/main" id="{D87CAD4D-DADA-434F-5E86-198FD15D6363}"/>
              </a:ext>
            </a:extLst>
          </p:cNvPr>
          <p:cNvSpPr>
            <a:spLocks noGrp="1"/>
          </p:cNvSpPr>
          <p:nvPr>
            <p:ph type="ftr" sz="quarter" idx="11"/>
          </p:nvPr>
        </p:nvSpPr>
        <p:spPr/>
        <p:txBody>
          <a:bodyPr/>
          <a:lstStyle/>
          <a:p>
            <a:r>
              <a:rPr lang="en-US" dirty="0"/>
              <a:t>Chaitanya Training &amp; Consultancy -  www.chaitanyagaajula.com</a:t>
            </a:r>
            <a:endParaRPr lang="en-IN" dirty="0"/>
          </a:p>
        </p:txBody>
      </p:sp>
    </p:spTree>
    <p:extLst>
      <p:ext uri="{BB962C8B-B14F-4D97-AF65-F5344CB8AC3E}">
        <p14:creationId xmlns:p14="http://schemas.microsoft.com/office/powerpoint/2010/main" val="1748905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DF267-8BAE-4AE3-AAC4-9B5BA2708584}"/>
              </a:ext>
            </a:extLst>
          </p:cNvPr>
          <p:cNvSpPr>
            <a:spLocks noGrp="1"/>
          </p:cNvSpPr>
          <p:nvPr>
            <p:ph type="title"/>
          </p:nvPr>
        </p:nvSpPr>
        <p:spPr>
          <a:xfrm>
            <a:off x="416959" y="18255"/>
            <a:ext cx="10515600" cy="1325563"/>
          </a:xfrm>
        </p:spPr>
        <p:txBody>
          <a:bodyPr>
            <a:normAutofit/>
          </a:bodyPr>
          <a:lstStyle/>
          <a:p>
            <a:r>
              <a:rPr lang="en-IN" sz="3600" b="1" dirty="0"/>
              <a:t>Agenda</a:t>
            </a:r>
          </a:p>
        </p:txBody>
      </p:sp>
      <p:sp>
        <p:nvSpPr>
          <p:cNvPr id="3" name="Content Placeholder 2">
            <a:extLst>
              <a:ext uri="{FF2B5EF4-FFF2-40B4-BE49-F238E27FC236}">
                <a16:creationId xmlns:a16="http://schemas.microsoft.com/office/drawing/2014/main" id="{F7E6A41D-A5C5-4F47-8911-B79ED83191E9}"/>
              </a:ext>
            </a:extLst>
          </p:cNvPr>
          <p:cNvSpPr>
            <a:spLocks noGrp="1"/>
          </p:cNvSpPr>
          <p:nvPr>
            <p:ph idx="1"/>
          </p:nvPr>
        </p:nvSpPr>
        <p:spPr>
          <a:xfrm>
            <a:off x="205483" y="1448656"/>
            <a:ext cx="11148317" cy="4728307"/>
          </a:xfrm>
        </p:spPr>
        <p:txBody>
          <a:bodyPr>
            <a:normAutofit/>
          </a:bodyPr>
          <a:lstStyle/>
          <a:p>
            <a:r>
              <a:rPr lang="en-IN" sz="2400" dirty="0">
                <a:latin typeface="+mj-lt"/>
              </a:rPr>
              <a:t>Evolution of Containers and Dockers</a:t>
            </a:r>
          </a:p>
          <a:p>
            <a:endParaRPr lang="en-IN" sz="2400" dirty="0">
              <a:latin typeface="+mj-lt"/>
            </a:endParaRPr>
          </a:p>
          <a:p>
            <a:r>
              <a:rPr lang="en-IN" sz="2400" dirty="0">
                <a:latin typeface="+mj-lt"/>
              </a:rPr>
              <a:t>Overview of Docker</a:t>
            </a:r>
          </a:p>
          <a:p>
            <a:endParaRPr lang="en-IN" sz="2400" dirty="0">
              <a:latin typeface="+mj-lt"/>
            </a:endParaRPr>
          </a:p>
          <a:p>
            <a:r>
              <a:rPr lang="en-IN" sz="2400" dirty="0">
                <a:latin typeface="+mj-lt"/>
              </a:rPr>
              <a:t>Installing Docker</a:t>
            </a:r>
          </a:p>
          <a:p>
            <a:endParaRPr lang="en-IN" sz="2400" dirty="0">
              <a:latin typeface="+mj-lt"/>
            </a:endParaRPr>
          </a:p>
          <a:p>
            <a:r>
              <a:rPr lang="en-IN" sz="2400" dirty="0">
                <a:latin typeface="+mj-lt"/>
              </a:rPr>
              <a:t>Docker Registries and Images</a:t>
            </a:r>
          </a:p>
          <a:p>
            <a:endParaRPr lang="en-IN" sz="2400" dirty="0">
              <a:latin typeface="+mj-lt"/>
            </a:endParaRPr>
          </a:p>
        </p:txBody>
      </p:sp>
      <p:sp>
        <p:nvSpPr>
          <p:cNvPr id="7" name="Footer Placeholder 6">
            <a:extLst>
              <a:ext uri="{FF2B5EF4-FFF2-40B4-BE49-F238E27FC236}">
                <a16:creationId xmlns:a16="http://schemas.microsoft.com/office/drawing/2014/main" id="{B8C99567-9667-0B15-A851-DB0B02D64CD6}"/>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549482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7400" y="2758922"/>
            <a:ext cx="9033510" cy="627736"/>
          </a:xfrm>
          <a:prstGeom prst="rect">
            <a:avLst/>
          </a:prstGeom>
        </p:spPr>
        <p:txBody>
          <a:bodyPr vert="horz" wrap="square" lIns="0" tIns="12065" rIns="0" bIns="0" rtlCol="0">
            <a:spAutoFit/>
          </a:bodyPr>
          <a:lstStyle/>
          <a:p>
            <a:pPr marL="12700">
              <a:lnSpc>
                <a:spcPct val="100000"/>
              </a:lnSpc>
              <a:spcBef>
                <a:spcPts val="95"/>
              </a:spcBef>
            </a:pPr>
            <a:r>
              <a:rPr sz="4000" spc="-5" dirty="0">
                <a:solidFill>
                  <a:schemeClr val="tx1"/>
                </a:solidFill>
                <a:latin typeface="+mj-lt"/>
              </a:rPr>
              <a:t>Evolution of </a:t>
            </a:r>
            <a:r>
              <a:rPr lang="en-IN" sz="4000" spc="-5" dirty="0">
                <a:solidFill>
                  <a:schemeClr val="tx1"/>
                </a:solidFill>
                <a:latin typeface="+mj-lt"/>
              </a:rPr>
              <a:t>Containers</a:t>
            </a:r>
            <a:r>
              <a:rPr sz="4000" spc="15" dirty="0">
                <a:solidFill>
                  <a:schemeClr val="tx1"/>
                </a:solidFill>
                <a:latin typeface="+mj-lt"/>
              </a:rPr>
              <a:t> </a:t>
            </a:r>
            <a:r>
              <a:rPr sz="4000" spc="-5" dirty="0">
                <a:solidFill>
                  <a:schemeClr val="tx1"/>
                </a:solidFill>
                <a:latin typeface="+mj-lt"/>
              </a:rPr>
              <a:t>&amp;</a:t>
            </a:r>
            <a:r>
              <a:rPr lang="en-IN" sz="4000" spc="-5" dirty="0">
                <a:solidFill>
                  <a:schemeClr val="tx1"/>
                </a:solidFill>
                <a:latin typeface="+mj-lt"/>
              </a:rPr>
              <a:t> Dockers</a:t>
            </a:r>
            <a:endParaRPr sz="4000" dirty="0">
              <a:solidFill>
                <a:schemeClr val="tx1"/>
              </a:solidFill>
              <a:latin typeface="+mj-lt"/>
            </a:endParaRPr>
          </a:p>
        </p:txBody>
      </p:sp>
      <p:sp>
        <p:nvSpPr>
          <p:cNvPr id="3" name="object 3"/>
          <p:cNvSpPr/>
          <p:nvPr/>
        </p:nvSpPr>
        <p:spPr>
          <a:xfrm>
            <a:off x="10802746" y="1537842"/>
            <a:ext cx="107950" cy="1974723"/>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02746" y="3645661"/>
            <a:ext cx="105791" cy="1425702"/>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txBox="1"/>
          <p:nvPr/>
        </p:nvSpPr>
        <p:spPr>
          <a:xfrm>
            <a:off x="10661650" y="570992"/>
            <a:ext cx="22225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5" normalizeH="0" baseline="0" noProof="0" dirty="0">
                <a:ln>
                  <a:noFill/>
                </a:ln>
                <a:solidFill>
                  <a:srgbClr val="FFFFFF"/>
                </a:solidFill>
                <a:effectLst/>
                <a:uLnTx/>
                <a:uFillTx/>
                <a:latin typeface="Century Gothic"/>
                <a:ea typeface="+mn-ea"/>
                <a:cs typeface="Century Gothic"/>
              </a:rPr>
              <a:t>1</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8" name="Footer Placeholder 7">
            <a:extLst>
              <a:ext uri="{FF2B5EF4-FFF2-40B4-BE49-F238E27FC236}">
                <a16:creationId xmlns:a16="http://schemas.microsoft.com/office/drawing/2014/main" id="{25391086-AB7D-C19C-6D90-AAAEA144A3F9}"/>
              </a:ext>
            </a:extLst>
          </p:cNvPr>
          <p:cNvSpPr>
            <a:spLocks noGrp="1"/>
          </p:cNvSpPr>
          <p:nvPr>
            <p:ph type="ftr" sz="quarter" idx="5"/>
          </p:nvPr>
        </p:nvSpPr>
        <p:spPr/>
        <p:txBody>
          <a:bodyPr/>
          <a:lstStyle/>
          <a:p>
            <a:r>
              <a:rPr lang="en-US"/>
              <a:t>Chaitanya Training &amp; Consultancy -  www.chaitanyagaajula.com</a:t>
            </a: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8005" y="287581"/>
            <a:ext cx="8233109" cy="566822"/>
          </a:xfrm>
          <a:prstGeom prst="rect">
            <a:avLst/>
          </a:prstGeom>
        </p:spPr>
        <p:txBody>
          <a:bodyPr vert="horz" wrap="square" lIns="0" tIns="12700" rIns="0" bIns="0" rtlCol="0">
            <a:spAutoFit/>
          </a:bodyPr>
          <a:lstStyle/>
          <a:p>
            <a:pPr marL="12700">
              <a:lnSpc>
                <a:spcPct val="100000"/>
              </a:lnSpc>
              <a:spcBef>
                <a:spcPts val="100"/>
              </a:spcBef>
            </a:pPr>
            <a:r>
              <a:rPr lang="en-IN" sz="3600" dirty="0">
                <a:solidFill>
                  <a:schemeClr val="tx1"/>
                </a:solidFill>
                <a:latin typeface="+mj-lt"/>
              </a:rPr>
              <a:t>Monolithic Application Challenges</a:t>
            </a:r>
            <a:endParaRPr sz="3600" dirty="0">
              <a:solidFill>
                <a:schemeClr val="tx1"/>
              </a:solidFill>
              <a:latin typeface="+mj-lt"/>
            </a:endParaRPr>
          </a:p>
        </p:txBody>
      </p:sp>
      <p:sp>
        <p:nvSpPr>
          <p:cNvPr id="3" name="object 3"/>
          <p:cNvSpPr/>
          <p:nvPr/>
        </p:nvSpPr>
        <p:spPr>
          <a:xfrm>
            <a:off x="705408" y="1537842"/>
            <a:ext cx="10355580" cy="4677156"/>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p:nvPr/>
        </p:nvSpPr>
        <p:spPr>
          <a:xfrm>
            <a:off x="10802746" y="1537842"/>
            <a:ext cx="107950" cy="1974723"/>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10802746" y="3645661"/>
            <a:ext cx="105791" cy="1425702"/>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txBox="1"/>
          <p:nvPr/>
        </p:nvSpPr>
        <p:spPr>
          <a:xfrm>
            <a:off x="10661650" y="570992"/>
            <a:ext cx="22225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5" normalizeH="0" baseline="0" noProof="0" dirty="0">
                <a:ln>
                  <a:noFill/>
                </a:ln>
                <a:solidFill>
                  <a:srgbClr val="FFFFFF"/>
                </a:solidFill>
                <a:effectLst/>
                <a:uLnTx/>
                <a:uFillTx/>
                <a:latin typeface="Century Gothic"/>
                <a:ea typeface="+mn-ea"/>
                <a:cs typeface="Century Gothic"/>
              </a:rPr>
              <a:t>2</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9" name="Footer Placeholder 8">
            <a:extLst>
              <a:ext uri="{FF2B5EF4-FFF2-40B4-BE49-F238E27FC236}">
                <a16:creationId xmlns:a16="http://schemas.microsoft.com/office/drawing/2014/main" id="{6971D821-7281-98CB-160A-52438F8ADA18}"/>
              </a:ext>
            </a:extLst>
          </p:cNvPr>
          <p:cNvSpPr>
            <a:spLocks noGrp="1"/>
          </p:cNvSpPr>
          <p:nvPr>
            <p:ph type="ftr" sz="quarter" idx="5"/>
          </p:nvPr>
        </p:nvSpPr>
        <p:spPr/>
        <p:txBody>
          <a:bodyPr/>
          <a:lstStyle/>
          <a:p>
            <a:r>
              <a:rPr lang="en-US"/>
              <a:t>Chaitanya Training &amp; Consultancy -  www.chaitanyagaajula.com</a:t>
            </a: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7183" y="293912"/>
            <a:ext cx="9157783" cy="566822"/>
          </a:xfrm>
          <a:prstGeom prst="rect">
            <a:avLst/>
          </a:prstGeom>
        </p:spPr>
        <p:txBody>
          <a:bodyPr vert="horz" wrap="square" lIns="0" tIns="12700" rIns="0" bIns="0" rtlCol="0">
            <a:spAutoFit/>
          </a:bodyPr>
          <a:lstStyle/>
          <a:p>
            <a:pPr marL="12700">
              <a:lnSpc>
                <a:spcPct val="100000"/>
              </a:lnSpc>
              <a:spcBef>
                <a:spcPts val="100"/>
              </a:spcBef>
            </a:pPr>
            <a:r>
              <a:rPr lang="en-IN" sz="3600" dirty="0">
                <a:solidFill>
                  <a:schemeClr val="tx1"/>
                </a:solidFill>
                <a:latin typeface="+mj-lt"/>
              </a:rPr>
              <a:t>Monolithic Application Challenges</a:t>
            </a:r>
            <a:endParaRPr sz="3600" dirty="0">
              <a:solidFill>
                <a:schemeClr val="tx1"/>
              </a:solidFill>
            </a:endParaRPr>
          </a:p>
        </p:txBody>
      </p:sp>
      <p:sp>
        <p:nvSpPr>
          <p:cNvPr id="3" name="object 3"/>
          <p:cNvSpPr/>
          <p:nvPr/>
        </p:nvSpPr>
        <p:spPr>
          <a:xfrm>
            <a:off x="705408" y="1818257"/>
            <a:ext cx="10251948" cy="4418076"/>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p:nvPr/>
        </p:nvSpPr>
        <p:spPr>
          <a:xfrm>
            <a:off x="10802746" y="1537842"/>
            <a:ext cx="107950" cy="1974723"/>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10802746" y="3645661"/>
            <a:ext cx="105791" cy="1425702"/>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txBox="1"/>
          <p:nvPr/>
        </p:nvSpPr>
        <p:spPr>
          <a:xfrm>
            <a:off x="10661650" y="570992"/>
            <a:ext cx="22225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5" normalizeH="0" baseline="0" noProof="0" dirty="0">
                <a:ln>
                  <a:noFill/>
                </a:ln>
                <a:solidFill>
                  <a:srgbClr val="FFFFFF"/>
                </a:solidFill>
                <a:effectLst/>
                <a:uLnTx/>
                <a:uFillTx/>
                <a:latin typeface="Century Gothic"/>
                <a:ea typeface="+mn-ea"/>
                <a:cs typeface="Century Gothic"/>
              </a:rPr>
              <a:t>3</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9" name="Footer Placeholder 8">
            <a:extLst>
              <a:ext uri="{FF2B5EF4-FFF2-40B4-BE49-F238E27FC236}">
                <a16:creationId xmlns:a16="http://schemas.microsoft.com/office/drawing/2014/main" id="{80E63E26-8E22-816D-E944-FC6FCFD97301}"/>
              </a:ext>
            </a:extLst>
          </p:cNvPr>
          <p:cNvSpPr>
            <a:spLocks noGrp="1"/>
          </p:cNvSpPr>
          <p:nvPr>
            <p:ph type="ftr" sz="quarter" idx="5"/>
          </p:nvPr>
        </p:nvSpPr>
        <p:spPr/>
        <p:txBody>
          <a:bodyPr/>
          <a:lstStyle/>
          <a:p>
            <a:r>
              <a:rPr lang="en-US"/>
              <a:t>Chaitanya Training &amp; Consultancy -  www.chaitanyagaajula.com</a:t>
            </a: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0505" y="362225"/>
            <a:ext cx="5899785" cy="566822"/>
          </a:xfrm>
          <a:prstGeom prst="rect">
            <a:avLst/>
          </a:prstGeom>
        </p:spPr>
        <p:txBody>
          <a:bodyPr vert="horz" wrap="square" lIns="0" tIns="12700" rIns="0" bIns="0" rtlCol="0">
            <a:spAutoFit/>
          </a:bodyPr>
          <a:lstStyle/>
          <a:p>
            <a:pPr marL="12700">
              <a:lnSpc>
                <a:spcPct val="100000"/>
              </a:lnSpc>
              <a:spcBef>
                <a:spcPts val="100"/>
              </a:spcBef>
            </a:pPr>
            <a:r>
              <a:rPr sz="3600" dirty="0">
                <a:solidFill>
                  <a:schemeClr val="tx1"/>
                </a:solidFill>
                <a:latin typeface="+mj-lt"/>
              </a:rPr>
              <a:t>The challenge</a:t>
            </a:r>
            <a:r>
              <a:rPr sz="3600" spc="-95" dirty="0">
                <a:solidFill>
                  <a:schemeClr val="tx1"/>
                </a:solidFill>
                <a:latin typeface="+mj-lt"/>
              </a:rPr>
              <a:t> </a:t>
            </a:r>
            <a:r>
              <a:rPr sz="3600" dirty="0">
                <a:solidFill>
                  <a:schemeClr val="tx1"/>
                </a:solidFill>
                <a:latin typeface="+mj-lt"/>
              </a:rPr>
              <a:t>continued</a:t>
            </a:r>
          </a:p>
        </p:txBody>
      </p:sp>
      <p:sp>
        <p:nvSpPr>
          <p:cNvPr id="3" name="object 3"/>
          <p:cNvSpPr/>
          <p:nvPr/>
        </p:nvSpPr>
        <p:spPr>
          <a:xfrm>
            <a:off x="834617" y="1654666"/>
            <a:ext cx="9320783" cy="4503420"/>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p:nvPr/>
        </p:nvSpPr>
        <p:spPr>
          <a:xfrm>
            <a:off x="10802746" y="1537842"/>
            <a:ext cx="107950" cy="1974723"/>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10802746" y="3645661"/>
            <a:ext cx="105791" cy="1425702"/>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txBox="1"/>
          <p:nvPr/>
        </p:nvSpPr>
        <p:spPr>
          <a:xfrm>
            <a:off x="10661650" y="570992"/>
            <a:ext cx="22225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5" normalizeH="0" baseline="0" noProof="0" dirty="0">
                <a:ln>
                  <a:noFill/>
                </a:ln>
                <a:solidFill>
                  <a:srgbClr val="FFFFFF"/>
                </a:solidFill>
                <a:effectLst/>
                <a:uLnTx/>
                <a:uFillTx/>
                <a:latin typeface="Century Gothic"/>
                <a:ea typeface="+mn-ea"/>
                <a:cs typeface="Century Gothic"/>
              </a:rPr>
              <a:t>4</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9" name="Footer Placeholder 8">
            <a:extLst>
              <a:ext uri="{FF2B5EF4-FFF2-40B4-BE49-F238E27FC236}">
                <a16:creationId xmlns:a16="http://schemas.microsoft.com/office/drawing/2014/main" id="{32726710-038C-7659-C718-2CB417BE5403}"/>
              </a:ext>
            </a:extLst>
          </p:cNvPr>
          <p:cNvSpPr>
            <a:spLocks noGrp="1"/>
          </p:cNvSpPr>
          <p:nvPr>
            <p:ph type="ftr" sz="quarter" idx="5"/>
          </p:nvPr>
        </p:nvSpPr>
        <p:spPr/>
        <p:txBody>
          <a:bodyPr/>
          <a:lstStyle/>
          <a:p>
            <a:r>
              <a:rPr lang="en-US"/>
              <a:t>Chaitanya Training &amp; Consultancy -  www.chaitanyagaajula.com</a:t>
            </a: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10802746" y="1537842"/>
            <a:ext cx="107950" cy="1974723"/>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10802746" y="3645661"/>
            <a:ext cx="105791" cy="1425702"/>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txBox="1"/>
          <p:nvPr/>
        </p:nvSpPr>
        <p:spPr>
          <a:xfrm>
            <a:off x="10661650" y="570992"/>
            <a:ext cx="22225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5" normalizeH="0" baseline="0" noProof="0" dirty="0">
                <a:ln>
                  <a:noFill/>
                </a:ln>
                <a:solidFill>
                  <a:srgbClr val="FFFFFF"/>
                </a:solidFill>
                <a:effectLst/>
                <a:uLnTx/>
                <a:uFillTx/>
                <a:latin typeface="Century Gothic"/>
                <a:ea typeface="+mn-ea"/>
                <a:cs typeface="Century Gothic"/>
              </a:rPr>
              <a:t>4</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pic>
        <p:nvPicPr>
          <p:cNvPr id="13" name="Picture 12">
            <a:extLst>
              <a:ext uri="{FF2B5EF4-FFF2-40B4-BE49-F238E27FC236}">
                <a16:creationId xmlns:a16="http://schemas.microsoft.com/office/drawing/2014/main" id="{43F6125C-88FB-4EDA-A230-E6A3969C7A46}"/>
              </a:ext>
            </a:extLst>
          </p:cNvPr>
          <p:cNvPicPr>
            <a:picLocks noChangeAspect="1"/>
          </p:cNvPicPr>
          <p:nvPr/>
        </p:nvPicPr>
        <p:blipFill>
          <a:blip r:embed="rId4"/>
          <a:stretch>
            <a:fillRect/>
          </a:stretch>
        </p:blipFill>
        <p:spPr>
          <a:xfrm>
            <a:off x="609600" y="535432"/>
            <a:ext cx="10752539" cy="5564419"/>
          </a:xfrm>
          <a:prstGeom prst="rect">
            <a:avLst/>
          </a:prstGeom>
        </p:spPr>
      </p:pic>
      <p:sp>
        <p:nvSpPr>
          <p:cNvPr id="3" name="Footer Placeholder 2">
            <a:extLst>
              <a:ext uri="{FF2B5EF4-FFF2-40B4-BE49-F238E27FC236}">
                <a16:creationId xmlns:a16="http://schemas.microsoft.com/office/drawing/2014/main" id="{CD78C2D6-FA13-AAF5-171B-864D164F9574}"/>
              </a:ext>
            </a:extLst>
          </p:cNvPr>
          <p:cNvSpPr>
            <a:spLocks noGrp="1"/>
          </p:cNvSpPr>
          <p:nvPr>
            <p:ph type="ftr" sz="quarter" idx="5"/>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3486028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2926" y="174752"/>
            <a:ext cx="8500110" cy="1486304"/>
          </a:xfrm>
          <a:prstGeom prst="rect">
            <a:avLst/>
          </a:prstGeom>
        </p:spPr>
        <p:txBody>
          <a:bodyPr vert="horz" wrap="square" lIns="0" tIns="285750" rIns="0" bIns="0" rtlCol="0">
            <a:spAutoFit/>
          </a:bodyPr>
          <a:lstStyle/>
          <a:p>
            <a:pPr marL="12700">
              <a:lnSpc>
                <a:spcPct val="100000"/>
              </a:lnSpc>
              <a:spcBef>
                <a:spcPts val="2250"/>
              </a:spcBef>
            </a:pPr>
            <a:r>
              <a:rPr sz="3600" dirty="0">
                <a:solidFill>
                  <a:schemeClr val="tx1"/>
                </a:solidFill>
                <a:latin typeface="+mj-lt"/>
              </a:rPr>
              <a:t>Looking for </a:t>
            </a:r>
            <a:r>
              <a:rPr sz="3600" spc="-5" dirty="0">
                <a:solidFill>
                  <a:schemeClr val="tx1"/>
                </a:solidFill>
                <a:latin typeface="+mj-lt"/>
              </a:rPr>
              <a:t>all </a:t>
            </a:r>
            <a:r>
              <a:rPr sz="3600" dirty="0">
                <a:solidFill>
                  <a:schemeClr val="tx1"/>
                </a:solidFill>
                <a:latin typeface="+mj-lt"/>
              </a:rPr>
              <a:t>kinds of</a:t>
            </a:r>
            <a:r>
              <a:rPr sz="3600" spc="-114" dirty="0">
                <a:solidFill>
                  <a:schemeClr val="tx1"/>
                </a:solidFill>
                <a:latin typeface="+mj-lt"/>
              </a:rPr>
              <a:t> </a:t>
            </a:r>
            <a:r>
              <a:rPr sz="3600" spc="-5" dirty="0">
                <a:solidFill>
                  <a:schemeClr val="tx1"/>
                </a:solidFill>
                <a:latin typeface="+mj-lt"/>
              </a:rPr>
              <a:t>solutions…</a:t>
            </a:r>
            <a:endParaRPr sz="3600" dirty="0">
              <a:solidFill>
                <a:schemeClr val="tx1"/>
              </a:solidFill>
              <a:latin typeface="+mj-lt"/>
            </a:endParaRPr>
          </a:p>
          <a:p>
            <a:pPr marL="1652270">
              <a:lnSpc>
                <a:spcPct val="100000"/>
              </a:lnSpc>
              <a:spcBef>
                <a:spcPts val="725"/>
              </a:spcBef>
              <a:tabLst>
                <a:tab pos="1995170" algn="l"/>
              </a:tabLst>
            </a:pPr>
            <a:endParaRPr sz="3600" dirty="0">
              <a:solidFill>
                <a:schemeClr val="tx1"/>
              </a:solidFill>
              <a:latin typeface="+mj-lt"/>
              <a:cs typeface="Times New Roman"/>
            </a:endParaRPr>
          </a:p>
        </p:txBody>
      </p:sp>
      <p:sp>
        <p:nvSpPr>
          <p:cNvPr id="3" name="object 3"/>
          <p:cNvSpPr/>
          <p:nvPr/>
        </p:nvSpPr>
        <p:spPr>
          <a:xfrm>
            <a:off x="742122" y="2057399"/>
            <a:ext cx="8933688" cy="4255696"/>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p:nvPr/>
        </p:nvSpPr>
        <p:spPr>
          <a:xfrm>
            <a:off x="10802746" y="1537842"/>
            <a:ext cx="107950" cy="1974723"/>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10802746" y="3645661"/>
            <a:ext cx="105791" cy="1425702"/>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txBox="1"/>
          <p:nvPr/>
        </p:nvSpPr>
        <p:spPr>
          <a:xfrm>
            <a:off x="10661650" y="570992"/>
            <a:ext cx="22225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5" normalizeH="0" baseline="0" noProof="0" dirty="0">
                <a:ln>
                  <a:noFill/>
                </a:ln>
                <a:solidFill>
                  <a:srgbClr val="FFFFFF"/>
                </a:solidFill>
                <a:effectLst/>
                <a:uLnTx/>
                <a:uFillTx/>
                <a:latin typeface="Century Gothic"/>
                <a:ea typeface="+mn-ea"/>
                <a:cs typeface="Century Gothic"/>
              </a:rPr>
              <a:t>5</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9" name="Footer Placeholder 8">
            <a:extLst>
              <a:ext uri="{FF2B5EF4-FFF2-40B4-BE49-F238E27FC236}">
                <a16:creationId xmlns:a16="http://schemas.microsoft.com/office/drawing/2014/main" id="{1F88B2A1-4D42-712E-E612-9EB527C69381}"/>
              </a:ext>
            </a:extLst>
          </p:cNvPr>
          <p:cNvSpPr>
            <a:spLocks noGrp="1"/>
          </p:cNvSpPr>
          <p:nvPr>
            <p:ph type="ftr" sz="quarter" idx="5"/>
          </p:nvPr>
        </p:nvSpPr>
        <p:spPr/>
        <p:txBody>
          <a:bodyPr/>
          <a:lstStyle/>
          <a:p>
            <a:r>
              <a:rPr lang="en-US"/>
              <a:t>Chaitanya Training &amp; Consultancy -  www.chaitanyagaajula.com</a:t>
            </a: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56426" y="417957"/>
            <a:ext cx="10625973" cy="566822"/>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IN" sz="3600" b="0" i="0" u="none" strike="noStrike" kern="1200" cap="none" spc="-5" normalizeH="0" baseline="0" noProof="0" dirty="0">
                <a:ln>
                  <a:noFill/>
                </a:ln>
                <a:solidFill>
                  <a:prstClr val="black"/>
                </a:solidFill>
                <a:effectLst/>
                <a:uLnTx/>
                <a:uFillTx/>
                <a:latin typeface="+mj-lt"/>
                <a:ea typeface="+mn-ea"/>
                <a:cs typeface="Century Gothic"/>
              </a:rPr>
              <a:t>Challenges with Cargo Transport Company</a:t>
            </a:r>
            <a:endParaRPr kumimoji="0" sz="3600" b="0" i="0" u="none" strike="noStrike" kern="1200" cap="none" spc="0" normalizeH="0" baseline="0" noProof="0" dirty="0">
              <a:ln>
                <a:noFill/>
              </a:ln>
              <a:solidFill>
                <a:prstClr val="black"/>
              </a:solidFill>
              <a:effectLst/>
              <a:uLnTx/>
              <a:uFillTx/>
              <a:latin typeface="+mj-lt"/>
              <a:ea typeface="+mn-ea"/>
              <a:cs typeface="Century Gothic"/>
            </a:endParaRPr>
          </a:p>
        </p:txBody>
      </p:sp>
      <p:sp>
        <p:nvSpPr>
          <p:cNvPr id="4" name="object 4"/>
          <p:cNvSpPr/>
          <p:nvPr/>
        </p:nvSpPr>
        <p:spPr>
          <a:xfrm>
            <a:off x="956427" y="2663062"/>
            <a:ext cx="9179052" cy="3390900"/>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02746" y="1537842"/>
            <a:ext cx="107950" cy="1974723"/>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p:nvPr/>
        </p:nvSpPr>
        <p:spPr>
          <a:xfrm>
            <a:off x="10802746" y="3645661"/>
            <a:ext cx="105791" cy="1425702"/>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object 8"/>
          <p:cNvSpPr txBox="1"/>
          <p:nvPr/>
        </p:nvSpPr>
        <p:spPr>
          <a:xfrm>
            <a:off x="10661650" y="570992"/>
            <a:ext cx="22225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5" normalizeH="0" baseline="0" noProof="0" dirty="0">
                <a:ln>
                  <a:noFill/>
                </a:ln>
                <a:solidFill>
                  <a:srgbClr val="FFFFFF"/>
                </a:solidFill>
                <a:effectLst/>
                <a:uLnTx/>
                <a:uFillTx/>
                <a:latin typeface="Century Gothic"/>
                <a:ea typeface="+mn-ea"/>
                <a:cs typeface="Century Gothic"/>
              </a:rPr>
              <a:t>6</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3" name="Footer Placeholder 2">
            <a:extLst>
              <a:ext uri="{FF2B5EF4-FFF2-40B4-BE49-F238E27FC236}">
                <a16:creationId xmlns:a16="http://schemas.microsoft.com/office/drawing/2014/main" id="{C4067987-6369-11AD-D3DB-A3B6C35D1E40}"/>
              </a:ext>
            </a:extLst>
          </p:cNvPr>
          <p:cNvSpPr>
            <a:spLocks noGrp="1"/>
          </p:cNvSpPr>
          <p:nvPr>
            <p:ph type="ftr" sz="quarter" idx="5"/>
          </p:nvPr>
        </p:nvSpPr>
        <p:spPr/>
        <p:txBody>
          <a:bodyPr/>
          <a:lstStyle/>
          <a:p>
            <a:r>
              <a:rPr lang="en-US"/>
              <a:t>Chaitanya Training &amp; Consultancy -  www.chaitanyagaajula.com</a:t>
            </a: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8095" y="413533"/>
            <a:ext cx="5730875" cy="566822"/>
          </a:xfrm>
          <a:prstGeom prst="rect">
            <a:avLst/>
          </a:prstGeom>
        </p:spPr>
        <p:txBody>
          <a:bodyPr vert="horz" wrap="square" lIns="0" tIns="12700" rIns="0" bIns="0" rtlCol="0">
            <a:spAutoFit/>
          </a:bodyPr>
          <a:lstStyle/>
          <a:p>
            <a:pPr marL="12700">
              <a:lnSpc>
                <a:spcPct val="100000"/>
              </a:lnSpc>
              <a:spcBef>
                <a:spcPts val="100"/>
              </a:spcBef>
            </a:pPr>
            <a:r>
              <a:rPr sz="3600" dirty="0">
                <a:solidFill>
                  <a:schemeClr val="tx1"/>
                </a:solidFill>
                <a:latin typeface="+mj-lt"/>
              </a:rPr>
              <a:t>What </a:t>
            </a:r>
            <a:r>
              <a:rPr sz="3600" spc="-5" dirty="0">
                <a:solidFill>
                  <a:schemeClr val="tx1"/>
                </a:solidFill>
                <a:latin typeface="+mj-lt"/>
              </a:rPr>
              <a:t>are </a:t>
            </a:r>
            <a:r>
              <a:rPr sz="3600" dirty="0">
                <a:solidFill>
                  <a:schemeClr val="tx1"/>
                </a:solidFill>
                <a:latin typeface="+mj-lt"/>
              </a:rPr>
              <a:t>the</a:t>
            </a:r>
            <a:r>
              <a:rPr sz="3600" spc="-105" dirty="0">
                <a:solidFill>
                  <a:schemeClr val="tx1"/>
                </a:solidFill>
                <a:latin typeface="+mj-lt"/>
              </a:rPr>
              <a:t> </a:t>
            </a:r>
            <a:r>
              <a:rPr sz="3600" spc="-5" dirty="0">
                <a:solidFill>
                  <a:schemeClr val="tx1"/>
                </a:solidFill>
                <a:latin typeface="+mj-lt"/>
              </a:rPr>
              <a:t>possibilities</a:t>
            </a:r>
            <a:endParaRPr sz="3600" dirty="0">
              <a:solidFill>
                <a:schemeClr val="tx1"/>
              </a:solidFill>
              <a:latin typeface="+mj-lt"/>
            </a:endParaRPr>
          </a:p>
        </p:txBody>
      </p:sp>
      <p:sp>
        <p:nvSpPr>
          <p:cNvPr id="3" name="object 3"/>
          <p:cNvSpPr/>
          <p:nvPr/>
        </p:nvSpPr>
        <p:spPr>
          <a:xfrm>
            <a:off x="914400" y="1537842"/>
            <a:ext cx="8662416" cy="4800600"/>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p:nvPr/>
        </p:nvSpPr>
        <p:spPr>
          <a:xfrm>
            <a:off x="10802746" y="1537842"/>
            <a:ext cx="107950" cy="1974723"/>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10802746" y="3645661"/>
            <a:ext cx="105791" cy="1425702"/>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txBox="1"/>
          <p:nvPr/>
        </p:nvSpPr>
        <p:spPr>
          <a:xfrm>
            <a:off x="10661650" y="570992"/>
            <a:ext cx="22225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5" normalizeH="0" baseline="0" noProof="0" dirty="0">
                <a:ln>
                  <a:noFill/>
                </a:ln>
                <a:solidFill>
                  <a:srgbClr val="FFFFFF"/>
                </a:solidFill>
                <a:effectLst/>
                <a:uLnTx/>
                <a:uFillTx/>
                <a:latin typeface="Century Gothic"/>
                <a:ea typeface="+mn-ea"/>
                <a:cs typeface="Century Gothic"/>
              </a:rPr>
              <a:t>7</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9" name="Footer Placeholder 8">
            <a:extLst>
              <a:ext uri="{FF2B5EF4-FFF2-40B4-BE49-F238E27FC236}">
                <a16:creationId xmlns:a16="http://schemas.microsoft.com/office/drawing/2014/main" id="{D70EE5A2-E813-B092-698A-F532939867C0}"/>
              </a:ext>
            </a:extLst>
          </p:cNvPr>
          <p:cNvSpPr>
            <a:spLocks noGrp="1"/>
          </p:cNvSpPr>
          <p:nvPr>
            <p:ph type="ftr" sz="quarter" idx="5"/>
          </p:nvPr>
        </p:nvSpPr>
        <p:spPr/>
        <p:txBody>
          <a:bodyPr/>
          <a:lstStyle/>
          <a:p>
            <a:r>
              <a:rPr lang="en-US"/>
              <a:t>Chaitanya Training &amp; Consultancy -  www.chaitanyagaajula.com</a:t>
            </a: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7123" y="285620"/>
            <a:ext cx="7333615" cy="566822"/>
          </a:xfrm>
          <a:prstGeom prst="rect">
            <a:avLst/>
          </a:prstGeom>
        </p:spPr>
        <p:txBody>
          <a:bodyPr vert="horz" wrap="square" lIns="0" tIns="12700" rIns="0" bIns="0" rtlCol="0">
            <a:spAutoFit/>
          </a:bodyPr>
          <a:lstStyle/>
          <a:p>
            <a:pPr marL="12700">
              <a:lnSpc>
                <a:spcPct val="100000"/>
              </a:lnSpc>
              <a:spcBef>
                <a:spcPts val="100"/>
              </a:spcBef>
            </a:pPr>
            <a:r>
              <a:rPr sz="3600" spc="-5" dirty="0">
                <a:solidFill>
                  <a:schemeClr val="tx1"/>
                </a:solidFill>
                <a:latin typeface="+mj-lt"/>
              </a:rPr>
              <a:t>SOLUTION—</a:t>
            </a:r>
            <a:r>
              <a:rPr lang="en-IN" sz="3600" spc="-5" dirty="0">
                <a:solidFill>
                  <a:schemeClr val="tx1"/>
                </a:solidFill>
                <a:latin typeface="+mj-lt"/>
              </a:rPr>
              <a:t>S</a:t>
            </a:r>
            <a:r>
              <a:rPr sz="3600" spc="-5" dirty="0">
                <a:solidFill>
                  <a:schemeClr val="tx1"/>
                </a:solidFill>
                <a:latin typeface="+mj-lt"/>
              </a:rPr>
              <a:t>hipping</a:t>
            </a:r>
            <a:r>
              <a:rPr sz="3600" spc="-105" dirty="0">
                <a:solidFill>
                  <a:schemeClr val="tx1"/>
                </a:solidFill>
                <a:latin typeface="+mj-lt"/>
              </a:rPr>
              <a:t> </a:t>
            </a:r>
            <a:r>
              <a:rPr sz="3600" dirty="0">
                <a:solidFill>
                  <a:schemeClr val="tx1"/>
                </a:solidFill>
                <a:latin typeface="+mj-lt"/>
              </a:rPr>
              <a:t>containers</a:t>
            </a:r>
          </a:p>
        </p:txBody>
      </p:sp>
      <p:sp>
        <p:nvSpPr>
          <p:cNvPr id="3" name="object 3"/>
          <p:cNvSpPr/>
          <p:nvPr/>
        </p:nvSpPr>
        <p:spPr>
          <a:xfrm>
            <a:off x="727531" y="1934022"/>
            <a:ext cx="10331196" cy="4335780"/>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p:nvPr/>
        </p:nvSpPr>
        <p:spPr>
          <a:xfrm>
            <a:off x="10802746" y="1537842"/>
            <a:ext cx="107950" cy="1974723"/>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10802746" y="3645661"/>
            <a:ext cx="105791" cy="1425702"/>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txBox="1"/>
          <p:nvPr/>
        </p:nvSpPr>
        <p:spPr>
          <a:xfrm>
            <a:off x="10661650" y="570992"/>
            <a:ext cx="22225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5" normalizeH="0" baseline="0" noProof="0" dirty="0">
                <a:ln>
                  <a:noFill/>
                </a:ln>
                <a:solidFill>
                  <a:srgbClr val="FFFFFF"/>
                </a:solidFill>
                <a:effectLst/>
                <a:uLnTx/>
                <a:uFillTx/>
                <a:latin typeface="Century Gothic"/>
                <a:ea typeface="+mn-ea"/>
                <a:cs typeface="Century Gothic"/>
              </a:rPr>
              <a:t>8</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9" name="Footer Placeholder 8">
            <a:extLst>
              <a:ext uri="{FF2B5EF4-FFF2-40B4-BE49-F238E27FC236}">
                <a16:creationId xmlns:a16="http://schemas.microsoft.com/office/drawing/2014/main" id="{70A2C7A1-9C8C-111E-2441-D3F3571A1164}"/>
              </a:ext>
            </a:extLst>
          </p:cNvPr>
          <p:cNvSpPr>
            <a:spLocks noGrp="1"/>
          </p:cNvSpPr>
          <p:nvPr>
            <p:ph type="ftr" sz="quarter" idx="5"/>
          </p:nvPr>
        </p:nvSpPr>
        <p:spPr/>
        <p:txBody>
          <a:bodyPr/>
          <a:lstStyle/>
          <a:p>
            <a:r>
              <a:rPr lang="en-US"/>
              <a:t>Chaitanya Training &amp; Consultancy -  www.chaitanyagaajula.com</a:t>
            </a: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0395" y="200342"/>
            <a:ext cx="5475605" cy="566822"/>
          </a:xfrm>
          <a:prstGeom prst="rect">
            <a:avLst/>
          </a:prstGeom>
        </p:spPr>
        <p:txBody>
          <a:bodyPr vert="horz" wrap="square" lIns="0" tIns="12700" rIns="0" bIns="0" rtlCol="0">
            <a:spAutoFit/>
          </a:bodyPr>
          <a:lstStyle/>
          <a:p>
            <a:pPr marL="12700">
              <a:lnSpc>
                <a:spcPct val="100000"/>
              </a:lnSpc>
              <a:spcBef>
                <a:spcPts val="100"/>
              </a:spcBef>
            </a:pPr>
            <a:r>
              <a:rPr sz="3600" dirty="0">
                <a:solidFill>
                  <a:schemeClr val="tx1"/>
                </a:solidFill>
                <a:latin typeface="+mj-lt"/>
              </a:rPr>
              <a:t>This </a:t>
            </a:r>
            <a:r>
              <a:rPr sz="3600" spc="-5" dirty="0">
                <a:solidFill>
                  <a:schemeClr val="tx1"/>
                </a:solidFill>
                <a:latin typeface="+mj-lt"/>
              </a:rPr>
              <a:t>solved </a:t>
            </a:r>
            <a:r>
              <a:rPr sz="3600" dirty="0">
                <a:solidFill>
                  <a:schemeClr val="tx1"/>
                </a:solidFill>
                <a:latin typeface="+mj-lt"/>
              </a:rPr>
              <a:t>the</a:t>
            </a:r>
            <a:r>
              <a:rPr sz="3600" spc="-80" dirty="0">
                <a:solidFill>
                  <a:schemeClr val="tx1"/>
                </a:solidFill>
                <a:latin typeface="+mj-lt"/>
              </a:rPr>
              <a:t> </a:t>
            </a:r>
            <a:r>
              <a:rPr sz="3600" spc="-5" dirty="0">
                <a:solidFill>
                  <a:schemeClr val="tx1"/>
                </a:solidFill>
                <a:latin typeface="+mj-lt"/>
              </a:rPr>
              <a:t>problem</a:t>
            </a:r>
            <a:endParaRPr sz="3600" dirty="0">
              <a:solidFill>
                <a:schemeClr val="tx1"/>
              </a:solidFill>
              <a:latin typeface="+mj-lt"/>
            </a:endParaRPr>
          </a:p>
        </p:txBody>
      </p:sp>
      <p:sp>
        <p:nvSpPr>
          <p:cNvPr id="3" name="object 3"/>
          <p:cNvSpPr/>
          <p:nvPr/>
        </p:nvSpPr>
        <p:spPr>
          <a:xfrm>
            <a:off x="705408" y="1752600"/>
            <a:ext cx="8471916" cy="4602480"/>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object 4"/>
          <p:cNvSpPr/>
          <p:nvPr/>
        </p:nvSpPr>
        <p:spPr>
          <a:xfrm>
            <a:off x="10802746" y="1537842"/>
            <a:ext cx="107950" cy="1974723"/>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10802746" y="3645661"/>
            <a:ext cx="105791" cy="1425702"/>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txBox="1"/>
          <p:nvPr/>
        </p:nvSpPr>
        <p:spPr>
          <a:xfrm>
            <a:off x="10661650" y="570992"/>
            <a:ext cx="22225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5" normalizeH="0" baseline="0" noProof="0" dirty="0">
                <a:ln>
                  <a:noFill/>
                </a:ln>
                <a:solidFill>
                  <a:srgbClr val="FFFFFF"/>
                </a:solidFill>
                <a:effectLst/>
                <a:uLnTx/>
                <a:uFillTx/>
                <a:latin typeface="Century Gothic"/>
                <a:ea typeface="+mn-ea"/>
                <a:cs typeface="Century Gothic"/>
              </a:rPr>
              <a:t>9</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9" name="Footer Placeholder 8">
            <a:extLst>
              <a:ext uri="{FF2B5EF4-FFF2-40B4-BE49-F238E27FC236}">
                <a16:creationId xmlns:a16="http://schemas.microsoft.com/office/drawing/2014/main" id="{9770A83B-2EE5-65D7-74A3-A95C75162B67}"/>
              </a:ext>
            </a:extLst>
          </p:cNvPr>
          <p:cNvSpPr>
            <a:spLocks noGrp="1"/>
          </p:cNvSpPr>
          <p:nvPr>
            <p:ph type="ftr" sz="quarter" idx="5"/>
          </p:nvPr>
        </p:nvSpPr>
        <p:spPr/>
        <p:txBody>
          <a:bodyPr/>
          <a:lstStyle/>
          <a:p>
            <a:r>
              <a:rPr lang="en-US"/>
              <a:t>Chaitanya Training &amp; Consultancy -  www.chaitanyagaajula.com</a:t>
            </a: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4916" y="473709"/>
            <a:ext cx="10256774" cy="566822"/>
          </a:xfrm>
          <a:prstGeom prst="rect">
            <a:avLst/>
          </a:prstGeom>
        </p:spPr>
        <p:txBody>
          <a:bodyPr vert="horz" wrap="square" lIns="0" tIns="12700" rIns="0" bIns="0" rtlCol="0">
            <a:spAutoFit/>
          </a:bodyPr>
          <a:lstStyle/>
          <a:p>
            <a:pPr marL="12700" marR="5080">
              <a:lnSpc>
                <a:spcPct val="100000"/>
              </a:lnSpc>
              <a:spcBef>
                <a:spcPts val="100"/>
              </a:spcBef>
            </a:pPr>
            <a:r>
              <a:rPr sz="3600" dirty="0">
                <a:solidFill>
                  <a:schemeClr val="tx1"/>
                </a:solidFill>
                <a:latin typeface="+mj-lt"/>
              </a:rPr>
              <a:t>Today </a:t>
            </a:r>
            <a:r>
              <a:rPr sz="3600" spc="-5" dirty="0">
                <a:solidFill>
                  <a:schemeClr val="tx1"/>
                </a:solidFill>
                <a:latin typeface="+mj-lt"/>
              </a:rPr>
              <a:t>shipping is </a:t>
            </a:r>
            <a:r>
              <a:rPr sz="3600" spc="-10" dirty="0">
                <a:solidFill>
                  <a:schemeClr val="tx1"/>
                </a:solidFill>
                <a:latin typeface="+mj-lt"/>
              </a:rPr>
              <a:t>done</a:t>
            </a:r>
            <a:r>
              <a:rPr sz="3600" spc="-95" dirty="0">
                <a:solidFill>
                  <a:schemeClr val="tx1"/>
                </a:solidFill>
                <a:latin typeface="+mj-lt"/>
              </a:rPr>
              <a:t> </a:t>
            </a:r>
            <a:r>
              <a:rPr sz="3600" spc="-5" dirty="0">
                <a:solidFill>
                  <a:schemeClr val="tx1"/>
                </a:solidFill>
                <a:latin typeface="+mj-lt"/>
              </a:rPr>
              <a:t>with  containers</a:t>
            </a:r>
            <a:endParaRPr sz="3600" dirty="0">
              <a:solidFill>
                <a:schemeClr val="tx1"/>
              </a:solidFill>
              <a:latin typeface="+mj-lt"/>
            </a:endParaRPr>
          </a:p>
        </p:txBody>
      </p:sp>
      <p:sp>
        <p:nvSpPr>
          <p:cNvPr id="3" name="object 3"/>
          <p:cNvSpPr/>
          <p:nvPr/>
        </p:nvSpPr>
        <p:spPr>
          <a:xfrm>
            <a:off x="1108255" y="1905000"/>
            <a:ext cx="8839200" cy="4181856"/>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object 4"/>
          <p:cNvSpPr/>
          <p:nvPr/>
        </p:nvSpPr>
        <p:spPr>
          <a:xfrm>
            <a:off x="10802746" y="1537842"/>
            <a:ext cx="107950" cy="1974723"/>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10802746" y="3645661"/>
            <a:ext cx="105791" cy="1425702"/>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txBox="1"/>
          <p:nvPr/>
        </p:nvSpPr>
        <p:spPr>
          <a:xfrm>
            <a:off x="10562590" y="570992"/>
            <a:ext cx="41910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10" normalizeH="0" baseline="0" noProof="0" dirty="0">
                <a:ln>
                  <a:noFill/>
                </a:ln>
                <a:solidFill>
                  <a:srgbClr val="FFFFFF"/>
                </a:solidFill>
                <a:effectLst/>
                <a:uLnTx/>
                <a:uFillTx/>
                <a:latin typeface="Century Gothic"/>
                <a:ea typeface="+mn-ea"/>
                <a:cs typeface="Century Gothic"/>
              </a:rPr>
              <a:t>10</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9" name="Footer Placeholder 8">
            <a:extLst>
              <a:ext uri="{FF2B5EF4-FFF2-40B4-BE49-F238E27FC236}">
                <a16:creationId xmlns:a16="http://schemas.microsoft.com/office/drawing/2014/main" id="{55C30FA8-9BE1-3371-76EE-58F26ABF16AD}"/>
              </a:ext>
            </a:extLst>
          </p:cNvPr>
          <p:cNvSpPr>
            <a:spLocks noGrp="1"/>
          </p:cNvSpPr>
          <p:nvPr>
            <p:ph type="ftr" sz="quarter" idx="5"/>
          </p:nvPr>
        </p:nvSpPr>
        <p:spPr/>
        <p:txBody>
          <a:bodyPr/>
          <a:lstStyle/>
          <a:p>
            <a:r>
              <a:rPr lang="en-US"/>
              <a:t>Chaitanya Training &amp; Consultancy -  www.chaitanyagaajula.com</a:t>
            </a: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1122452" y="1893515"/>
            <a:ext cx="7917180" cy="4084526"/>
          </a:xfrm>
          <a:prstGeom prst="rect">
            <a:avLst/>
          </a:prstGeom>
          <a:blipFill>
            <a:blip r:embed="rId2" cstate="print"/>
            <a:stretch>
              <a:fillRect/>
            </a:stretch>
          </a:blipFill>
          <a:ln w="3175">
            <a:solidFill>
              <a:schemeClr val="tx1"/>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p:nvPr/>
        </p:nvSpPr>
        <p:spPr>
          <a:xfrm>
            <a:off x="10802746" y="1537842"/>
            <a:ext cx="107950" cy="1974723"/>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10802746" y="3645661"/>
            <a:ext cx="105791" cy="1425702"/>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txBox="1">
            <a:spLocks noGrp="1"/>
          </p:cNvSpPr>
          <p:nvPr>
            <p:ph type="title"/>
          </p:nvPr>
        </p:nvSpPr>
        <p:spPr>
          <a:xfrm>
            <a:off x="652017" y="523371"/>
            <a:ext cx="10256520" cy="443711"/>
          </a:xfrm>
          <a:prstGeom prst="rect">
            <a:avLst/>
          </a:prstGeom>
        </p:spPr>
        <p:txBody>
          <a:bodyPr vert="horz" wrap="square" lIns="0" tIns="12700" rIns="0" bIns="0" rtlCol="0">
            <a:spAutoFit/>
          </a:bodyPr>
          <a:lstStyle/>
          <a:p>
            <a:pPr marL="12700">
              <a:lnSpc>
                <a:spcPct val="100000"/>
              </a:lnSpc>
              <a:spcBef>
                <a:spcPts val="100"/>
              </a:spcBef>
            </a:pPr>
            <a:r>
              <a:rPr sz="2800" spc="-5" dirty="0">
                <a:solidFill>
                  <a:schemeClr val="tx1"/>
                </a:solidFill>
                <a:latin typeface="+mj-lt"/>
              </a:rPr>
              <a:t>How does </a:t>
            </a:r>
            <a:r>
              <a:rPr sz="2800" dirty="0">
                <a:solidFill>
                  <a:schemeClr val="tx1"/>
                </a:solidFill>
                <a:latin typeface="+mj-lt"/>
              </a:rPr>
              <a:t>this container </a:t>
            </a:r>
            <a:r>
              <a:rPr sz="2800" spc="-5" dirty="0">
                <a:solidFill>
                  <a:schemeClr val="tx1"/>
                </a:solidFill>
                <a:latin typeface="+mj-lt"/>
              </a:rPr>
              <a:t>idea </a:t>
            </a:r>
            <a:r>
              <a:rPr sz="2800" dirty="0">
                <a:solidFill>
                  <a:schemeClr val="tx1"/>
                </a:solidFill>
                <a:latin typeface="+mj-lt"/>
              </a:rPr>
              <a:t>translate to</a:t>
            </a:r>
            <a:r>
              <a:rPr sz="2800" spc="10" dirty="0">
                <a:solidFill>
                  <a:schemeClr val="tx1"/>
                </a:solidFill>
                <a:latin typeface="+mj-lt"/>
              </a:rPr>
              <a:t> </a:t>
            </a:r>
            <a:r>
              <a:rPr lang="en-IN" sz="2800" spc="-145" dirty="0">
                <a:solidFill>
                  <a:schemeClr val="tx1"/>
                </a:solidFill>
                <a:latin typeface="+mj-lt"/>
              </a:rPr>
              <a:t>Enterprise Application  Problems</a:t>
            </a:r>
            <a:endParaRPr sz="2800" dirty="0">
              <a:solidFill>
                <a:schemeClr val="tx1"/>
              </a:solidFill>
              <a:latin typeface="+mj-lt"/>
            </a:endParaRPr>
          </a:p>
        </p:txBody>
      </p:sp>
      <p:sp>
        <p:nvSpPr>
          <p:cNvPr id="8" name="Footer Placeholder 7">
            <a:extLst>
              <a:ext uri="{FF2B5EF4-FFF2-40B4-BE49-F238E27FC236}">
                <a16:creationId xmlns:a16="http://schemas.microsoft.com/office/drawing/2014/main" id="{F90DD848-D63A-D6D0-6A94-6384F678D270}"/>
              </a:ext>
            </a:extLst>
          </p:cNvPr>
          <p:cNvSpPr>
            <a:spLocks noGrp="1"/>
          </p:cNvSpPr>
          <p:nvPr>
            <p:ph type="ftr" sz="quarter" idx="5"/>
          </p:nvPr>
        </p:nvSpPr>
        <p:spPr/>
        <p:txBody>
          <a:bodyPr/>
          <a:lstStyle/>
          <a:p>
            <a:r>
              <a:rPr lang="en-US"/>
              <a:t>Chaitanya Training &amp; Consultancy -  www.chaitanyagaajula.com</a:t>
            </a:r>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35201" y="583282"/>
            <a:ext cx="8898255" cy="381515"/>
          </a:xfrm>
          <a:prstGeom prst="rect">
            <a:avLst/>
          </a:prstGeom>
        </p:spPr>
        <p:txBody>
          <a:bodyPr vert="horz" wrap="square" lIns="0" tIns="12065" rIns="0" bIns="0" rtlCol="0">
            <a:spAutoFit/>
          </a:bodyPr>
          <a:lstStyle/>
          <a:p>
            <a:pPr marL="12700" marR="5080">
              <a:lnSpc>
                <a:spcPct val="100000"/>
              </a:lnSpc>
              <a:spcBef>
                <a:spcPts val="95"/>
              </a:spcBef>
            </a:pPr>
            <a:r>
              <a:rPr lang="en-US" sz="2400" spc="-5" dirty="0">
                <a:solidFill>
                  <a:schemeClr val="tx1"/>
                </a:solidFill>
                <a:latin typeface="+mj-lt"/>
              </a:rPr>
              <a:t>How does </a:t>
            </a:r>
            <a:r>
              <a:rPr lang="en-US" sz="2400" dirty="0">
                <a:solidFill>
                  <a:schemeClr val="tx1"/>
                </a:solidFill>
                <a:latin typeface="+mj-lt"/>
              </a:rPr>
              <a:t>this container </a:t>
            </a:r>
            <a:r>
              <a:rPr lang="en-US" sz="2400" spc="-5" dirty="0">
                <a:solidFill>
                  <a:schemeClr val="tx1"/>
                </a:solidFill>
                <a:latin typeface="+mj-lt"/>
              </a:rPr>
              <a:t>idea </a:t>
            </a:r>
            <a:r>
              <a:rPr lang="en-US" sz="2400" dirty="0">
                <a:solidFill>
                  <a:schemeClr val="tx1"/>
                </a:solidFill>
                <a:latin typeface="+mj-lt"/>
              </a:rPr>
              <a:t>translate to</a:t>
            </a:r>
            <a:r>
              <a:rPr lang="en-US" sz="2400" spc="10" dirty="0">
                <a:solidFill>
                  <a:schemeClr val="tx1"/>
                </a:solidFill>
                <a:latin typeface="+mj-lt"/>
              </a:rPr>
              <a:t> </a:t>
            </a:r>
            <a:r>
              <a:rPr lang="en-US" sz="2400" spc="-145" dirty="0">
                <a:solidFill>
                  <a:schemeClr val="tx1"/>
                </a:solidFill>
                <a:latin typeface="+mj-lt"/>
              </a:rPr>
              <a:t>Enterprise Application  Problems</a:t>
            </a:r>
            <a:endParaRPr sz="2200" dirty="0">
              <a:solidFill>
                <a:schemeClr val="tx1"/>
              </a:solidFill>
            </a:endParaRPr>
          </a:p>
        </p:txBody>
      </p:sp>
      <p:sp>
        <p:nvSpPr>
          <p:cNvPr id="3" name="object 3"/>
          <p:cNvSpPr/>
          <p:nvPr/>
        </p:nvSpPr>
        <p:spPr>
          <a:xfrm>
            <a:off x="1052322" y="2007518"/>
            <a:ext cx="10087356" cy="4267200"/>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p:nvPr/>
        </p:nvSpPr>
        <p:spPr>
          <a:xfrm>
            <a:off x="10802746" y="1537842"/>
            <a:ext cx="107950" cy="1974723"/>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10802746" y="3645661"/>
            <a:ext cx="105791" cy="1425702"/>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txBox="1"/>
          <p:nvPr/>
        </p:nvSpPr>
        <p:spPr>
          <a:xfrm>
            <a:off x="10562590" y="570992"/>
            <a:ext cx="41910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10" normalizeH="0" baseline="0" noProof="0" dirty="0">
                <a:ln>
                  <a:noFill/>
                </a:ln>
                <a:solidFill>
                  <a:srgbClr val="FFFFFF"/>
                </a:solidFill>
                <a:effectLst/>
                <a:uLnTx/>
                <a:uFillTx/>
                <a:latin typeface="Century Gothic"/>
                <a:ea typeface="+mn-ea"/>
                <a:cs typeface="Century Gothic"/>
              </a:rPr>
              <a:t>12</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9" name="Footer Placeholder 8">
            <a:extLst>
              <a:ext uri="{FF2B5EF4-FFF2-40B4-BE49-F238E27FC236}">
                <a16:creationId xmlns:a16="http://schemas.microsoft.com/office/drawing/2014/main" id="{7402FB43-BE45-5B1D-5402-19D38326CF54}"/>
              </a:ext>
            </a:extLst>
          </p:cNvPr>
          <p:cNvSpPr>
            <a:spLocks noGrp="1"/>
          </p:cNvSpPr>
          <p:nvPr>
            <p:ph type="ftr" sz="quarter" idx="5"/>
          </p:nvPr>
        </p:nvSpPr>
        <p:spPr/>
        <p:txBody>
          <a:bodyPr/>
          <a:lstStyle/>
          <a:p>
            <a:r>
              <a:rPr lang="en-US"/>
              <a:t>Chaitanya Training &amp; Consultancy -  www.chaitanyagaajula.com</a:t>
            </a:r>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5005" y="287581"/>
            <a:ext cx="5420995" cy="566822"/>
          </a:xfrm>
          <a:prstGeom prst="rect">
            <a:avLst/>
          </a:prstGeom>
        </p:spPr>
        <p:txBody>
          <a:bodyPr vert="horz" wrap="square" lIns="0" tIns="12700" rIns="0" bIns="0" rtlCol="0">
            <a:spAutoFit/>
          </a:bodyPr>
          <a:lstStyle/>
          <a:p>
            <a:pPr marL="12700">
              <a:lnSpc>
                <a:spcPct val="100000"/>
              </a:lnSpc>
              <a:spcBef>
                <a:spcPts val="100"/>
              </a:spcBef>
            </a:pPr>
            <a:r>
              <a:rPr sz="3600" dirty="0">
                <a:solidFill>
                  <a:schemeClr val="tx1"/>
                </a:solidFill>
                <a:latin typeface="+mj-lt"/>
              </a:rPr>
              <a:t>Do once run</a:t>
            </a:r>
            <a:r>
              <a:rPr sz="3600" spc="-110" dirty="0">
                <a:solidFill>
                  <a:schemeClr val="tx1"/>
                </a:solidFill>
                <a:latin typeface="+mj-lt"/>
              </a:rPr>
              <a:t> </a:t>
            </a:r>
            <a:r>
              <a:rPr sz="3600" spc="-5" dirty="0">
                <a:solidFill>
                  <a:schemeClr val="tx1"/>
                </a:solidFill>
                <a:latin typeface="+mj-lt"/>
              </a:rPr>
              <a:t>anywhere</a:t>
            </a:r>
            <a:endParaRPr sz="3600" dirty="0">
              <a:solidFill>
                <a:schemeClr val="tx1"/>
              </a:solidFill>
              <a:latin typeface="+mj-lt"/>
            </a:endParaRPr>
          </a:p>
        </p:txBody>
      </p:sp>
      <p:sp>
        <p:nvSpPr>
          <p:cNvPr id="3" name="object 3"/>
          <p:cNvSpPr/>
          <p:nvPr/>
        </p:nvSpPr>
        <p:spPr>
          <a:xfrm>
            <a:off x="914400" y="1834386"/>
            <a:ext cx="8343900" cy="3956813"/>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p:nvPr/>
        </p:nvSpPr>
        <p:spPr>
          <a:xfrm>
            <a:off x="10802746" y="1537842"/>
            <a:ext cx="107950" cy="1974723"/>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10802746" y="3645661"/>
            <a:ext cx="105791" cy="1425702"/>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txBox="1"/>
          <p:nvPr/>
        </p:nvSpPr>
        <p:spPr>
          <a:xfrm>
            <a:off x="10562590" y="570992"/>
            <a:ext cx="41910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10" normalizeH="0" baseline="0" noProof="0" dirty="0">
                <a:ln>
                  <a:noFill/>
                </a:ln>
                <a:solidFill>
                  <a:srgbClr val="FFFFFF"/>
                </a:solidFill>
                <a:effectLst/>
                <a:uLnTx/>
                <a:uFillTx/>
                <a:latin typeface="Century Gothic"/>
                <a:ea typeface="+mn-ea"/>
                <a:cs typeface="Century Gothic"/>
              </a:rPr>
              <a:t>13</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9" name="Footer Placeholder 8">
            <a:extLst>
              <a:ext uri="{FF2B5EF4-FFF2-40B4-BE49-F238E27FC236}">
                <a16:creationId xmlns:a16="http://schemas.microsoft.com/office/drawing/2014/main" id="{4E849A94-9CC7-30C0-DC44-6894DAEEB347}"/>
              </a:ext>
            </a:extLst>
          </p:cNvPr>
          <p:cNvSpPr>
            <a:spLocks noGrp="1"/>
          </p:cNvSpPr>
          <p:nvPr>
            <p:ph type="ftr" sz="quarter" idx="5"/>
          </p:nvPr>
        </p:nvSpPr>
        <p:spPr/>
        <p:txBody>
          <a:bodyPr/>
          <a:lstStyle/>
          <a:p>
            <a:r>
              <a:rPr lang="en-US"/>
              <a:t>Chaitanya Training &amp; Consultancy -  www.chaitanyagaajula.com</a:t>
            </a:r>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856" y="314134"/>
            <a:ext cx="11094378" cy="567463"/>
          </a:xfrm>
          <a:prstGeom prst="rect">
            <a:avLst/>
          </a:prstGeom>
        </p:spPr>
        <p:txBody>
          <a:bodyPr vert="horz" wrap="square" lIns="0" tIns="13335" rIns="0" bIns="0" rtlCol="0">
            <a:spAutoFit/>
          </a:bodyPr>
          <a:lstStyle/>
          <a:p>
            <a:pPr marL="12700">
              <a:lnSpc>
                <a:spcPct val="100000"/>
              </a:lnSpc>
              <a:spcBef>
                <a:spcPts val="105"/>
              </a:spcBef>
            </a:pPr>
            <a:r>
              <a:rPr sz="3600" spc="-5" dirty="0">
                <a:solidFill>
                  <a:schemeClr val="tx1"/>
                </a:solidFill>
                <a:latin typeface="+mj-lt"/>
              </a:rPr>
              <a:t>Docker </a:t>
            </a:r>
            <a:r>
              <a:rPr lang="en-IN" sz="3600" spc="-5" dirty="0">
                <a:solidFill>
                  <a:schemeClr val="tx1"/>
                </a:solidFill>
                <a:latin typeface="+mj-lt"/>
              </a:rPr>
              <a:t>is </a:t>
            </a:r>
            <a:r>
              <a:rPr sz="3600" spc="-5" dirty="0">
                <a:solidFill>
                  <a:schemeClr val="tx1"/>
                </a:solidFill>
                <a:latin typeface="+mj-lt"/>
              </a:rPr>
              <a:t>supported in many Cloud</a:t>
            </a:r>
            <a:r>
              <a:rPr sz="3600" spc="5" dirty="0">
                <a:solidFill>
                  <a:schemeClr val="tx1"/>
                </a:solidFill>
                <a:latin typeface="+mj-lt"/>
              </a:rPr>
              <a:t> </a:t>
            </a:r>
            <a:r>
              <a:rPr sz="3600" spc="-5" dirty="0">
                <a:solidFill>
                  <a:schemeClr val="tx1"/>
                </a:solidFill>
                <a:latin typeface="+mj-lt"/>
              </a:rPr>
              <a:t>platforms</a:t>
            </a:r>
          </a:p>
        </p:txBody>
      </p:sp>
      <p:sp>
        <p:nvSpPr>
          <p:cNvPr id="3" name="object 3"/>
          <p:cNvSpPr/>
          <p:nvPr/>
        </p:nvSpPr>
        <p:spPr>
          <a:xfrm>
            <a:off x="1676400" y="2057400"/>
            <a:ext cx="8583168" cy="3753612"/>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p:nvPr/>
        </p:nvSpPr>
        <p:spPr>
          <a:xfrm>
            <a:off x="10802746" y="1537842"/>
            <a:ext cx="107950" cy="1974723"/>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10802746" y="3645661"/>
            <a:ext cx="105791" cy="1425702"/>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txBox="1"/>
          <p:nvPr/>
        </p:nvSpPr>
        <p:spPr>
          <a:xfrm>
            <a:off x="10562590" y="570992"/>
            <a:ext cx="41910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10" normalizeH="0" baseline="0" noProof="0" dirty="0">
                <a:ln>
                  <a:noFill/>
                </a:ln>
                <a:solidFill>
                  <a:srgbClr val="FFFFFF"/>
                </a:solidFill>
                <a:effectLst/>
                <a:uLnTx/>
                <a:uFillTx/>
                <a:latin typeface="Century Gothic"/>
                <a:ea typeface="+mn-ea"/>
                <a:cs typeface="Century Gothic"/>
              </a:rPr>
              <a:t>15</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9" name="Footer Placeholder 8">
            <a:extLst>
              <a:ext uri="{FF2B5EF4-FFF2-40B4-BE49-F238E27FC236}">
                <a16:creationId xmlns:a16="http://schemas.microsoft.com/office/drawing/2014/main" id="{A2F01004-1CFB-199B-2F6E-08D3C467A38C}"/>
              </a:ext>
            </a:extLst>
          </p:cNvPr>
          <p:cNvSpPr>
            <a:spLocks noGrp="1"/>
          </p:cNvSpPr>
          <p:nvPr>
            <p:ph type="ftr" sz="quarter" idx="5"/>
          </p:nvPr>
        </p:nvSpPr>
        <p:spPr/>
        <p:txBody>
          <a:bodyPr/>
          <a:lstStyle/>
          <a:p>
            <a:r>
              <a:rPr lang="en-US"/>
              <a:t>Chaitanya Training &amp; Consultancy -  www.chaitanyagaajula.com</a:t>
            </a:r>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10802746" y="1537842"/>
            <a:ext cx="107950" cy="1974723"/>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10802746" y="3645661"/>
            <a:ext cx="105791" cy="1425702"/>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txBox="1"/>
          <p:nvPr/>
        </p:nvSpPr>
        <p:spPr>
          <a:xfrm>
            <a:off x="10562590" y="570992"/>
            <a:ext cx="41910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10" normalizeH="0" baseline="0" noProof="0" dirty="0">
                <a:ln>
                  <a:noFill/>
                </a:ln>
                <a:solidFill>
                  <a:srgbClr val="FFFFFF"/>
                </a:solidFill>
                <a:effectLst/>
                <a:uLnTx/>
                <a:uFillTx/>
                <a:latin typeface="Century Gothic"/>
                <a:ea typeface="+mn-ea"/>
                <a:cs typeface="Century Gothic"/>
              </a:rPr>
              <a:t>15</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10" name="Title 9">
            <a:extLst>
              <a:ext uri="{FF2B5EF4-FFF2-40B4-BE49-F238E27FC236}">
                <a16:creationId xmlns:a16="http://schemas.microsoft.com/office/drawing/2014/main" id="{02A6F912-677D-4CB0-A1C3-953BF8E4CAB1}"/>
              </a:ext>
            </a:extLst>
          </p:cNvPr>
          <p:cNvSpPr>
            <a:spLocks noGrp="1"/>
          </p:cNvSpPr>
          <p:nvPr>
            <p:ph type="title"/>
          </p:nvPr>
        </p:nvSpPr>
        <p:spPr>
          <a:xfrm>
            <a:off x="292321" y="195880"/>
            <a:ext cx="10132060" cy="553998"/>
          </a:xfrm>
        </p:spPr>
        <p:txBody>
          <a:bodyPr/>
          <a:lstStyle/>
          <a:p>
            <a:r>
              <a:rPr lang="en-IN" sz="3600" dirty="0">
                <a:solidFill>
                  <a:schemeClr val="tx1">
                    <a:lumMod val="95000"/>
                    <a:lumOff val="5000"/>
                  </a:schemeClr>
                </a:solidFill>
                <a:latin typeface="+mj-lt"/>
              </a:rPr>
              <a:t>What is a Container?</a:t>
            </a:r>
          </a:p>
        </p:txBody>
      </p:sp>
      <p:sp>
        <p:nvSpPr>
          <p:cNvPr id="11" name="TextBox 10">
            <a:extLst>
              <a:ext uri="{FF2B5EF4-FFF2-40B4-BE49-F238E27FC236}">
                <a16:creationId xmlns:a16="http://schemas.microsoft.com/office/drawing/2014/main" id="{E5EDEDE3-8AB0-47FE-8BF4-16D78ECC3CEA}"/>
              </a:ext>
            </a:extLst>
          </p:cNvPr>
          <p:cNvSpPr txBox="1"/>
          <p:nvPr/>
        </p:nvSpPr>
        <p:spPr>
          <a:xfrm>
            <a:off x="154112" y="1023113"/>
            <a:ext cx="11928297" cy="2862322"/>
          </a:xfrm>
          <a:prstGeom prst="rect">
            <a:avLst/>
          </a:prstGeom>
          <a:noFill/>
        </p:spPr>
        <p:txBody>
          <a:bodyPr wrap="square" rtlCol="0">
            <a:spAutoFit/>
          </a:bodyPr>
          <a:lstStyle/>
          <a:p>
            <a:pPr marL="342900" indent="-342900">
              <a:buFont typeface="Wingdings" panose="05000000000000000000" pitchFamily="2" charset="2"/>
              <a:buChar char="§"/>
            </a:pPr>
            <a:r>
              <a:rPr lang="en-US" sz="2000" dirty="0">
                <a:latin typeface="Calibri Light" panose="020F0302020204030204" pitchFamily="34" charset="0"/>
                <a:cs typeface="Calibri Light" panose="020F0302020204030204" pitchFamily="34" charset="0"/>
              </a:rPr>
              <a:t>A container is a standard unit of software that packages up code and all its dependencies so the application runs quickly and reliably from one computing environment to another. </a:t>
            </a:r>
          </a:p>
          <a:p>
            <a:pPr marL="342900" indent="-342900">
              <a:buFont typeface="Wingdings" panose="05000000000000000000" pitchFamily="2" charset="2"/>
              <a:buChar char="§"/>
            </a:pPr>
            <a:endParaRPr lang="en-US" sz="20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
            </a:pPr>
            <a:r>
              <a:rPr lang="en-US" sz="2000" dirty="0">
                <a:latin typeface="Calibri Light" panose="020F0302020204030204" pitchFamily="34" charset="0"/>
                <a:cs typeface="Calibri Light" panose="020F0302020204030204" pitchFamily="34" charset="0"/>
              </a:rPr>
              <a:t>A Docker container image is a lightweight, standalone, executable package of software that includes everything needed to run an application: code, runtime, system tools, system libraries and settings.</a:t>
            </a:r>
          </a:p>
          <a:p>
            <a:pPr marL="342900" indent="-342900">
              <a:buFont typeface="Wingdings" panose="05000000000000000000" pitchFamily="2" charset="2"/>
              <a:buChar char="§"/>
            </a:pPr>
            <a:endParaRPr lang="en-US" sz="2000" dirty="0">
              <a:latin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
            </a:pPr>
            <a:r>
              <a:rPr lang="en-US" sz="2000" dirty="0">
                <a:latin typeface="Calibri Light" panose="020F0302020204030204" pitchFamily="34" charset="0"/>
                <a:cs typeface="Calibri Light" panose="020F0302020204030204" pitchFamily="34" charset="0"/>
              </a:rPr>
              <a:t>Container images become containers at runtime and in the case of Docker containers - images become containers when they run on Docker Engine</a:t>
            </a:r>
          </a:p>
          <a:p>
            <a:pPr marL="342900" indent="-342900">
              <a:buFont typeface="Wingdings" panose="05000000000000000000" pitchFamily="2" charset="2"/>
              <a:buChar char="§"/>
            </a:pPr>
            <a:endParaRPr lang="en-US" sz="2000" dirty="0">
              <a:latin typeface="Calibri Light" panose="020F0302020204030204" pitchFamily="34" charset="0"/>
              <a:cs typeface="Calibri Light" panose="020F0302020204030204" pitchFamily="34" charset="0"/>
            </a:endParaRPr>
          </a:p>
        </p:txBody>
      </p:sp>
      <p:pic>
        <p:nvPicPr>
          <p:cNvPr id="1026" name="Picture 2">
            <a:extLst>
              <a:ext uri="{FF2B5EF4-FFF2-40B4-BE49-F238E27FC236}">
                <a16:creationId xmlns:a16="http://schemas.microsoft.com/office/drawing/2014/main" id="{CDF4C144-DD31-4B38-B531-DA6CCB159C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0159" y="3218416"/>
            <a:ext cx="4419125" cy="3826543"/>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67DFB332-2D11-D894-3C3D-1AA0EB3DDFCC}"/>
              </a:ext>
            </a:extLst>
          </p:cNvPr>
          <p:cNvSpPr>
            <a:spLocks noGrp="1"/>
          </p:cNvSpPr>
          <p:nvPr>
            <p:ph type="ftr" sz="quarter" idx="5"/>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34910540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F408D-9EB4-46DA-9BDF-AD76C7D845FE}"/>
              </a:ext>
            </a:extLst>
          </p:cNvPr>
          <p:cNvSpPr>
            <a:spLocks noGrp="1"/>
          </p:cNvSpPr>
          <p:nvPr>
            <p:ph type="title"/>
          </p:nvPr>
        </p:nvSpPr>
        <p:spPr>
          <a:xfrm>
            <a:off x="838200" y="365126"/>
            <a:ext cx="9441950" cy="285856"/>
          </a:xfrm>
        </p:spPr>
        <p:txBody>
          <a:bodyPr>
            <a:noAutofit/>
          </a:bodyPr>
          <a:lstStyle/>
          <a:p>
            <a:r>
              <a:rPr lang="en-IN" sz="3600" b="1" dirty="0"/>
              <a:t>Container Building Blocks</a:t>
            </a:r>
          </a:p>
        </p:txBody>
      </p:sp>
      <p:sp>
        <p:nvSpPr>
          <p:cNvPr id="4" name="Footer Placeholder 3">
            <a:extLst>
              <a:ext uri="{FF2B5EF4-FFF2-40B4-BE49-F238E27FC236}">
                <a16:creationId xmlns:a16="http://schemas.microsoft.com/office/drawing/2014/main" id="{37B4B807-443D-4C0A-9374-AD239F8FADA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Training &amp; Consultancy -  www.chaitanyagaajula.com</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026" name="Picture 2" descr="Linux Containers Architecture">
            <a:extLst>
              <a:ext uri="{FF2B5EF4-FFF2-40B4-BE49-F238E27FC236}">
                <a16:creationId xmlns:a16="http://schemas.microsoft.com/office/drawing/2014/main" id="{45E2EF45-E433-4F4B-95B4-CB0F70A571F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0288" y="889291"/>
            <a:ext cx="4511431" cy="357663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ayers of linux technologies">
            <a:extLst>
              <a:ext uri="{FF2B5EF4-FFF2-40B4-BE49-F238E27FC236}">
                <a16:creationId xmlns:a16="http://schemas.microsoft.com/office/drawing/2014/main" id="{870D7E84-9334-47A3-B5BB-31E8D4AE07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2242" y="669580"/>
            <a:ext cx="4937369" cy="398355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1A43F94-8879-498B-8DB8-6622B42E75C1}"/>
              </a:ext>
            </a:extLst>
          </p:cNvPr>
          <p:cNvSpPr txBox="1"/>
          <p:nvPr/>
        </p:nvSpPr>
        <p:spPr>
          <a:xfrm>
            <a:off x="478824" y="5661877"/>
            <a:ext cx="1229195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https://access.redhat.com/documentation/en-us/red_hat_enterprise_linux_atomic_host/7/html/overview_of_containers_in_red_hat_systems/introduction_to_linux_containers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solidFill>
                <a:effectLst/>
                <a:uLnTx/>
                <a:uFillTx/>
                <a:latin typeface="Calibri" panose="020F0502020204030204"/>
                <a:ea typeface="+mn-ea"/>
                <a:cs typeface="+mn-cs"/>
              </a:rPr>
              <a:t>https</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://opensource.com/article/21/8/container-linux-technology</a:t>
            </a:r>
          </a:p>
        </p:txBody>
      </p:sp>
      <p:sp>
        <p:nvSpPr>
          <p:cNvPr id="9" name="TextBox 8">
            <a:extLst>
              <a:ext uri="{FF2B5EF4-FFF2-40B4-BE49-F238E27FC236}">
                <a16:creationId xmlns:a16="http://schemas.microsoft.com/office/drawing/2014/main" id="{6799414D-645C-4E6A-A8BB-B988CCD80CBC}"/>
              </a:ext>
            </a:extLst>
          </p:cNvPr>
          <p:cNvSpPr txBox="1"/>
          <p:nvPr/>
        </p:nvSpPr>
        <p:spPr>
          <a:xfrm>
            <a:off x="401340" y="4704230"/>
            <a:ext cx="1084180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 container is a standard unit of software that packages up code and all its with other containers, each running as isolated processes in user space.</a:t>
            </a:r>
          </a:p>
        </p:txBody>
      </p:sp>
    </p:spTree>
    <p:extLst>
      <p:ext uri="{BB962C8B-B14F-4D97-AF65-F5344CB8AC3E}">
        <p14:creationId xmlns:p14="http://schemas.microsoft.com/office/powerpoint/2010/main" val="526614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78911-B729-4156-B97F-00BBAB6BBF51}"/>
              </a:ext>
            </a:extLst>
          </p:cNvPr>
          <p:cNvSpPr>
            <a:spLocks noGrp="1"/>
          </p:cNvSpPr>
          <p:nvPr>
            <p:ph type="title"/>
          </p:nvPr>
        </p:nvSpPr>
        <p:spPr>
          <a:xfrm>
            <a:off x="276225" y="136525"/>
            <a:ext cx="10515600" cy="1325563"/>
          </a:xfrm>
        </p:spPr>
        <p:txBody>
          <a:bodyPr>
            <a:normAutofit/>
          </a:bodyPr>
          <a:lstStyle/>
          <a:p>
            <a:r>
              <a:rPr lang="en-IN" sz="3600" b="1" dirty="0"/>
              <a:t>Namespaces</a:t>
            </a:r>
          </a:p>
        </p:txBody>
      </p:sp>
      <p:sp>
        <p:nvSpPr>
          <p:cNvPr id="3" name="Content Placeholder 2">
            <a:extLst>
              <a:ext uri="{FF2B5EF4-FFF2-40B4-BE49-F238E27FC236}">
                <a16:creationId xmlns:a16="http://schemas.microsoft.com/office/drawing/2014/main" id="{AF8294B5-5080-4FE5-A0ED-786F71FB8C3D}"/>
              </a:ext>
            </a:extLst>
          </p:cNvPr>
          <p:cNvSpPr>
            <a:spLocks noGrp="1"/>
          </p:cNvSpPr>
          <p:nvPr>
            <p:ph idx="1"/>
          </p:nvPr>
        </p:nvSpPr>
        <p:spPr>
          <a:xfrm>
            <a:off x="352425" y="1387475"/>
            <a:ext cx="11483404" cy="4351338"/>
          </a:xfrm>
        </p:spPr>
        <p:txBody>
          <a:bodyPr>
            <a:normAutofit/>
          </a:bodyPr>
          <a:lstStyle/>
          <a:p>
            <a:r>
              <a:rPr lang="en-US" sz="2400" dirty="0">
                <a:latin typeface="+mj-lt"/>
              </a:rPr>
              <a:t>Technique where groups of processes are separated in such a way that they cannot see resources in other groups. </a:t>
            </a:r>
          </a:p>
          <a:p>
            <a:pPr marL="0" indent="0">
              <a:buNone/>
            </a:pPr>
            <a:endParaRPr lang="en-US" sz="2400" dirty="0">
              <a:latin typeface="+mj-lt"/>
            </a:endParaRPr>
          </a:p>
          <a:p>
            <a:r>
              <a:rPr lang="en-US" sz="2400" dirty="0">
                <a:latin typeface="+mj-lt"/>
              </a:rPr>
              <a:t>PID namespace provides a separate enumeration of process identifiers within each namespace.</a:t>
            </a:r>
          </a:p>
          <a:p>
            <a:pPr marL="0" indent="0">
              <a:buNone/>
            </a:pPr>
            <a:r>
              <a:rPr lang="en-US" sz="2400" dirty="0">
                <a:latin typeface="+mj-lt"/>
              </a:rPr>
              <a:t> </a:t>
            </a:r>
          </a:p>
          <a:p>
            <a:r>
              <a:rPr lang="en-US" sz="2400" dirty="0">
                <a:latin typeface="+mj-lt"/>
              </a:rPr>
              <a:t>6 namespaces: </a:t>
            </a:r>
            <a:r>
              <a:rPr lang="en-US" sz="2400" dirty="0" err="1">
                <a:latin typeface="+mj-lt"/>
              </a:rPr>
              <a:t>mnt</a:t>
            </a:r>
            <a:r>
              <a:rPr lang="en-US" sz="2400" dirty="0">
                <a:latin typeface="+mj-lt"/>
              </a:rPr>
              <a:t>, </a:t>
            </a:r>
            <a:r>
              <a:rPr lang="en-US" sz="2400" dirty="0" err="1">
                <a:latin typeface="+mj-lt"/>
              </a:rPr>
              <a:t>pid</a:t>
            </a:r>
            <a:r>
              <a:rPr lang="en-US" sz="2400" dirty="0">
                <a:latin typeface="+mj-lt"/>
              </a:rPr>
              <a:t>, net, </a:t>
            </a:r>
            <a:r>
              <a:rPr lang="en-US" sz="2400" dirty="0" err="1">
                <a:latin typeface="+mj-lt"/>
              </a:rPr>
              <a:t>ipc</a:t>
            </a:r>
            <a:r>
              <a:rPr lang="en-US" sz="2400" dirty="0">
                <a:latin typeface="+mj-lt"/>
              </a:rPr>
              <a:t>, </a:t>
            </a:r>
            <a:r>
              <a:rPr lang="en-US" sz="2400" dirty="0" err="1">
                <a:latin typeface="+mj-lt"/>
              </a:rPr>
              <a:t>uts</a:t>
            </a:r>
            <a:r>
              <a:rPr lang="en-US" sz="2400" dirty="0">
                <a:latin typeface="+mj-lt"/>
              </a:rPr>
              <a:t>, user</a:t>
            </a:r>
          </a:p>
          <a:p>
            <a:endParaRPr lang="en-IN" sz="2400" dirty="0">
              <a:latin typeface="+mj-lt"/>
            </a:endParaRPr>
          </a:p>
        </p:txBody>
      </p:sp>
      <p:sp>
        <p:nvSpPr>
          <p:cNvPr id="4" name="Footer Placeholder 3">
            <a:extLst>
              <a:ext uri="{FF2B5EF4-FFF2-40B4-BE49-F238E27FC236}">
                <a16:creationId xmlns:a16="http://schemas.microsoft.com/office/drawing/2014/main" id="{52300733-DE79-484C-B986-1D4BCF4A373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Training &amp; Consultancy -  www.chaitanyagaajula.com</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FD9F29DD-E4FD-4CEE-912F-1F3B9F0C7D59}"/>
              </a:ext>
            </a:extLst>
          </p:cNvPr>
          <p:cNvSpPr txBox="1"/>
          <p:nvPr/>
        </p:nvSpPr>
        <p:spPr>
          <a:xfrm>
            <a:off x="678094" y="4869951"/>
            <a:ext cx="844535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Ref:https</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://man7.org/</a:t>
            </a: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linux</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/man-pages/man7/namespaces.7.html</a:t>
            </a:r>
          </a:p>
        </p:txBody>
      </p:sp>
    </p:spTree>
    <p:extLst>
      <p:ext uri="{BB962C8B-B14F-4D97-AF65-F5344CB8AC3E}">
        <p14:creationId xmlns:p14="http://schemas.microsoft.com/office/powerpoint/2010/main" val="2082582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AEC0C-3BE4-4D59-877A-D1885D57B1FD}"/>
              </a:ext>
            </a:extLst>
          </p:cNvPr>
          <p:cNvSpPr>
            <a:spLocks noGrp="1"/>
          </p:cNvSpPr>
          <p:nvPr>
            <p:ph type="title"/>
          </p:nvPr>
        </p:nvSpPr>
        <p:spPr>
          <a:xfrm>
            <a:off x="476250" y="384175"/>
            <a:ext cx="10515600" cy="1325563"/>
          </a:xfrm>
        </p:spPr>
        <p:txBody>
          <a:bodyPr>
            <a:normAutofit/>
          </a:bodyPr>
          <a:lstStyle/>
          <a:p>
            <a:r>
              <a:rPr lang="en-IN" sz="3600" b="1" dirty="0" err="1"/>
              <a:t>Cgroups</a:t>
            </a:r>
            <a:endParaRPr lang="en-IN" sz="3600" b="1" dirty="0"/>
          </a:p>
        </p:txBody>
      </p:sp>
      <p:sp>
        <p:nvSpPr>
          <p:cNvPr id="3" name="Content Placeholder 2">
            <a:extLst>
              <a:ext uri="{FF2B5EF4-FFF2-40B4-BE49-F238E27FC236}">
                <a16:creationId xmlns:a16="http://schemas.microsoft.com/office/drawing/2014/main" id="{F77EA17D-3780-443A-B5B7-D2AE61E1AC3D}"/>
              </a:ext>
            </a:extLst>
          </p:cNvPr>
          <p:cNvSpPr>
            <a:spLocks noGrp="1"/>
          </p:cNvSpPr>
          <p:nvPr>
            <p:ph idx="1"/>
          </p:nvPr>
        </p:nvSpPr>
        <p:spPr>
          <a:xfrm>
            <a:off x="361950" y="1709738"/>
            <a:ext cx="10515600" cy="4351338"/>
          </a:xfrm>
        </p:spPr>
        <p:txBody>
          <a:bodyPr>
            <a:normAutofit/>
          </a:bodyPr>
          <a:lstStyle/>
          <a:p>
            <a:r>
              <a:rPr lang="en-US" sz="2400" dirty="0">
                <a:latin typeface="+mj-lt"/>
              </a:rPr>
              <a:t>Known as control groups</a:t>
            </a:r>
          </a:p>
          <a:p>
            <a:pPr marL="0" indent="0">
              <a:buNone/>
            </a:pPr>
            <a:endParaRPr lang="en-US" sz="2400" dirty="0">
              <a:latin typeface="+mj-lt"/>
            </a:endParaRPr>
          </a:p>
          <a:p>
            <a:r>
              <a:rPr lang="en-US" sz="2400" dirty="0">
                <a:latin typeface="+mj-lt"/>
              </a:rPr>
              <a:t>It can be used to restrict, prioritize and monitor the resource usage on the process level </a:t>
            </a:r>
          </a:p>
          <a:p>
            <a:pPr marL="0" indent="0">
              <a:buNone/>
            </a:pPr>
            <a:endParaRPr lang="en-US" sz="2400" dirty="0">
              <a:latin typeface="+mj-lt"/>
            </a:endParaRPr>
          </a:p>
          <a:p>
            <a:r>
              <a:rPr lang="en-US" sz="2400" dirty="0">
                <a:latin typeface="+mj-lt"/>
              </a:rPr>
              <a:t>Can be used to set limits on resource  e.g. </a:t>
            </a:r>
            <a:r>
              <a:rPr lang="en-US" sz="2400" dirty="0" err="1">
                <a:latin typeface="+mj-lt"/>
              </a:rPr>
              <a:t>cpu</a:t>
            </a:r>
            <a:r>
              <a:rPr lang="en-US" sz="2400" dirty="0">
                <a:latin typeface="+mj-lt"/>
              </a:rPr>
              <a:t>, memory, disk I/O throughput and network bandwidth</a:t>
            </a:r>
          </a:p>
          <a:p>
            <a:endParaRPr lang="en-IN" sz="2400" dirty="0">
              <a:latin typeface="+mj-lt"/>
            </a:endParaRPr>
          </a:p>
        </p:txBody>
      </p:sp>
      <p:sp>
        <p:nvSpPr>
          <p:cNvPr id="4" name="Footer Placeholder 3">
            <a:extLst>
              <a:ext uri="{FF2B5EF4-FFF2-40B4-BE49-F238E27FC236}">
                <a16:creationId xmlns:a16="http://schemas.microsoft.com/office/drawing/2014/main" id="{CF7EE0A9-8B17-4B8F-A3AE-E7FFB36E9B44}"/>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Training &amp; Consultancy -  www.chaitanyagaajula.com</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1476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A1FAF-D4D3-4CF4-82BD-69AA4336267C}"/>
              </a:ext>
            </a:extLst>
          </p:cNvPr>
          <p:cNvSpPr>
            <a:spLocks noGrp="1"/>
          </p:cNvSpPr>
          <p:nvPr>
            <p:ph type="title"/>
          </p:nvPr>
        </p:nvSpPr>
        <p:spPr>
          <a:xfrm>
            <a:off x="509427" y="207963"/>
            <a:ext cx="10515600" cy="1325563"/>
          </a:xfrm>
        </p:spPr>
        <p:txBody>
          <a:bodyPr>
            <a:normAutofit/>
          </a:bodyPr>
          <a:lstStyle/>
          <a:p>
            <a:r>
              <a:rPr lang="en-IN" sz="3600" b="1" dirty="0"/>
              <a:t>Container Namespaces</a:t>
            </a:r>
          </a:p>
        </p:txBody>
      </p:sp>
      <p:sp>
        <p:nvSpPr>
          <p:cNvPr id="3" name="Content Placeholder 2">
            <a:extLst>
              <a:ext uri="{FF2B5EF4-FFF2-40B4-BE49-F238E27FC236}">
                <a16:creationId xmlns:a16="http://schemas.microsoft.com/office/drawing/2014/main" id="{FD0D88E4-7303-4623-A529-EF58A266E2F4}"/>
              </a:ext>
            </a:extLst>
          </p:cNvPr>
          <p:cNvSpPr>
            <a:spLocks noGrp="1"/>
          </p:cNvSpPr>
          <p:nvPr>
            <p:ph idx="1"/>
          </p:nvPr>
        </p:nvSpPr>
        <p:spPr>
          <a:xfrm>
            <a:off x="509427" y="1690688"/>
            <a:ext cx="11305854" cy="4351338"/>
          </a:xfrm>
        </p:spPr>
        <p:txBody>
          <a:bodyPr>
            <a:normAutofit/>
          </a:bodyPr>
          <a:lstStyle/>
          <a:p>
            <a:r>
              <a:rPr lang="en-US" sz="2200" dirty="0">
                <a:latin typeface="+mj-lt"/>
              </a:rPr>
              <a:t>Namespaces provide a layer of isolation for the containers by giving the container a view of what appears to be its own Linux filesystem. This limits what a process can see and therefore restricts the resources available to it.</a:t>
            </a:r>
          </a:p>
          <a:p>
            <a:endParaRPr lang="en-US" sz="2200" dirty="0">
              <a:latin typeface="+mj-lt"/>
            </a:endParaRPr>
          </a:p>
          <a:p>
            <a:r>
              <a:rPr lang="en-US" sz="2200" dirty="0">
                <a:latin typeface="+mj-lt"/>
              </a:rPr>
              <a:t>Docker uses a technology called namespaces to provide the isolated workspace called the container. When you run a container, Docker creates a set of namespaces for that container. These namespaces provide a layer of isolation.</a:t>
            </a:r>
          </a:p>
          <a:p>
            <a:endParaRPr lang="en-US" sz="2200" dirty="0">
              <a:latin typeface="+mj-lt"/>
            </a:endParaRPr>
          </a:p>
          <a:p>
            <a:r>
              <a:rPr lang="en-US" sz="2200" dirty="0">
                <a:latin typeface="+mj-lt"/>
              </a:rPr>
              <a:t>All the containers use the same user namespace and  </a:t>
            </a:r>
            <a:r>
              <a:rPr lang="en-US" sz="2200" dirty="0" err="1">
                <a:latin typeface="+mj-lt"/>
              </a:rPr>
              <a:t>cgroup</a:t>
            </a:r>
            <a:r>
              <a:rPr lang="en-US" sz="2200" dirty="0">
                <a:latin typeface="+mj-lt"/>
              </a:rPr>
              <a:t> resource namespaces others running on the host</a:t>
            </a:r>
          </a:p>
          <a:p>
            <a:endParaRPr lang="en-IN" sz="2200" dirty="0">
              <a:latin typeface="+mj-lt"/>
            </a:endParaRPr>
          </a:p>
        </p:txBody>
      </p:sp>
      <p:sp>
        <p:nvSpPr>
          <p:cNvPr id="4" name="Footer Placeholder 3">
            <a:extLst>
              <a:ext uri="{FF2B5EF4-FFF2-40B4-BE49-F238E27FC236}">
                <a16:creationId xmlns:a16="http://schemas.microsoft.com/office/drawing/2014/main" id="{4406B7E6-298D-41B7-A64E-2A6875F9E2D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Training &amp; Consultancy -  www.chaitanyagaajula.com</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43278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0B179-13D7-4924-86A7-6D7520FD9161}"/>
              </a:ext>
            </a:extLst>
          </p:cNvPr>
          <p:cNvSpPr>
            <a:spLocks noGrp="1"/>
          </p:cNvSpPr>
          <p:nvPr>
            <p:ph type="title"/>
          </p:nvPr>
        </p:nvSpPr>
        <p:spPr>
          <a:xfrm>
            <a:off x="277402" y="136525"/>
            <a:ext cx="10028434" cy="616449"/>
          </a:xfrm>
        </p:spPr>
        <p:txBody>
          <a:bodyPr>
            <a:normAutofit/>
          </a:bodyPr>
          <a:lstStyle/>
          <a:p>
            <a:r>
              <a:rPr lang="en-US" sz="3600" b="1" dirty="0"/>
              <a:t>Finding Container Namespace</a:t>
            </a:r>
            <a:endParaRPr lang="en-IN" sz="3600" b="1" dirty="0"/>
          </a:p>
        </p:txBody>
      </p:sp>
      <p:sp>
        <p:nvSpPr>
          <p:cNvPr id="4" name="Footer Placeholder 3">
            <a:extLst>
              <a:ext uri="{FF2B5EF4-FFF2-40B4-BE49-F238E27FC236}">
                <a16:creationId xmlns:a16="http://schemas.microsoft.com/office/drawing/2014/main" id="{48EF864F-A74E-47E6-ADA1-C9CC13C24AC4}"/>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Training &amp; Consultancy -  www.chaitanyagaajula.com</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8" name="Object 7">
            <a:extLst>
              <a:ext uri="{FF2B5EF4-FFF2-40B4-BE49-F238E27FC236}">
                <a16:creationId xmlns:a16="http://schemas.microsoft.com/office/drawing/2014/main" id="{FA5A425C-E11B-4F41-9810-6DD949331523}"/>
              </a:ext>
            </a:extLst>
          </p:cNvPr>
          <p:cNvGraphicFramePr>
            <a:graphicFrameLocks noChangeAspect="1"/>
          </p:cNvGraphicFramePr>
          <p:nvPr/>
        </p:nvGraphicFramePr>
        <p:xfrm>
          <a:off x="512066" y="752974"/>
          <a:ext cx="6860497" cy="5488398"/>
        </p:xfrm>
        <a:graphic>
          <a:graphicData uri="http://schemas.openxmlformats.org/presentationml/2006/ole">
            <mc:AlternateContent xmlns:mc="http://schemas.openxmlformats.org/markup-compatibility/2006">
              <mc:Choice xmlns:v="urn:schemas-microsoft-com:vml" Requires="v">
                <p:oleObj name="Bitmap Image" r:id="rId2" imgW="5270400" imgH="4216320" progId="Paint.Picture">
                  <p:embed/>
                </p:oleObj>
              </mc:Choice>
              <mc:Fallback>
                <p:oleObj name="Bitmap Image" r:id="rId2" imgW="5270400" imgH="4216320" progId="Paint.Picture">
                  <p:embed/>
                  <p:pic>
                    <p:nvPicPr>
                      <p:cNvPr id="8" name="Object 7">
                        <a:extLst>
                          <a:ext uri="{FF2B5EF4-FFF2-40B4-BE49-F238E27FC236}">
                            <a16:creationId xmlns:a16="http://schemas.microsoft.com/office/drawing/2014/main" id="{FA5A425C-E11B-4F41-9810-6DD949331523}"/>
                          </a:ext>
                        </a:extLst>
                      </p:cNvPr>
                      <p:cNvPicPr/>
                      <p:nvPr/>
                    </p:nvPicPr>
                    <p:blipFill>
                      <a:blip r:embed="rId3"/>
                      <a:stretch>
                        <a:fillRect/>
                      </a:stretch>
                    </p:blipFill>
                    <p:spPr>
                      <a:xfrm>
                        <a:off x="512066" y="752974"/>
                        <a:ext cx="6860497" cy="5488398"/>
                      </a:xfrm>
                      <a:prstGeom prst="rect">
                        <a:avLst/>
                      </a:prstGeom>
                      <a:ln w="3175">
                        <a:solidFill>
                          <a:schemeClr val="tx1"/>
                        </a:solidFill>
                      </a:ln>
                    </p:spPr>
                  </p:pic>
                </p:oleObj>
              </mc:Fallback>
            </mc:AlternateContent>
          </a:graphicData>
        </a:graphic>
      </p:graphicFrame>
    </p:spTree>
    <p:extLst>
      <p:ext uri="{BB962C8B-B14F-4D97-AF65-F5344CB8AC3E}">
        <p14:creationId xmlns:p14="http://schemas.microsoft.com/office/powerpoint/2010/main" val="21783564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BA1C8-D597-4E40-BD8E-E4296ACD121B}"/>
              </a:ext>
            </a:extLst>
          </p:cNvPr>
          <p:cNvSpPr>
            <a:spLocks noGrp="1"/>
          </p:cNvSpPr>
          <p:nvPr>
            <p:ph type="title"/>
          </p:nvPr>
        </p:nvSpPr>
        <p:spPr>
          <a:xfrm>
            <a:off x="745732" y="136525"/>
            <a:ext cx="10515600" cy="1325563"/>
          </a:xfrm>
        </p:spPr>
        <p:txBody>
          <a:bodyPr>
            <a:normAutofit/>
          </a:bodyPr>
          <a:lstStyle/>
          <a:p>
            <a:r>
              <a:rPr lang="en-IN" sz="3600" b="1" dirty="0"/>
              <a:t>Access Container Namespaces</a:t>
            </a:r>
          </a:p>
        </p:txBody>
      </p:sp>
      <p:sp>
        <p:nvSpPr>
          <p:cNvPr id="4" name="Footer Placeholder 3">
            <a:extLst>
              <a:ext uri="{FF2B5EF4-FFF2-40B4-BE49-F238E27FC236}">
                <a16:creationId xmlns:a16="http://schemas.microsoft.com/office/drawing/2014/main" id="{B84D621C-8AB0-4AB5-A85C-2C8E9F306374}"/>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Chaitanya Training &amp; Consultancy -  www.chaitanyagaajula.com</a:t>
            </a: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6" name="Object 5">
            <a:extLst>
              <a:ext uri="{FF2B5EF4-FFF2-40B4-BE49-F238E27FC236}">
                <a16:creationId xmlns:a16="http://schemas.microsoft.com/office/drawing/2014/main" id="{B2DF92E8-5F66-4BE4-B782-A08F3F9B1C47}"/>
              </a:ext>
            </a:extLst>
          </p:cNvPr>
          <p:cNvGraphicFramePr>
            <a:graphicFrameLocks noChangeAspect="1"/>
          </p:cNvGraphicFramePr>
          <p:nvPr/>
        </p:nvGraphicFramePr>
        <p:xfrm>
          <a:off x="1355047" y="1462088"/>
          <a:ext cx="7255553" cy="4385925"/>
        </p:xfrm>
        <a:graphic>
          <a:graphicData uri="http://schemas.openxmlformats.org/presentationml/2006/ole">
            <mc:AlternateContent xmlns:mc="http://schemas.openxmlformats.org/markup-compatibility/2006">
              <mc:Choice xmlns:v="urn:schemas-microsoft-com:vml" Requires="v">
                <p:oleObj name="Bitmap Image" r:id="rId2" imgW="6502320" imgH="3930480" progId="Paint.Picture">
                  <p:embed/>
                </p:oleObj>
              </mc:Choice>
              <mc:Fallback>
                <p:oleObj name="Bitmap Image" r:id="rId2" imgW="6502320" imgH="3930480" progId="Paint.Picture">
                  <p:embed/>
                  <p:pic>
                    <p:nvPicPr>
                      <p:cNvPr id="6" name="Object 5">
                        <a:extLst>
                          <a:ext uri="{FF2B5EF4-FFF2-40B4-BE49-F238E27FC236}">
                            <a16:creationId xmlns:a16="http://schemas.microsoft.com/office/drawing/2014/main" id="{B2DF92E8-5F66-4BE4-B782-A08F3F9B1C47}"/>
                          </a:ext>
                        </a:extLst>
                      </p:cNvPr>
                      <p:cNvPicPr/>
                      <p:nvPr/>
                    </p:nvPicPr>
                    <p:blipFill>
                      <a:blip r:embed="rId3"/>
                      <a:stretch>
                        <a:fillRect/>
                      </a:stretch>
                    </p:blipFill>
                    <p:spPr>
                      <a:xfrm>
                        <a:off x="1355047" y="1462088"/>
                        <a:ext cx="7255553" cy="4385925"/>
                      </a:xfrm>
                      <a:prstGeom prst="rect">
                        <a:avLst/>
                      </a:prstGeom>
                    </p:spPr>
                  </p:pic>
                </p:oleObj>
              </mc:Fallback>
            </mc:AlternateContent>
          </a:graphicData>
        </a:graphic>
      </p:graphicFrame>
    </p:spTree>
    <p:extLst>
      <p:ext uri="{BB962C8B-B14F-4D97-AF65-F5344CB8AC3E}">
        <p14:creationId xmlns:p14="http://schemas.microsoft.com/office/powerpoint/2010/main" val="40109517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459394"/>
            <a:ext cx="7921625" cy="566822"/>
          </a:xfrm>
          <a:prstGeom prst="rect">
            <a:avLst/>
          </a:prstGeom>
        </p:spPr>
        <p:txBody>
          <a:bodyPr vert="horz" wrap="square" lIns="0" tIns="12700" rIns="0" bIns="0" rtlCol="0">
            <a:spAutoFit/>
          </a:bodyPr>
          <a:lstStyle/>
          <a:p>
            <a:pPr marL="12700">
              <a:lnSpc>
                <a:spcPct val="100000"/>
              </a:lnSpc>
              <a:spcBef>
                <a:spcPts val="100"/>
              </a:spcBef>
            </a:pPr>
            <a:r>
              <a:rPr sz="3600" spc="-5" dirty="0">
                <a:solidFill>
                  <a:schemeClr val="tx1"/>
                </a:solidFill>
                <a:latin typeface="+mj-lt"/>
              </a:rPr>
              <a:t>Docker </a:t>
            </a:r>
            <a:r>
              <a:rPr sz="3600" dirty="0">
                <a:solidFill>
                  <a:schemeClr val="tx1"/>
                </a:solidFill>
                <a:latin typeface="+mj-lt"/>
              </a:rPr>
              <a:t>containers </a:t>
            </a:r>
            <a:r>
              <a:rPr sz="3600" spc="-5" dirty="0">
                <a:solidFill>
                  <a:schemeClr val="tx1"/>
                </a:solidFill>
                <a:latin typeface="+mj-lt"/>
              </a:rPr>
              <a:t>are</a:t>
            </a:r>
            <a:r>
              <a:rPr sz="3600" spc="-85" dirty="0">
                <a:solidFill>
                  <a:schemeClr val="tx1"/>
                </a:solidFill>
                <a:latin typeface="+mj-lt"/>
              </a:rPr>
              <a:t> </a:t>
            </a:r>
            <a:r>
              <a:rPr sz="3600" spc="-5" dirty="0">
                <a:solidFill>
                  <a:schemeClr val="tx1"/>
                </a:solidFill>
                <a:latin typeface="+mj-lt"/>
              </a:rPr>
              <a:t>lightweight</a:t>
            </a:r>
            <a:endParaRPr sz="3600" dirty="0">
              <a:solidFill>
                <a:schemeClr val="tx1"/>
              </a:solidFill>
              <a:latin typeface="+mj-lt"/>
            </a:endParaRPr>
          </a:p>
        </p:txBody>
      </p:sp>
      <p:sp>
        <p:nvSpPr>
          <p:cNvPr id="3" name="object 3"/>
          <p:cNvSpPr/>
          <p:nvPr/>
        </p:nvSpPr>
        <p:spPr>
          <a:xfrm>
            <a:off x="938531" y="1537842"/>
            <a:ext cx="9624059" cy="4800600"/>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p:nvPr/>
        </p:nvSpPr>
        <p:spPr>
          <a:xfrm>
            <a:off x="10802746" y="1537842"/>
            <a:ext cx="107950" cy="1974723"/>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10802746" y="3645661"/>
            <a:ext cx="105791" cy="1425702"/>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txBox="1"/>
          <p:nvPr/>
        </p:nvSpPr>
        <p:spPr>
          <a:xfrm>
            <a:off x="10562590" y="570992"/>
            <a:ext cx="41910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10" normalizeH="0" baseline="0" noProof="0" dirty="0">
                <a:ln>
                  <a:noFill/>
                </a:ln>
                <a:solidFill>
                  <a:srgbClr val="FFFFFF"/>
                </a:solidFill>
                <a:effectLst/>
                <a:uLnTx/>
                <a:uFillTx/>
                <a:latin typeface="Century Gothic"/>
                <a:ea typeface="+mn-ea"/>
                <a:cs typeface="Century Gothic"/>
              </a:rPr>
              <a:t>19</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9" name="Footer Placeholder 8">
            <a:extLst>
              <a:ext uri="{FF2B5EF4-FFF2-40B4-BE49-F238E27FC236}">
                <a16:creationId xmlns:a16="http://schemas.microsoft.com/office/drawing/2014/main" id="{6455C16E-69F0-61C8-6162-F44B6C08B9AA}"/>
              </a:ext>
            </a:extLst>
          </p:cNvPr>
          <p:cNvSpPr>
            <a:spLocks noGrp="1"/>
          </p:cNvSpPr>
          <p:nvPr>
            <p:ph type="ftr" sz="quarter" idx="5"/>
          </p:nvPr>
        </p:nvSpPr>
        <p:spPr/>
        <p:txBody>
          <a:bodyPr/>
          <a:lstStyle/>
          <a:p>
            <a:r>
              <a:rPr lang="en-US"/>
              <a:t>Chaitanya Training &amp; Consultancy -  www.chaitanyagaajula.com</a:t>
            </a:r>
            <a:endParaRPr lang="en-I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480410"/>
            <a:ext cx="11009962" cy="566822"/>
          </a:xfrm>
          <a:prstGeom prst="rect">
            <a:avLst/>
          </a:prstGeom>
        </p:spPr>
        <p:txBody>
          <a:bodyPr vert="horz" wrap="square" lIns="0" tIns="12700" rIns="0" bIns="0" rtlCol="0">
            <a:spAutoFit/>
          </a:bodyPr>
          <a:lstStyle/>
          <a:p>
            <a:pPr marL="12700">
              <a:lnSpc>
                <a:spcPct val="100000"/>
              </a:lnSpc>
              <a:spcBef>
                <a:spcPts val="100"/>
              </a:spcBef>
            </a:pPr>
            <a:r>
              <a:rPr lang="en-IN" sz="3600" spc="-5" dirty="0">
                <a:solidFill>
                  <a:schemeClr val="tx1"/>
                </a:solidFill>
                <a:latin typeface="+mj-lt"/>
              </a:rPr>
              <a:t>Containers</a:t>
            </a:r>
            <a:r>
              <a:rPr sz="3600" dirty="0">
                <a:solidFill>
                  <a:schemeClr val="tx1"/>
                </a:solidFill>
                <a:latin typeface="+mj-lt"/>
              </a:rPr>
              <a:t> </a:t>
            </a:r>
            <a:r>
              <a:rPr sz="3600" spc="-5" dirty="0">
                <a:solidFill>
                  <a:schemeClr val="tx1"/>
                </a:solidFill>
                <a:latin typeface="+mj-lt"/>
              </a:rPr>
              <a:t>and Virtual</a:t>
            </a:r>
            <a:r>
              <a:rPr sz="3600" spc="-60" dirty="0">
                <a:solidFill>
                  <a:schemeClr val="tx1"/>
                </a:solidFill>
                <a:latin typeface="+mj-lt"/>
              </a:rPr>
              <a:t> </a:t>
            </a:r>
            <a:r>
              <a:rPr sz="3600" dirty="0">
                <a:solidFill>
                  <a:schemeClr val="tx1"/>
                </a:solidFill>
                <a:latin typeface="+mj-lt"/>
              </a:rPr>
              <a:t>Machines</a:t>
            </a:r>
            <a:r>
              <a:rPr lang="en-IN" sz="3600" dirty="0">
                <a:solidFill>
                  <a:schemeClr val="tx1"/>
                </a:solidFill>
                <a:latin typeface="+mj-lt"/>
              </a:rPr>
              <a:t> Architecture</a:t>
            </a:r>
            <a:endParaRPr sz="3600" dirty="0">
              <a:solidFill>
                <a:schemeClr val="tx1"/>
              </a:solidFill>
              <a:latin typeface="+mj-lt"/>
            </a:endParaRPr>
          </a:p>
        </p:txBody>
      </p:sp>
      <p:sp>
        <p:nvSpPr>
          <p:cNvPr id="3" name="object 3"/>
          <p:cNvSpPr/>
          <p:nvPr/>
        </p:nvSpPr>
        <p:spPr>
          <a:xfrm>
            <a:off x="10802746" y="1537842"/>
            <a:ext cx="107950" cy="1974723"/>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02746" y="3645661"/>
            <a:ext cx="105791" cy="1425702"/>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txBox="1"/>
          <p:nvPr/>
        </p:nvSpPr>
        <p:spPr>
          <a:xfrm>
            <a:off x="10562590" y="570992"/>
            <a:ext cx="41910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10" normalizeH="0" baseline="0" noProof="0" dirty="0">
                <a:ln>
                  <a:noFill/>
                </a:ln>
                <a:solidFill>
                  <a:srgbClr val="FFFFFF"/>
                </a:solidFill>
                <a:effectLst/>
                <a:uLnTx/>
                <a:uFillTx/>
                <a:latin typeface="Century Gothic"/>
                <a:ea typeface="+mn-ea"/>
                <a:cs typeface="Century Gothic"/>
              </a:rPr>
              <a:t>20</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7" name="object 7"/>
          <p:cNvSpPr/>
          <p:nvPr/>
        </p:nvSpPr>
        <p:spPr>
          <a:xfrm>
            <a:off x="381000" y="2057400"/>
            <a:ext cx="11430000" cy="4067556"/>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Placeholder 8">
            <a:extLst>
              <a:ext uri="{FF2B5EF4-FFF2-40B4-BE49-F238E27FC236}">
                <a16:creationId xmlns:a16="http://schemas.microsoft.com/office/drawing/2014/main" id="{9A2DE2DC-4184-8629-DF7F-6ECCE75FDF28}"/>
              </a:ext>
            </a:extLst>
          </p:cNvPr>
          <p:cNvSpPr>
            <a:spLocks noGrp="1"/>
          </p:cNvSpPr>
          <p:nvPr>
            <p:ph type="ftr" sz="quarter" idx="5"/>
          </p:nvPr>
        </p:nvSpPr>
        <p:spPr/>
        <p:txBody>
          <a:bodyPr/>
          <a:lstStyle/>
          <a:p>
            <a:r>
              <a:rPr lang="en-US"/>
              <a:t>Chaitanya Training &amp; Consultancy -  www.chaitanyagaajula.com</a:t>
            </a:r>
            <a:endParaRPr lang="en-I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9041" y="628904"/>
            <a:ext cx="11442799" cy="566822"/>
          </a:xfrm>
          <a:prstGeom prst="rect">
            <a:avLst/>
          </a:prstGeom>
        </p:spPr>
        <p:txBody>
          <a:bodyPr vert="horz" wrap="square" lIns="0" tIns="12700" rIns="0" bIns="0" rtlCol="0">
            <a:spAutoFit/>
          </a:bodyPr>
          <a:lstStyle/>
          <a:p>
            <a:pPr marL="12700">
              <a:lnSpc>
                <a:spcPct val="100000"/>
              </a:lnSpc>
              <a:spcBef>
                <a:spcPts val="100"/>
              </a:spcBef>
            </a:pPr>
            <a:r>
              <a:rPr sz="3600" spc="-5" dirty="0">
                <a:solidFill>
                  <a:schemeClr val="tx1"/>
                </a:solidFill>
                <a:latin typeface="+mj-lt"/>
              </a:rPr>
              <a:t>Differences between </a:t>
            </a:r>
            <a:r>
              <a:rPr lang="en-IN" sz="3600" spc="-5" dirty="0">
                <a:solidFill>
                  <a:schemeClr val="tx1"/>
                </a:solidFill>
                <a:latin typeface="+mj-lt"/>
              </a:rPr>
              <a:t>Containers</a:t>
            </a:r>
            <a:r>
              <a:rPr sz="3600" dirty="0">
                <a:solidFill>
                  <a:schemeClr val="tx1"/>
                </a:solidFill>
                <a:latin typeface="+mj-lt"/>
              </a:rPr>
              <a:t> </a:t>
            </a:r>
            <a:r>
              <a:rPr sz="3600" spc="-5" dirty="0">
                <a:solidFill>
                  <a:schemeClr val="tx1"/>
                </a:solidFill>
                <a:latin typeface="+mj-lt"/>
              </a:rPr>
              <a:t>and Virtual</a:t>
            </a:r>
            <a:r>
              <a:rPr sz="3600" spc="-60" dirty="0">
                <a:solidFill>
                  <a:schemeClr val="tx1"/>
                </a:solidFill>
                <a:latin typeface="+mj-lt"/>
              </a:rPr>
              <a:t> </a:t>
            </a:r>
            <a:r>
              <a:rPr sz="3600" dirty="0">
                <a:solidFill>
                  <a:schemeClr val="tx1"/>
                </a:solidFill>
                <a:latin typeface="+mj-lt"/>
              </a:rPr>
              <a:t>Machines</a:t>
            </a:r>
          </a:p>
        </p:txBody>
      </p:sp>
      <p:sp>
        <p:nvSpPr>
          <p:cNvPr id="3" name="object 3"/>
          <p:cNvSpPr/>
          <p:nvPr/>
        </p:nvSpPr>
        <p:spPr>
          <a:xfrm>
            <a:off x="10802746" y="1537842"/>
            <a:ext cx="107950" cy="1974723"/>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02746" y="3645661"/>
            <a:ext cx="105791" cy="1425702"/>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txBox="1"/>
          <p:nvPr/>
        </p:nvSpPr>
        <p:spPr>
          <a:xfrm>
            <a:off x="10562590" y="570992"/>
            <a:ext cx="41910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10" normalizeH="0" baseline="0" noProof="0" dirty="0">
                <a:ln>
                  <a:noFill/>
                </a:ln>
                <a:solidFill>
                  <a:srgbClr val="FFFFFF"/>
                </a:solidFill>
                <a:effectLst/>
                <a:uLnTx/>
                <a:uFillTx/>
                <a:latin typeface="Century Gothic"/>
                <a:ea typeface="+mn-ea"/>
                <a:cs typeface="Century Gothic"/>
              </a:rPr>
              <a:t>20</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pic>
        <p:nvPicPr>
          <p:cNvPr id="11" name="Picture 10">
            <a:extLst>
              <a:ext uri="{FF2B5EF4-FFF2-40B4-BE49-F238E27FC236}">
                <a16:creationId xmlns:a16="http://schemas.microsoft.com/office/drawing/2014/main" id="{A215106E-7106-4501-A674-887C568F6C44}"/>
              </a:ext>
            </a:extLst>
          </p:cNvPr>
          <p:cNvPicPr>
            <a:picLocks noChangeAspect="1"/>
          </p:cNvPicPr>
          <p:nvPr/>
        </p:nvPicPr>
        <p:blipFill>
          <a:blip r:embed="rId4"/>
          <a:stretch>
            <a:fillRect/>
          </a:stretch>
        </p:blipFill>
        <p:spPr>
          <a:xfrm>
            <a:off x="1281304" y="1856892"/>
            <a:ext cx="9112250" cy="4409373"/>
          </a:xfrm>
          <a:prstGeom prst="rect">
            <a:avLst/>
          </a:prstGeom>
        </p:spPr>
      </p:pic>
      <p:sp>
        <p:nvSpPr>
          <p:cNvPr id="8" name="Footer Placeholder 7">
            <a:extLst>
              <a:ext uri="{FF2B5EF4-FFF2-40B4-BE49-F238E27FC236}">
                <a16:creationId xmlns:a16="http://schemas.microsoft.com/office/drawing/2014/main" id="{E25BEB1A-C378-3D12-4F60-28F66D943808}"/>
              </a:ext>
            </a:extLst>
          </p:cNvPr>
          <p:cNvSpPr>
            <a:spLocks noGrp="1"/>
          </p:cNvSpPr>
          <p:nvPr>
            <p:ph type="ftr" sz="quarter" idx="5"/>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10021677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12648" y="1676400"/>
            <a:ext cx="10966704" cy="4347972"/>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object 2">
            <a:extLst>
              <a:ext uri="{FF2B5EF4-FFF2-40B4-BE49-F238E27FC236}">
                <a16:creationId xmlns:a16="http://schemas.microsoft.com/office/drawing/2014/main" id="{7F065038-DAE9-4F46-B4E5-14645CD661A6}"/>
              </a:ext>
            </a:extLst>
          </p:cNvPr>
          <p:cNvSpPr txBox="1">
            <a:spLocks/>
          </p:cNvSpPr>
          <p:nvPr/>
        </p:nvSpPr>
        <p:spPr>
          <a:xfrm>
            <a:off x="612648" y="539129"/>
            <a:ext cx="2426970" cy="566822"/>
          </a:xfrm>
          <a:prstGeom prst="rect">
            <a:avLst/>
          </a:prstGeom>
        </p:spPr>
        <p:txBody>
          <a:bodyPr vert="horz" wrap="square" lIns="0" tIns="12700" rIns="0" bIns="0" rtlCol="0">
            <a:spAutoFit/>
          </a:bodyPr>
          <a:lstStyle>
            <a:lvl1pPr>
              <a:defRPr>
                <a:latin typeface="+mj-lt"/>
                <a:ea typeface="+mj-ea"/>
                <a:cs typeface="+mj-cs"/>
              </a:defRPr>
            </a:lvl1p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IN" sz="3600" b="0" i="0" u="none" strike="noStrike" kern="0" cap="none" spc="0" normalizeH="0" baseline="0" noProof="0" dirty="0">
                <a:ln>
                  <a:noFill/>
                </a:ln>
                <a:solidFill>
                  <a:prstClr val="black"/>
                </a:solidFill>
                <a:effectLst/>
                <a:uLnTx/>
                <a:uFillTx/>
                <a:ea typeface="+mj-ea"/>
                <a:cs typeface="+mj-cs"/>
              </a:rPr>
              <a:t>Use</a:t>
            </a:r>
            <a:r>
              <a:rPr kumimoji="0" lang="en-IN" sz="3600" b="0" i="0" u="none" strike="noStrike" kern="0" cap="none" spc="-110" normalizeH="0" baseline="0" noProof="0" dirty="0">
                <a:ln>
                  <a:noFill/>
                </a:ln>
                <a:solidFill>
                  <a:prstClr val="black"/>
                </a:solidFill>
                <a:effectLst/>
                <a:uLnTx/>
                <a:uFillTx/>
                <a:ea typeface="+mj-ea"/>
                <a:cs typeface="+mj-cs"/>
              </a:rPr>
              <a:t> </a:t>
            </a:r>
            <a:r>
              <a:rPr kumimoji="0" lang="en-IN" sz="3600" b="0" i="0" u="none" strike="noStrike" kern="0" cap="none" spc="0" normalizeH="0" baseline="0" noProof="0" dirty="0">
                <a:ln>
                  <a:noFill/>
                </a:ln>
                <a:solidFill>
                  <a:prstClr val="black"/>
                </a:solidFill>
                <a:effectLst/>
                <a:uLnTx/>
                <a:uFillTx/>
                <a:ea typeface="+mj-ea"/>
                <a:cs typeface="+mj-cs"/>
              </a:rPr>
              <a:t>Case</a:t>
            </a:r>
          </a:p>
        </p:txBody>
      </p:sp>
      <p:sp>
        <p:nvSpPr>
          <p:cNvPr id="4" name="Footer Placeholder 3">
            <a:extLst>
              <a:ext uri="{FF2B5EF4-FFF2-40B4-BE49-F238E27FC236}">
                <a16:creationId xmlns:a16="http://schemas.microsoft.com/office/drawing/2014/main" id="{EB652B81-7E63-880B-AA28-1E5A21F58A3E}"/>
              </a:ext>
            </a:extLst>
          </p:cNvPr>
          <p:cNvSpPr>
            <a:spLocks noGrp="1"/>
          </p:cNvSpPr>
          <p:nvPr>
            <p:ph type="ftr" sz="quarter" idx="5"/>
          </p:nvPr>
        </p:nvSpPr>
        <p:spPr/>
        <p:txBody>
          <a:bodyPr/>
          <a:lstStyle/>
          <a:p>
            <a:r>
              <a:rPr lang="en-US"/>
              <a:t>Chaitanya Training &amp; Consultancy -  www.chaitanyagaajula.com</a:t>
            </a:r>
            <a:endParaRPr lang="en-I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72744" y="473709"/>
            <a:ext cx="2426970" cy="566822"/>
          </a:xfrm>
          <a:prstGeom prst="rect">
            <a:avLst/>
          </a:prstGeom>
        </p:spPr>
        <p:txBody>
          <a:bodyPr vert="horz" wrap="square" lIns="0" tIns="12700" rIns="0" bIns="0" rtlCol="0">
            <a:spAutoFit/>
          </a:bodyPr>
          <a:lstStyle/>
          <a:p>
            <a:pPr marL="12700">
              <a:lnSpc>
                <a:spcPct val="100000"/>
              </a:lnSpc>
              <a:spcBef>
                <a:spcPts val="100"/>
              </a:spcBef>
            </a:pPr>
            <a:r>
              <a:rPr sz="3600" dirty="0">
                <a:solidFill>
                  <a:schemeClr val="tx1"/>
                </a:solidFill>
                <a:latin typeface="+mj-lt"/>
              </a:rPr>
              <a:t>Use</a:t>
            </a:r>
            <a:r>
              <a:rPr sz="3600" spc="-110" dirty="0">
                <a:solidFill>
                  <a:schemeClr val="tx1"/>
                </a:solidFill>
                <a:latin typeface="+mj-lt"/>
              </a:rPr>
              <a:t> </a:t>
            </a:r>
            <a:r>
              <a:rPr sz="3600" dirty="0">
                <a:solidFill>
                  <a:schemeClr val="tx1"/>
                </a:solidFill>
                <a:latin typeface="+mj-lt"/>
              </a:rPr>
              <a:t>Case</a:t>
            </a:r>
          </a:p>
        </p:txBody>
      </p:sp>
      <p:sp>
        <p:nvSpPr>
          <p:cNvPr id="3" name="object 3"/>
          <p:cNvSpPr/>
          <p:nvPr/>
        </p:nvSpPr>
        <p:spPr>
          <a:xfrm>
            <a:off x="872744" y="1483501"/>
            <a:ext cx="10346436" cy="4413504"/>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Placeholder 4">
            <a:extLst>
              <a:ext uri="{FF2B5EF4-FFF2-40B4-BE49-F238E27FC236}">
                <a16:creationId xmlns:a16="http://schemas.microsoft.com/office/drawing/2014/main" id="{DC1D7365-B5CA-D966-2D38-0DB5512E8138}"/>
              </a:ext>
            </a:extLst>
          </p:cNvPr>
          <p:cNvSpPr>
            <a:spLocks noGrp="1"/>
          </p:cNvSpPr>
          <p:nvPr>
            <p:ph type="ftr" sz="quarter" idx="5"/>
          </p:nvPr>
        </p:nvSpPr>
        <p:spPr/>
        <p:txBody>
          <a:bodyPr/>
          <a:lstStyle/>
          <a:p>
            <a:r>
              <a:rPr lang="en-US"/>
              <a:t>Chaitanya Training &amp; Consultancy -  www.chaitanyagaajula.com</a:t>
            </a:r>
            <a:endParaRPr lang="en-I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664BFC-C3D0-4DA8-839D-93F1862207D9}"/>
              </a:ext>
            </a:extLst>
          </p:cNvPr>
          <p:cNvSpPr>
            <a:spLocks noGrp="1"/>
          </p:cNvSpPr>
          <p:nvPr>
            <p:ph idx="1"/>
          </p:nvPr>
        </p:nvSpPr>
        <p:spPr>
          <a:xfrm>
            <a:off x="2304415" y="1253331"/>
            <a:ext cx="10515600" cy="4351338"/>
          </a:xfrm>
        </p:spPr>
        <p:txBody>
          <a:bodyPr>
            <a:normAutofit/>
          </a:bodyPr>
          <a:lstStyle/>
          <a:p>
            <a:endParaRPr lang="en-IN" sz="4800" dirty="0">
              <a:latin typeface="+mj-lt"/>
            </a:endParaRPr>
          </a:p>
          <a:p>
            <a:endParaRPr lang="en-IN" sz="4800" dirty="0">
              <a:latin typeface="+mj-lt"/>
            </a:endParaRPr>
          </a:p>
          <a:p>
            <a:pPr marL="0" indent="0">
              <a:buNone/>
            </a:pPr>
            <a:r>
              <a:rPr lang="en-IN" sz="4800" dirty="0">
                <a:latin typeface="+mj-lt"/>
              </a:rPr>
              <a:t>   Overview of Docker</a:t>
            </a:r>
          </a:p>
        </p:txBody>
      </p:sp>
      <p:sp>
        <p:nvSpPr>
          <p:cNvPr id="4" name="Footer Placeholder 3">
            <a:extLst>
              <a:ext uri="{FF2B5EF4-FFF2-40B4-BE49-F238E27FC236}">
                <a16:creationId xmlns:a16="http://schemas.microsoft.com/office/drawing/2014/main" id="{E8DC46BC-8CCD-8014-E52F-FCD15C669EF7}"/>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36284943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9DEEE-1773-4D2A-A57A-93B52456DA20}"/>
              </a:ext>
            </a:extLst>
          </p:cNvPr>
          <p:cNvSpPr>
            <a:spLocks noGrp="1"/>
          </p:cNvSpPr>
          <p:nvPr>
            <p:ph type="title"/>
          </p:nvPr>
        </p:nvSpPr>
        <p:spPr>
          <a:xfrm>
            <a:off x="304800" y="136525"/>
            <a:ext cx="10515600" cy="1325563"/>
          </a:xfrm>
        </p:spPr>
        <p:txBody>
          <a:bodyPr>
            <a:normAutofit/>
          </a:bodyPr>
          <a:lstStyle/>
          <a:p>
            <a:r>
              <a:rPr lang="en-IN" sz="3600" b="1" dirty="0"/>
              <a:t>   What is Docker?</a:t>
            </a:r>
          </a:p>
        </p:txBody>
      </p:sp>
      <p:sp>
        <p:nvSpPr>
          <p:cNvPr id="3" name="Content Placeholder 2">
            <a:extLst>
              <a:ext uri="{FF2B5EF4-FFF2-40B4-BE49-F238E27FC236}">
                <a16:creationId xmlns:a16="http://schemas.microsoft.com/office/drawing/2014/main" id="{83D11C79-9D2A-4C6A-8F5A-BA5B014652E8}"/>
              </a:ext>
            </a:extLst>
          </p:cNvPr>
          <p:cNvSpPr>
            <a:spLocks noGrp="1"/>
          </p:cNvSpPr>
          <p:nvPr>
            <p:ph idx="1"/>
          </p:nvPr>
        </p:nvSpPr>
        <p:spPr>
          <a:xfrm>
            <a:off x="428625" y="1495425"/>
            <a:ext cx="11534775" cy="4681538"/>
          </a:xfrm>
        </p:spPr>
        <p:txBody>
          <a:bodyPr>
            <a:normAutofit/>
          </a:bodyPr>
          <a:lstStyle/>
          <a:p>
            <a:pPr>
              <a:buFont typeface="Wingdings" panose="05000000000000000000" pitchFamily="2" charset="2"/>
              <a:buChar char="§"/>
            </a:pPr>
            <a:r>
              <a:rPr lang="en-US" sz="2200" dirty="0">
                <a:latin typeface="+mj-lt"/>
              </a:rPr>
              <a:t>Docker is an open platform for developing, shipping, and running container applications. </a:t>
            </a:r>
          </a:p>
          <a:p>
            <a:pPr>
              <a:buFont typeface="Wingdings" panose="05000000000000000000" pitchFamily="2" charset="2"/>
              <a:buChar char="§"/>
            </a:pPr>
            <a:endParaRPr lang="en-US" sz="2200" dirty="0">
              <a:latin typeface="+mj-lt"/>
            </a:endParaRPr>
          </a:p>
          <a:p>
            <a:pPr>
              <a:buFont typeface="Wingdings" panose="05000000000000000000" pitchFamily="2" charset="2"/>
              <a:buChar char="§"/>
            </a:pPr>
            <a:r>
              <a:rPr lang="en-US" sz="2200" dirty="0">
                <a:latin typeface="+mj-lt"/>
              </a:rPr>
              <a:t>Enables to separate applications from infrastructure so  that software can be quickly delivered.</a:t>
            </a:r>
          </a:p>
          <a:p>
            <a:pPr>
              <a:buFont typeface="Wingdings" panose="05000000000000000000" pitchFamily="2" charset="2"/>
              <a:buChar char="§"/>
            </a:pPr>
            <a:endParaRPr lang="en-US" sz="2200" dirty="0">
              <a:latin typeface="+mj-lt"/>
            </a:endParaRPr>
          </a:p>
          <a:p>
            <a:pPr>
              <a:buFont typeface="Wingdings" panose="05000000000000000000" pitchFamily="2" charset="2"/>
              <a:buChar char="§"/>
            </a:pPr>
            <a:r>
              <a:rPr lang="en-US" sz="2200" dirty="0">
                <a:latin typeface="+mj-lt"/>
              </a:rPr>
              <a:t>Docker’s methodologies for shipping, testing, and deploying code quickly significantly reduces the delay between writing code and running it in production.</a:t>
            </a:r>
          </a:p>
          <a:p>
            <a:pPr>
              <a:buFont typeface="Wingdings" panose="05000000000000000000" pitchFamily="2" charset="2"/>
              <a:buChar char="§"/>
            </a:pPr>
            <a:endParaRPr lang="en-US" sz="2200" dirty="0">
              <a:latin typeface="+mj-lt"/>
            </a:endParaRPr>
          </a:p>
          <a:p>
            <a:pPr>
              <a:buFont typeface="Wingdings" panose="05000000000000000000" pitchFamily="2" charset="2"/>
              <a:buChar char="§"/>
            </a:pPr>
            <a:r>
              <a:rPr lang="en-US" sz="2200" dirty="0">
                <a:latin typeface="+mj-lt"/>
              </a:rPr>
              <a:t>Provides the ability to package and run an application in a loosely isolated environment called a container. </a:t>
            </a:r>
          </a:p>
          <a:p>
            <a:pPr marL="0" indent="0">
              <a:buNone/>
            </a:pPr>
            <a:endParaRPr lang="en-US" sz="2200" dirty="0">
              <a:latin typeface="+mj-lt"/>
            </a:endParaRPr>
          </a:p>
          <a:p>
            <a:pPr>
              <a:buFont typeface="Wingdings" panose="05000000000000000000" pitchFamily="2" charset="2"/>
              <a:buChar char="§"/>
            </a:pPr>
            <a:endParaRPr lang="en-IN" sz="2200" dirty="0">
              <a:latin typeface="+mj-lt"/>
            </a:endParaRPr>
          </a:p>
        </p:txBody>
      </p:sp>
      <p:sp>
        <p:nvSpPr>
          <p:cNvPr id="5" name="Footer Placeholder 4">
            <a:extLst>
              <a:ext uri="{FF2B5EF4-FFF2-40B4-BE49-F238E27FC236}">
                <a16:creationId xmlns:a16="http://schemas.microsoft.com/office/drawing/2014/main" id="{3C9B7D09-9BD8-5CA3-8372-93C8BB521215}"/>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35096500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AC466-0B26-4E36-9DBE-DB93CE625A58}"/>
              </a:ext>
            </a:extLst>
          </p:cNvPr>
          <p:cNvSpPr>
            <a:spLocks noGrp="1"/>
          </p:cNvSpPr>
          <p:nvPr>
            <p:ph type="title"/>
          </p:nvPr>
        </p:nvSpPr>
        <p:spPr>
          <a:xfrm>
            <a:off x="304800" y="187325"/>
            <a:ext cx="10515600" cy="1325563"/>
          </a:xfrm>
        </p:spPr>
        <p:txBody>
          <a:bodyPr>
            <a:normAutofit/>
          </a:bodyPr>
          <a:lstStyle/>
          <a:p>
            <a:r>
              <a:rPr lang="en-IN" sz="3600" b="1" dirty="0"/>
              <a:t> Benefits of Dockers</a:t>
            </a:r>
          </a:p>
        </p:txBody>
      </p:sp>
      <p:sp>
        <p:nvSpPr>
          <p:cNvPr id="3" name="Content Placeholder 2">
            <a:extLst>
              <a:ext uri="{FF2B5EF4-FFF2-40B4-BE49-F238E27FC236}">
                <a16:creationId xmlns:a16="http://schemas.microsoft.com/office/drawing/2014/main" id="{3B6918DC-AFA2-4032-A689-922F3B04A47F}"/>
              </a:ext>
            </a:extLst>
          </p:cNvPr>
          <p:cNvSpPr>
            <a:spLocks noGrp="1"/>
          </p:cNvSpPr>
          <p:nvPr>
            <p:ph idx="1"/>
          </p:nvPr>
        </p:nvSpPr>
        <p:spPr>
          <a:xfrm>
            <a:off x="76200" y="1690688"/>
            <a:ext cx="10744200" cy="4700588"/>
          </a:xfrm>
        </p:spPr>
        <p:txBody>
          <a:bodyPr>
            <a:normAutofit/>
          </a:bodyPr>
          <a:lstStyle/>
          <a:p>
            <a:pPr>
              <a:buFont typeface="Wingdings" panose="05000000000000000000" pitchFamily="2" charset="2"/>
              <a:buChar char="§"/>
            </a:pPr>
            <a:r>
              <a:rPr lang="en-US" sz="2200" dirty="0">
                <a:latin typeface="+mj-lt"/>
              </a:rPr>
              <a:t>Fast, consistent delivery of your applications</a:t>
            </a:r>
          </a:p>
          <a:p>
            <a:pPr>
              <a:buFont typeface="Wingdings" panose="05000000000000000000" pitchFamily="2" charset="2"/>
              <a:buChar char="§"/>
            </a:pPr>
            <a:endParaRPr lang="en-US" sz="2200" dirty="0">
              <a:latin typeface="+mj-lt"/>
            </a:endParaRPr>
          </a:p>
          <a:p>
            <a:pPr>
              <a:buFont typeface="Wingdings" panose="05000000000000000000" pitchFamily="2" charset="2"/>
              <a:buChar char="§"/>
            </a:pPr>
            <a:endParaRPr lang="en-US" sz="2200" dirty="0">
              <a:latin typeface="+mj-lt"/>
            </a:endParaRPr>
          </a:p>
          <a:p>
            <a:pPr>
              <a:buFont typeface="Wingdings" panose="05000000000000000000" pitchFamily="2" charset="2"/>
              <a:buChar char="§"/>
            </a:pPr>
            <a:r>
              <a:rPr lang="en-US" sz="2200" dirty="0">
                <a:latin typeface="+mj-lt"/>
              </a:rPr>
              <a:t>Responsive deployment and scaling</a:t>
            </a:r>
          </a:p>
          <a:p>
            <a:pPr>
              <a:buFont typeface="Wingdings" panose="05000000000000000000" pitchFamily="2" charset="2"/>
              <a:buChar char="§"/>
            </a:pPr>
            <a:endParaRPr lang="en-US" sz="2200" dirty="0">
              <a:latin typeface="+mj-lt"/>
            </a:endParaRPr>
          </a:p>
          <a:p>
            <a:pPr>
              <a:buFont typeface="Wingdings" panose="05000000000000000000" pitchFamily="2" charset="2"/>
              <a:buChar char="§"/>
            </a:pPr>
            <a:endParaRPr lang="en-US" sz="2200" dirty="0">
              <a:latin typeface="+mj-lt"/>
            </a:endParaRPr>
          </a:p>
          <a:p>
            <a:pPr>
              <a:buFont typeface="Wingdings" panose="05000000000000000000" pitchFamily="2" charset="2"/>
              <a:buChar char="§"/>
            </a:pPr>
            <a:r>
              <a:rPr lang="en-US" sz="2200" dirty="0">
                <a:latin typeface="+mj-lt"/>
              </a:rPr>
              <a:t>Running more workloads on the same hardware</a:t>
            </a:r>
          </a:p>
          <a:p>
            <a:pPr>
              <a:buFont typeface="Wingdings" panose="05000000000000000000" pitchFamily="2" charset="2"/>
              <a:buChar char="§"/>
            </a:pPr>
            <a:endParaRPr lang="en-US" sz="2200" dirty="0">
              <a:latin typeface="+mj-lt"/>
            </a:endParaRPr>
          </a:p>
          <a:p>
            <a:pPr>
              <a:buFont typeface="Wingdings" panose="05000000000000000000" pitchFamily="2" charset="2"/>
              <a:buChar char="§"/>
            </a:pPr>
            <a:endParaRPr lang="en-IN" sz="2200" dirty="0">
              <a:latin typeface="+mj-lt"/>
            </a:endParaRPr>
          </a:p>
        </p:txBody>
      </p:sp>
      <p:pic>
        <p:nvPicPr>
          <p:cNvPr id="4" name="Picture 3">
            <a:extLst>
              <a:ext uri="{FF2B5EF4-FFF2-40B4-BE49-F238E27FC236}">
                <a16:creationId xmlns:a16="http://schemas.microsoft.com/office/drawing/2014/main" id="{D8494959-2CC3-4A1A-A0E5-122B7787B155}"/>
              </a:ext>
            </a:extLst>
          </p:cNvPr>
          <p:cNvPicPr>
            <a:picLocks noChangeAspect="1"/>
          </p:cNvPicPr>
          <p:nvPr/>
        </p:nvPicPr>
        <p:blipFill>
          <a:blip r:embed="rId2"/>
          <a:stretch>
            <a:fillRect/>
          </a:stretch>
        </p:blipFill>
        <p:spPr>
          <a:xfrm>
            <a:off x="6096000" y="1690688"/>
            <a:ext cx="5879360" cy="3252787"/>
          </a:xfrm>
          <a:prstGeom prst="rect">
            <a:avLst/>
          </a:prstGeom>
          <a:ln w="3175">
            <a:solidFill>
              <a:schemeClr val="tx1"/>
            </a:solidFill>
          </a:ln>
        </p:spPr>
      </p:pic>
      <p:sp>
        <p:nvSpPr>
          <p:cNvPr id="6" name="Footer Placeholder 5">
            <a:extLst>
              <a:ext uri="{FF2B5EF4-FFF2-40B4-BE49-F238E27FC236}">
                <a16:creationId xmlns:a16="http://schemas.microsoft.com/office/drawing/2014/main" id="{479363C4-7417-B57B-5781-3E362DFD4D3E}"/>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25001142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FA032-788A-4A7E-8B85-26F76A36F438}"/>
              </a:ext>
            </a:extLst>
          </p:cNvPr>
          <p:cNvSpPr>
            <a:spLocks noGrp="1"/>
          </p:cNvSpPr>
          <p:nvPr>
            <p:ph type="title"/>
          </p:nvPr>
        </p:nvSpPr>
        <p:spPr>
          <a:xfrm>
            <a:off x="228600" y="0"/>
            <a:ext cx="10515600" cy="1325563"/>
          </a:xfrm>
        </p:spPr>
        <p:txBody>
          <a:bodyPr>
            <a:normAutofit/>
          </a:bodyPr>
          <a:lstStyle/>
          <a:p>
            <a:r>
              <a:rPr lang="en-IN" sz="3600" b="1" dirty="0"/>
              <a:t> Docker Editions</a:t>
            </a:r>
          </a:p>
        </p:txBody>
      </p:sp>
      <p:sp>
        <p:nvSpPr>
          <p:cNvPr id="3" name="Content Placeholder 2">
            <a:extLst>
              <a:ext uri="{FF2B5EF4-FFF2-40B4-BE49-F238E27FC236}">
                <a16:creationId xmlns:a16="http://schemas.microsoft.com/office/drawing/2014/main" id="{86CF5677-69F2-4115-A886-2BA8B09AA2AE}"/>
              </a:ext>
            </a:extLst>
          </p:cNvPr>
          <p:cNvSpPr>
            <a:spLocks noGrp="1"/>
          </p:cNvSpPr>
          <p:nvPr>
            <p:ph idx="1"/>
          </p:nvPr>
        </p:nvSpPr>
        <p:spPr>
          <a:xfrm>
            <a:off x="191429" y="1524000"/>
            <a:ext cx="11545229" cy="4486275"/>
          </a:xfrm>
        </p:spPr>
        <p:txBody>
          <a:bodyPr/>
          <a:lstStyle/>
          <a:p>
            <a:pPr marL="0" indent="0">
              <a:buNone/>
            </a:pPr>
            <a:endParaRPr lang="en-IN" dirty="0">
              <a:latin typeface="Calibri Light" panose="020F0302020204030204" pitchFamily="34" charset="0"/>
              <a:cs typeface="Calibri Light" panose="020F0302020204030204" pitchFamily="34" charset="0"/>
            </a:endParaRPr>
          </a:p>
          <a:p>
            <a:pPr>
              <a:buFont typeface="Wingdings" panose="05000000000000000000" pitchFamily="2" charset="2"/>
              <a:buChar char="Ø"/>
            </a:pPr>
            <a:r>
              <a:rPr lang="en-US" sz="2200" dirty="0">
                <a:latin typeface="Calibri Light" panose="020F0302020204030204" pitchFamily="34" charset="0"/>
                <a:cs typeface="Calibri Light" panose="020F0302020204030204" pitchFamily="34" charset="0"/>
              </a:rPr>
              <a:t>Docker Community Edition (CE) (Free of cost) is ideal for individual developers and small teams looking to get started with Docker and experimenting with container based apps. Can only use Docker CLI</a:t>
            </a:r>
          </a:p>
          <a:p>
            <a:pPr>
              <a:buFont typeface="Wingdings" panose="05000000000000000000" pitchFamily="2" charset="2"/>
              <a:buChar char="Ø"/>
            </a:pPr>
            <a:endParaRPr lang="en-US" sz="2200" dirty="0">
              <a:latin typeface="Calibri Light" panose="020F0302020204030204" pitchFamily="34" charset="0"/>
              <a:cs typeface="Calibri Light" panose="020F0302020204030204" pitchFamily="34" charset="0"/>
            </a:endParaRPr>
          </a:p>
          <a:p>
            <a:pPr>
              <a:buFont typeface="Wingdings" panose="05000000000000000000" pitchFamily="2" charset="2"/>
              <a:buChar char="Ø"/>
            </a:pPr>
            <a:r>
              <a:rPr lang="en-US" sz="2200" dirty="0">
                <a:latin typeface="Calibri Light" panose="020F0302020204030204" pitchFamily="34" charset="0"/>
                <a:cs typeface="Calibri Light" panose="020F0302020204030204" pitchFamily="34" charset="0"/>
              </a:rPr>
              <a:t>Docker Enterprise Edition ( is designed for enterprise development and IT teams who build, ship, and run business critical applications in production at </a:t>
            </a:r>
            <a:r>
              <a:rPr lang="en-US" sz="2200" dirty="0" err="1">
                <a:latin typeface="Calibri Light" panose="020F0302020204030204" pitchFamily="34" charset="0"/>
                <a:cs typeface="Calibri Light" panose="020F0302020204030204" pitchFamily="34" charset="0"/>
              </a:rPr>
              <a:t>scale.Supports</a:t>
            </a:r>
            <a:r>
              <a:rPr lang="en-US" sz="2200" dirty="0">
                <a:latin typeface="Calibri Light" panose="020F0302020204030204" pitchFamily="34" charset="0"/>
                <a:cs typeface="Calibri Light" panose="020F0302020204030204" pitchFamily="34" charset="0"/>
              </a:rPr>
              <a:t> both CLI and GUI.</a:t>
            </a:r>
            <a:endParaRPr lang="en-IN" sz="2200" dirty="0">
              <a:latin typeface="Calibri Light" panose="020F0302020204030204" pitchFamily="34" charset="0"/>
              <a:cs typeface="Calibri Light" panose="020F0302020204030204" pitchFamily="34" charset="0"/>
            </a:endParaRPr>
          </a:p>
        </p:txBody>
      </p:sp>
      <p:sp>
        <p:nvSpPr>
          <p:cNvPr id="5" name="Footer Placeholder 4">
            <a:extLst>
              <a:ext uri="{FF2B5EF4-FFF2-40B4-BE49-F238E27FC236}">
                <a16:creationId xmlns:a16="http://schemas.microsoft.com/office/drawing/2014/main" id="{6315B44E-F98B-86B9-4120-520B5323B679}"/>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24130146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C61B7-84C1-4119-BEC7-49CDB8E8B75B}"/>
              </a:ext>
            </a:extLst>
          </p:cNvPr>
          <p:cNvSpPr>
            <a:spLocks noGrp="1"/>
          </p:cNvSpPr>
          <p:nvPr>
            <p:ph type="title"/>
          </p:nvPr>
        </p:nvSpPr>
        <p:spPr>
          <a:xfrm>
            <a:off x="76200" y="70643"/>
            <a:ext cx="10515600" cy="1325563"/>
          </a:xfrm>
        </p:spPr>
        <p:txBody>
          <a:bodyPr>
            <a:normAutofit/>
          </a:bodyPr>
          <a:lstStyle/>
          <a:p>
            <a:r>
              <a:rPr lang="en-IN" sz="3600" b="1" dirty="0"/>
              <a:t> Comparison of Docker Editions</a:t>
            </a:r>
          </a:p>
        </p:txBody>
      </p:sp>
      <p:pic>
        <p:nvPicPr>
          <p:cNvPr id="7" name="Content Placeholder 6">
            <a:extLst>
              <a:ext uri="{FF2B5EF4-FFF2-40B4-BE49-F238E27FC236}">
                <a16:creationId xmlns:a16="http://schemas.microsoft.com/office/drawing/2014/main" id="{6913FD1B-AE50-4B36-9973-8B9DC7AC3731}"/>
              </a:ext>
            </a:extLst>
          </p:cNvPr>
          <p:cNvPicPr>
            <a:picLocks noGrp="1" noChangeAspect="1"/>
          </p:cNvPicPr>
          <p:nvPr>
            <p:ph idx="1"/>
          </p:nvPr>
        </p:nvPicPr>
        <p:blipFill>
          <a:blip r:embed="rId2"/>
          <a:stretch>
            <a:fillRect/>
          </a:stretch>
        </p:blipFill>
        <p:spPr>
          <a:xfrm>
            <a:off x="838200" y="1624013"/>
            <a:ext cx="9687508" cy="4500562"/>
          </a:xfrm>
          <a:prstGeom prst="rect">
            <a:avLst/>
          </a:prstGeom>
          <a:ln w="3175">
            <a:solidFill>
              <a:schemeClr val="tx1"/>
            </a:solidFill>
          </a:ln>
        </p:spPr>
      </p:pic>
      <p:sp>
        <p:nvSpPr>
          <p:cNvPr id="4" name="Footer Placeholder 3">
            <a:extLst>
              <a:ext uri="{FF2B5EF4-FFF2-40B4-BE49-F238E27FC236}">
                <a16:creationId xmlns:a16="http://schemas.microsoft.com/office/drawing/2014/main" id="{0CBAB856-9368-85AB-54C1-EC730F074969}"/>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40479794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540" y="194497"/>
            <a:ext cx="8146060" cy="615553"/>
          </a:xfrm>
        </p:spPr>
        <p:txBody>
          <a:bodyPr>
            <a:normAutofit/>
          </a:bodyPr>
          <a:lstStyle/>
          <a:p>
            <a:r>
              <a:rPr lang="en-US" sz="3600" b="1" dirty="0"/>
              <a:t>Docker Architecture &amp; Components</a:t>
            </a:r>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0134" y="867200"/>
            <a:ext cx="8731730" cy="6064187"/>
          </a:xfrm>
          <a:prstGeom prst="rect">
            <a:avLst/>
          </a:prstGeom>
        </p:spPr>
      </p:pic>
      <p:sp>
        <p:nvSpPr>
          <p:cNvPr id="4" name="Footer Placeholder 3">
            <a:extLst>
              <a:ext uri="{FF2B5EF4-FFF2-40B4-BE49-F238E27FC236}">
                <a16:creationId xmlns:a16="http://schemas.microsoft.com/office/drawing/2014/main" id="{7E444D63-7E56-A4F2-8508-3CE683443026}"/>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30128165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ED6A1-67C3-40AB-8677-4728E22C4E99}"/>
              </a:ext>
            </a:extLst>
          </p:cNvPr>
          <p:cNvSpPr>
            <a:spLocks noGrp="1"/>
          </p:cNvSpPr>
          <p:nvPr>
            <p:ph type="title"/>
          </p:nvPr>
        </p:nvSpPr>
        <p:spPr>
          <a:xfrm>
            <a:off x="-276225" y="0"/>
            <a:ext cx="10515600" cy="1325563"/>
          </a:xfrm>
        </p:spPr>
        <p:txBody>
          <a:bodyPr>
            <a:normAutofit/>
          </a:bodyPr>
          <a:lstStyle/>
          <a:p>
            <a:r>
              <a:rPr lang="en-IN" sz="3600" b="1" dirty="0">
                <a:solidFill>
                  <a:schemeClr val="tx1">
                    <a:lumMod val="95000"/>
                    <a:lumOff val="5000"/>
                  </a:schemeClr>
                </a:solidFill>
              </a:rPr>
              <a:t>	Docker Engine</a:t>
            </a:r>
          </a:p>
        </p:txBody>
      </p:sp>
      <p:pic>
        <p:nvPicPr>
          <p:cNvPr id="1026" name="Picture 2" descr="Docker Engine Components Flow">
            <a:extLst>
              <a:ext uri="{FF2B5EF4-FFF2-40B4-BE49-F238E27FC236}">
                <a16:creationId xmlns:a16="http://schemas.microsoft.com/office/drawing/2014/main" id="{A7006431-C0AA-48DA-95F6-61BCF499BFC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72274" y="2041003"/>
            <a:ext cx="4238625" cy="3316810"/>
          </a:xfrm>
          <a:prstGeom prst="rect">
            <a:avLst/>
          </a:prstGeom>
          <a:noFill/>
          <a:ln w="3175">
            <a:solidFill>
              <a:schemeClr val="tx1"/>
            </a:solidFill>
          </a:ln>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3F4AAEA-5B59-4D2C-9D1D-86F428B6F53F}"/>
              </a:ext>
            </a:extLst>
          </p:cNvPr>
          <p:cNvSpPr txBox="1"/>
          <p:nvPr/>
        </p:nvSpPr>
        <p:spPr>
          <a:xfrm>
            <a:off x="190500" y="1219200"/>
            <a:ext cx="6276975" cy="4801314"/>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1" i="0" u="none" strike="noStrike" kern="1200" cap="none" spc="0" normalizeH="0" baseline="0" noProof="0" dirty="0">
                <a:ln>
                  <a:noFill/>
                </a:ln>
                <a:solidFill>
                  <a:prstClr val="black"/>
                </a:solidFill>
                <a:effectLst/>
                <a:uLnTx/>
                <a:uFillTx/>
                <a:latin typeface="Calibri Light" panose="020F0302020204030204"/>
                <a:ea typeface="+mn-ea"/>
                <a:cs typeface="+mn-cs"/>
              </a:rPr>
              <a:t>Docker Engine is a client-server application with these major components:</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8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Calibri Light" panose="020F0302020204030204"/>
                <a:ea typeface="+mn-ea"/>
                <a:cs typeface="+mn-cs"/>
              </a:rPr>
              <a:t>A server which is a type of long-running program called a daemon process (the </a:t>
            </a:r>
            <a:r>
              <a:rPr kumimoji="0" lang="en-US" sz="1800" b="0" i="0" u="none" strike="noStrike" kern="1200" cap="none" spc="0" normalizeH="0" baseline="0" noProof="0" dirty="0" err="1">
                <a:ln>
                  <a:noFill/>
                </a:ln>
                <a:solidFill>
                  <a:prstClr val="black"/>
                </a:solidFill>
                <a:effectLst/>
                <a:uLnTx/>
                <a:uFillTx/>
                <a:latin typeface="Calibri Light" panose="020F0302020204030204"/>
                <a:ea typeface="+mn-ea"/>
                <a:cs typeface="+mn-cs"/>
              </a:rPr>
              <a:t>dockerd</a:t>
            </a:r>
            <a:r>
              <a:rPr kumimoji="0" lang="en-US" sz="1800" b="0" i="0" u="none" strike="noStrike" kern="1200" cap="none" spc="0" normalizeH="0" baseline="0" noProof="0" dirty="0">
                <a:ln>
                  <a:noFill/>
                </a:ln>
                <a:solidFill>
                  <a:prstClr val="black"/>
                </a:solidFill>
                <a:effectLst/>
                <a:uLnTx/>
                <a:uFillTx/>
                <a:latin typeface="Calibri Light" panose="020F0302020204030204"/>
                <a:ea typeface="+mn-ea"/>
                <a:cs typeface="+mn-cs"/>
              </a:rPr>
              <a:t> command).</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8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Calibri Light" panose="020F0302020204030204"/>
                <a:ea typeface="+mn-ea"/>
                <a:cs typeface="+mn-cs"/>
              </a:rPr>
              <a:t>A REST API which specifies interfaces that programs can use to talk to the daemon and instruct it what to do.</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8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Calibri Light" panose="020F0302020204030204"/>
                <a:ea typeface="+mn-ea"/>
                <a:cs typeface="+mn-cs"/>
              </a:rPr>
              <a:t>A command line interface (CLI) client (the docker command).</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8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Calibri Light" panose="020F0302020204030204"/>
                <a:ea typeface="+mn-ea"/>
                <a:cs typeface="+mn-cs"/>
              </a:rPr>
              <a:t>The CLI uses the Docker REST API to control or interact with the Docker daemon through scripting or direct CLI commands. </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8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solidFill>
                <a:effectLst/>
                <a:uLnTx/>
                <a:uFillTx/>
                <a:latin typeface="Calibri Light" panose="020F0302020204030204"/>
                <a:ea typeface="+mn-ea"/>
                <a:cs typeface="+mn-cs"/>
              </a:rPr>
              <a:t>The daemon creates and manages Docker objects, such as images, containers, networks, and volumes.</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IN" sz="18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5" name="Footer Placeholder 4">
            <a:extLst>
              <a:ext uri="{FF2B5EF4-FFF2-40B4-BE49-F238E27FC236}">
                <a16:creationId xmlns:a16="http://schemas.microsoft.com/office/drawing/2014/main" id="{58D81E07-E594-D5A7-3F86-74FC0DC31032}"/>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36183295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740" y="236576"/>
            <a:ext cx="10939068" cy="615553"/>
          </a:xfrm>
        </p:spPr>
        <p:txBody>
          <a:bodyPr>
            <a:normAutofit/>
          </a:bodyPr>
          <a:lstStyle/>
          <a:p>
            <a:r>
              <a:rPr lang="en-US" sz="3600" b="1" dirty="0">
                <a:solidFill>
                  <a:schemeClr val="tx1">
                    <a:lumMod val="95000"/>
                    <a:lumOff val="5000"/>
                  </a:schemeClr>
                </a:solidFill>
              </a:rPr>
              <a:t>Docker Components</a:t>
            </a:r>
          </a:p>
        </p:txBody>
      </p:sp>
      <p:sp>
        <p:nvSpPr>
          <p:cNvPr id="3" name="Text Placeholder 2"/>
          <p:cNvSpPr>
            <a:spLocks noGrp="1"/>
          </p:cNvSpPr>
          <p:nvPr>
            <p:ph idx="1"/>
          </p:nvPr>
        </p:nvSpPr>
        <p:spPr>
          <a:xfrm>
            <a:off x="228600" y="1066800"/>
            <a:ext cx="11544299" cy="5246847"/>
          </a:xfrm>
        </p:spPr>
        <p:txBody>
          <a:bodyPr>
            <a:normAutofit/>
          </a:bodyPr>
          <a:lstStyle/>
          <a:p>
            <a:pPr marL="0" indent="0">
              <a:buNone/>
            </a:pPr>
            <a:r>
              <a:rPr lang="en-US" sz="2400" b="1" u="sng" dirty="0">
                <a:latin typeface="+mj-lt"/>
              </a:rPr>
              <a:t>The Docker daemon</a:t>
            </a:r>
          </a:p>
          <a:p>
            <a:pPr>
              <a:buFont typeface="Wingdings" panose="05000000000000000000" pitchFamily="2" charset="2"/>
              <a:buChar char="§"/>
            </a:pPr>
            <a:r>
              <a:rPr lang="en-US" sz="2000" dirty="0">
                <a:latin typeface="+mj-lt"/>
              </a:rPr>
              <a:t>The Docker daemon (</a:t>
            </a:r>
            <a:r>
              <a:rPr lang="en-US" sz="2000" dirty="0" err="1">
                <a:latin typeface="+mj-lt"/>
              </a:rPr>
              <a:t>dockerd</a:t>
            </a:r>
            <a:r>
              <a:rPr lang="en-US" sz="2000" dirty="0">
                <a:latin typeface="+mj-lt"/>
              </a:rPr>
              <a:t>) listens for Docker API requests and manages Docker objects such as images, containers, networks, and volumes. </a:t>
            </a:r>
          </a:p>
          <a:p>
            <a:endParaRPr lang="en-US" sz="1600" dirty="0"/>
          </a:p>
          <a:p>
            <a:pPr marL="0" indent="0">
              <a:buNone/>
            </a:pPr>
            <a:r>
              <a:rPr lang="en-US" sz="2400" b="1" u="sng" dirty="0">
                <a:latin typeface="+mj-lt"/>
              </a:rPr>
              <a:t>The Docker client</a:t>
            </a:r>
          </a:p>
          <a:p>
            <a:pPr marL="0" indent="0">
              <a:buNone/>
            </a:pPr>
            <a:endParaRPr lang="en-US" sz="1600" dirty="0"/>
          </a:p>
          <a:p>
            <a:pPr>
              <a:buFont typeface="Wingdings" panose="05000000000000000000" pitchFamily="2" charset="2"/>
              <a:buChar char="§"/>
            </a:pPr>
            <a:r>
              <a:rPr lang="en-US" sz="2200" dirty="0">
                <a:latin typeface="+mj-lt"/>
              </a:rPr>
              <a:t>The Docker client (docker) is the primary way that many Docker users interact with Docker. </a:t>
            </a:r>
          </a:p>
          <a:p>
            <a:pPr>
              <a:buFont typeface="Wingdings" panose="05000000000000000000" pitchFamily="2" charset="2"/>
              <a:buChar char="§"/>
            </a:pPr>
            <a:r>
              <a:rPr lang="en-US" sz="2200" dirty="0">
                <a:latin typeface="+mj-lt"/>
              </a:rPr>
              <a:t>When any commands such as docker run is executed, the client sends these commands to </a:t>
            </a:r>
            <a:r>
              <a:rPr lang="en-US" sz="2200" dirty="0" err="1">
                <a:latin typeface="+mj-lt"/>
              </a:rPr>
              <a:t>dockerd</a:t>
            </a:r>
            <a:r>
              <a:rPr lang="en-US" sz="2200" dirty="0">
                <a:latin typeface="+mj-lt"/>
              </a:rPr>
              <a:t>, which carries them out. </a:t>
            </a:r>
          </a:p>
          <a:p>
            <a:pPr>
              <a:buFont typeface="Wingdings" panose="05000000000000000000" pitchFamily="2" charset="2"/>
              <a:buChar char="§"/>
            </a:pPr>
            <a:r>
              <a:rPr lang="en-US" sz="2200" dirty="0">
                <a:latin typeface="+mj-lt"/>
              </a:rPr>
              <a:t>The docker command uses the Docker API. </a:t>
            </a:r>
          </a:p>
          <a:p>
            <a:pPr marL="0" indent="0">
              <a:buNone/>
            </a:pPr>
            <a:endParaRPr lang="en-US" sz="1600" dirty="0"/>
          </a:p>
        </p:txBody>
      </p:sp>
      <p:sp>
        <p:nvSpPr>
          <p:cNvPr id="5" name="Footer Placeholder 4">
            <a:extLst>
              <a:ext uri="{FF2B5EF4-FFF2-40B4-BE49-F238E27FC236}">
                <a16:creationId xmlns:a16="http://schemas.microsoft.com/office/drawing/2014/main" id="{AC63F4C0-BE7A-44D7-3856-839323E93733}"/>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35504054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52B61-F5C5-4ABC-895D-7623791D4510}"/>
              </a:ext>
            </a:extLst>
          </p:cNvPr>
          <p:cNvSpPr>
            <a:spLocks noGrp="1"/>
          </p:cNvSpPr>
          <p:nvPr>
            <p:ph type="title"/>
          </p:nvPr>
        </p:nvSpPr>
        <p:spPr>
          <a:xfrm>
            <a:off x="463826" y="136525"/>
            <a:ext cx="10515600" cy="1325563"/>
          </a:xfrm>
        </p:spPr>
        <p:txBody>
          <a:bodyPr>
            <a:normAutofit/>
          </a:bodyPr>
          <a:lstStyle/>
          <a:p>
            <a:r>
              <a:rPr lang="en-IN" sz="3600" b="1" dirty="0">
                <a:solidFill>
                  <a:schemeClr val="tx1">
                    <a:lumMod val="95000"/>
                    <a:lumOff val="5000"/>
                  </a:schemeClr>
                </a:solidFill>
              </a:rPr>
              <a:t>Docker Registries</a:t>
            </a:r>
          </a:p>
        </p:txBody>
      </p:sp>
      <p:sp>
        <p:nvSpPr>
          <p:cNvPr id="3" name="Content Placeholder 2">
            <a:extLst>
              <a:ext uri="{FF2B5EF4-FFF2-40B4-BE49-F238E27FC236}">
                <a16:creationId xmlns:a16="http://schemas.microsoft.com/office/drawing/2014/main" id="{94502683-4877-422E-9020-6A8388C3BFE6}"/>
              </a:ext>
            </a:extLst>
          </p:cNvPr>
          <p:cNvSpPr>
            <a:spLocks noGrp="1"/>
          </p:cNvSpPr>
          <p:nvPr>
            <p:ph idx="1"/>
          </p:nvPr>
        </p:nvSpPr>
        <p:spPr>
          <a:xfrm>
            <a:off x="463826" y="1457740"/>
            <a:ext cx="11509099" cy="4790660"/>
          </a:xfrm>
        </p:spPr>
        <p:txBody>
          <a:bodyPr>
            <a:normAutofit/>
          </a:bodyPr>
          <a:lstStyle/>
          <a:p>
            <a:pPr>
              <a:buFont typeface="Wingdings" panose="05000000000000000000" pitchFamily="2" charset="2"/>
              <a:buChar char="§"/>
            </a:pPr>
            <a:endParaRPr lang="en-US" sz="2200" dirty="0">
              <a:latin typeface="+mj-lt"/>
            </a:endParaRPr>
          </a:p>
          <a:p>
            <a:pPr>
              <a:buFont typeface="Wingdings" panose="05000000000000000000" pitchFamily="2" charset="2"/>
              <a:buChar char="§"/>
            </a:pPr>
            <a:r>
              <a:rPr lang="en-US" sz="2200" dirty="0">
                <a:latin typeface="+mj-lt"/>
              </a:rPr>
              <a:t>Docker registry stores Docker images. Docker Hub and Docker Cloud are public registries that anyone can use, and Docker is configured to look for images on Docker Hub by default. </a:t>
            </a:r>
          </a:p>
          <a:p>
            <a:pPr>
              <a:buFont typeface="Wingdings" panose="05000000000000000000" pitchFamily="2" charset="2"/>
              <a:buChar char="§"/>
            </a:pPr>
            <a:endParaRPr lang="en-US" sz="2200" dirty="0">
              <a:latin typeface="+mj-lt"/>
            </a:endParaRPr>
          </a:p>
          <a:p>
            <a:pPr>
              <a:buFont typeface="Wingdings" panose="05000000000000000000" pitchFamily="2" charset="2"/>
              <a:buChar char="§"/>
            </a:pPr>
            <a:r>
              <a:rPr lang="en-US" sz="2200" dirty="0">
                <a:latin typeface="+mj-lt"/>
              </a:rPr>
              <a:t> Default Docker Registry is DockerHub in which  both public and private repositories can be created</a:t>
            </a:r>
          </a:p>
          <a:p>
            <a:pPr>
              <a:buFont typeface="Wingdings" panose="05000000000000000000" pitchFamily="2" charset="2"/>
              <a:buChar char="§"/>
            </a:pPr>
            <a:endParaRPr lang="en-US" sz="2200" dirty="0">
              <a:latin typeface="+mj-lt"/>
            </a:endParaRPr>
          </a:p>
          <a:p>
            <a:pPr>
              <a:buFont typeface="Wingdings" panose="05000000000000000000" pitchFamily="2" charset="2"/>
              <a:buChar char="§"/>
            </a:pPr>
            <a:r>
              <a:rPr lang="en-US" sz="2200" dirty="0">
                <a:latin typeface="+mj-lt"/>
              </a:rPr>
              <a:t>When docker pull is executed , the required images are pulled from configured registry. </a:t>
            </a:r>
          </a:p>
          <a:p>
            <a:pPr>
              <a:buFont typeface="Wingdings" panose="05000000000000000000" pitchFamily="2" charset="2"/>
              <a:buChar char="§"/>
            </a:pPr>
            <a:endParaRPr lang="en-US" sz="2200" dirty="0">
              <a:latin typeface="+mj-lt"/>
            </a:endParaRPr>
          </a:p>
          <a:p>
            <a:pPr>
              <a:buFont typeface="Wingdings" panose="05000000000000000000" pitchFamily="2" charset="2"/>
              <a:buChar char="§"/>
            </a:pPr>
            <a:r>
              <a:rPr lang="en-US" sz="2200" dirty="0">
                <a:latin typeface="+mj-lt"/>
              </a:rPr>
              <a:t>When the docker push command is executed , image is pushed to the configured registry.</a:t>
            </a:r>
          </a:p>
          <a:p>
            <a:pPr>
              <a:buFont typeface="Wingdings" panose="05000000000000000000" pitchFamily="2" charset="2"/>
              <a:buChar char="§"/>
            </a:pPr>
            <a:endParaRPr lang="en-US" sz="2200" dirty="0">
              <a:latin typeface="+mj-lt"/>
            </a:endParaRPr>
          </a:p>
          <a:p>
            <a:pPr>
              <a:buFont typeface="Wingdings" panose="05000000000000000000" pitchFamily="2" charset="2"/>
              <a:buChar char="§"/>
            </a:pPr>
            <a:endParaRPr lang="en-IN" sz="2200" dirty="0">
              <a:latin typeface="+mj-lt"/>
            </a:endParaRPr>
          </a:p>
        </p:txBody>
      </p:sp>
      <p:sp>
        <p:nvSpPr>
          <p:cNvPr id="5" name="Footer Placeholder 4">
            <a:extLst>
              <a:ext uri="{FF2B5EF4-FFF2-40B4-BE49-F238E27FC236}">
                <a16:creationId xmlns:a16="http://schemas.microsoft.com/office/drawing/2014/main" id="{3A6B76BE-22C8-D8F4-9548-209473427AA5}"/>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20079743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732" y="491867"/>
            <a:ext cx="10939068" cy="615553"/>
          </a:xfrm>
        </p:spPr>
        <p:txBody>
          <a:bodyPr>
            <a:normAutofit/>
          </a:bodyPr>
          <a:lstStyle/>
          <a:p>
            <a:r>
              <a:rPr lang="en-US" sz="3600" b="1" dirty="0">
                <a:solidFill>
                  <a:schemeClr val="tx1">
                    <a:lumMod val="95000"/>
                    <a:lumOff val="5000"/>
                  </a:schemeClr>
                </a:solidFill>
              </a:rPr>
              <a:t>Docker Images</a:t>
            </a:r>
          </a:p>
        </p:txBody>
      </p:sp>
      <p:sp>
        <p:nvSpPr>
          <p:cNvPr id="3" name="Text Placeholder 2"/>
          <p:cNvSpPr>
            <a:spLocks noGrp="1"/>
          </p:cNvSpPr>
          <p:nvPr>
            <p:ph idx="1"/>
          </p:nvPr>
        </p:nvSpPr>
        <p:spPr>
          <a:xfrm>
            <a:off x="317919" y="1349375"/>
            <a:ext cx="11556162" cy="4708981"/>
          </a:xfrm>
        </p:spPr>
        <p:txBody>
          <a:bodyPr>
            <a:normAutofit/>
          </a:bodyPr>
          <a:lstStyle/>
          <a:p>
            <a:pPr>
              <a:buFont typeface="Wingdings" panose="05000000000000000000" pitchFamily="2" charset="2"/>
              <a:buChar char="§"/>
            </a:pPr>
            <a:r>
              <a:rPr lang="en-US" sz="2200" dirty="0">
                <a:latin typeface="+mj-lt"/>
              </a:rPr>
              <a:t>An image is a read-only template with instructions for creating a Docker container.</a:t>
            </a:r>
          </a:p>
          <a:p>
            <a:pPr>
              <a:buFont typeface="Wingdings" panose="05000000000000000000" pitchFamily="2" charset="2"/>
              <a:buChar char="§"/>
            </a:pPr>
            <a:endParaRPr lang="en-US" sz="2200" dirty="0">
              <a:latin typeface="+mj-lt"/>
            </a:endParaRPr>
          </a:p>
          <a:p>
            <a:pPr>
              <a:buFont typeface="Wingdings" panose="05000000000000000000" pitchFamily="2" charset="2"/>
              <a:buChar char="§"/>
            </a:pPr>
            <a:r>
              <a:rPr lang="en-US" sz="2200" dirty="0">
                <a:latin typeface="+mj-lt"/>
              </a:rPr>
              <a:t>An image is based on another base OS image, with some additional customization. </a:t>
            </a:r>
          </a:p>
          <a:p>
            <a:pPr marL="0" indent="0">
              <a:buNone/>
            </a:pPr>
            <a:r>
              <a:rPr lang="en-US" sz="2200" dirty="0">
                <a:latin typeface="+mj-lt"/>
              </a:rPr>
              <a:t> </a:t>
            </a:r>
          </a:p>
          <a:p>
            <a:pPr marL="0" indent="0">
              <a:buNone/>
            </a:pPr>
            <a:r>
              <a:rPr lang="en-US" sz="2200" b="1" dirty="0">
                <a:latin typeface="+mj-lt"/>
              </a:rPr>
              <a:t>For example</a:t>
            </a:r>
            <a:r>
              <a:rPr lang="en-US" sz="2200" dirty="0">
                <a:latin typeface="+mj-lt"/>
              </a:rPr>
              <a:t> –One may build an image which is based on the ubuntu image, but installs the Apache web server and your application, as well as the configuration details needed to make your application run.</a:t>
            </a:r>
          </a:p>
          <a:p>
            <a:pPr>
              <a:buFont typeface="Wingdings" panose="05000000000000000000" pitchFamily="2" charset="2"/>
              <a:buChar char="Ø"/>
            </a:pPr>
            <a:endParaRPr lang="en-US" sz="2200" dirty="0">
              <a:latin typeface="+mj-lt"/>
            </a:endParaRPr>
          </a:p>
          <a:p>
            <a:pPr>
              <a:buFont typeface="Wingdings" panose="05000000000000000000" pitchFamily="2" charset="2"/>
              <a:buChar char="§"/>
            </a:pPr>
            <a:r>
              <a:rPr lang="en-US" sz="2200" dirty="0">
                <a:latin typeface="+mj-lt"/>
              </a:rPr>
              <a:t>Using Dockerfile own images are built. Each instruction in a Dockerfile creates a layer in the image. When any layers are changed in the Dockerfile and rebuild the image, only those layers which have changed are rebuilt. This is why images are lightweight, small, and faster , when compared to virtualization technologies. </a:t>
            </a:r>
          </a:p>
          <a:p>
            <a:pPr marL="0" indent="0">
              <a:buNone/>
            </a:pPr>
            <a:endParaRPr lang="en-US" sz="2200" dirty="0">
              <a:latin typeface="+mj-lt"/>
            </a:endParaRPr>
          </a:p>
          <a:p>
            <a:endParaRPr lang="en-US" sz="2200" dirty="0">
              <a:latin typeface="+mj-lt"/>
            </a:endParaRPr>
          </a:p>
          <a:p>
            <a:endParaRPr lang="en-US" sz="2200" dirty="0">
              <a:latin typeface="+mj-lt"/>
            </a:endParaRPr>
          </a:p>
        </p:txBody>
      </p:sp>
      <p:sp>
        <p:nvSpPr>
          <p:cNvPr id="5" name="Footer Placeholder 4">
            <a:extLst>
              <a:ext uri="{FF2B5EF4-FFF2-40B4-BE49-F238E27FC236}">
                <a16:creationId xmlns:a16="http://schemas.microsoft.com/office/drawing/2014/main" id="{9CF6A58C-6113-221A-4173-BDD98E56A013}"/>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31981073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42101"/>
            <a:ext cx="10939068" cy="615553"/>
          </a:xfrm>
        </p:spPr>
        <p:txBody>
          <a:bodyPr>
            <a:normAutofit/>
          </a:bodyPr>
          <a:lstStyle/>
          <a:p>
            <a:r>
              <a:rPr lang="en-US" sz="3600" b="1" dirty="0">
                <a:solidFill>
                  <a:schemeClr val="tx1">
                    <a:lumMod val="95000"/>
                    <a:lumOff val="5000"/>
                  </a:schemeClr>
                </a:solidFill>
              </a:rPr>
              <a:t>             Docker Containers</a:t>
            </a:r>
          </a:p>
        </p:txBody>
      </p:sp>
      <p:sp>
        <p:nvSpPr>
          <p:cNvPr id="3" name="Text Placeholder 2"/>
          <p:cNvSpPr>
            <a:spLocks noGrp="1"/>
          </p:cNvSpPr>
          <p:nvPr>
            <p:ph idx="1"/>
          </p:nvPr>
        </p:nvSpPr>
        <p:spPr>
          <a:xfrm>
            <a:off x="228600" y="1341010"/>
            <a:ext cx="11356137" cy="4431983"/>
          </a:xfrm>
        </p:spPr>
        <p:txBody>
          <a:bodyPr>
            <a:noAutofit/>
          </a:bodyPr>
          <a:lstStyle/>
          <a:p>
            <a:pPr>
              <a:buFont typeface="Wingdings" panose="05000000000000000000" pitchFamily="2" charset="2"/>
              <a:buChar char="§"/>
            </a:pPr>
            <a:r>
              <a:rPr lang="en-US" sz="2200" dirty="0">
                <a:latin typeface="+mj-lt"/>
              </a:rPr>
              <a:t>A container is a runnable instance of an image. One can create, start, stop, move, or delete a container using the Docker API or CLI.</a:t>
            </a:r>
          </a:p>
          <a:p>
            <a:pPr>
              <a:buFont typeface="Wingdings" panose="05000000000000000000" pitchFamily="2" charset="2"/>
              <a:buChar char="§"/>
            </a:pPr>
            <a:endParaRPr lang="en-US" sz="2200" dirty="0">
              <a:latin typeface="+mj-lt"/>
            </a:endParaRPr>
          </a:p>
          <a:p>
            <a:pPr>
              <a:buFont typeface="Wingdings" panose="05000000000000000000" pitchFamily="2" charset="2"/>
              <a:buChar char="§"/>
            </a:pPr>
            <a:r>
              <a:rPr lang="en-US" sz="2200" dirty="0">
                <a:latin typeface="+mj-lt"/>
              </a:rPr>
              <a:t>Containers are lightweight because they don’t need the extra load of a hypervisor, but run directly within the host machine’s kernel</a:t>
            </a:r>
          </a:p>
          <a:p>
            <a:pPr>
              <a:buFont typeface="Wingdings" panose="05000000000000000000" pitchFamily="2" charset="2"/>
              <a:buChar char="§"/>
            </a:pPr>
            <a:endParaRPr lang="en-US" sz="2200" dirty="0">
              <a:latin typeface="+mj-lt"/>
            </a:endParaRPr>
          </a:p>
          <a:p>
            <a:pPr>
              <a:buFont typeface="Wingdings" panose="05000000000000000000" pitchFamily="2" charset="2"/>
              <a:buChar char="§"/>
            </a:pPr>
            <a:r>
              <a:rPr lang="en-US" sz="2200" dirty="0">
                <a:latin typeface="+mj-lt"/>
              </a:rPr>
              <a:t>By default, a container is relatively well isolated from other containers and its host machine. </a:t>
            </a:r>
          </a:p>
          <a:p>
            <a:pPr>
              <a:buFont typeface="Wingdings" panose="05000000000000000000" pitchFamily="2" charset="2"/>
              <a:buChar char="§"/>
            </a:pPr>
            <a:endParaRPr lang="en-US" sz="2200" dirty="0">
              <a:latin typeface="+mj-lt"/>
            </a:endParaRPr>
          </a:p>
          <a:p>
            <a:pPr>
              <a:buFont typeface="Wingdings" panose="05000000000000000000" pitchFamily="2" charset="2"/>
              <a:buChar char="§"/>
            </a:pPr>
            <a:r>
              <a:rPr lang="en-US" sz="2200" dirty="0">
                <a:latin typeface="+mj-lt"/>
              </a:rPr>
              <a:t>A container is defined by its image as well as any configuration options you provide to it when you create or start it. </a:t>
            </a:r>
          </a:p>
          <a:p>
            <a:pPr>
              <a:buFont typeface="Wingdings" panose="05000000000000000000" pitchFamily="2" charset="2"/>
              <a:buChar char="§"/>
            </a:pPr>
            <a:endParaRPr lang="en-US" sz="2200" dirty="0">
              <a:latin typeface="+mj-lt"/>
            </a:endParaRPr>
          </a:p>
          <a:p>
            <a:pPr>
              <a:buFont typeface="Wingdings" panose="05000000000000000000" pitchFamily="2" charset="2"/>
              <a:buChar char="§"/>
            </a:pPr>
            <a:r>
              <a:rPr lang="en-US" sz="2200" dirty="0">
                <a:latin typeface="+mj-lt"/>
              </a:rPr>
              <a:t>When a container is removed, any changes to its state that are not stored in persistent storage disappear.</a:t>
            </a:r>
          </a:p>
          <a:p>
            <a:pPr>
              <a:buFont typeface="Wingdings" panose="05000000000000000000" pitchFamily="2" charset="2"/>
              <a:buChar char="§"/>
            </a:pPr>
            <a:endParaRPr lang="en-US" sz="2200" dirty="0">
              <a:latin typeface="+mj-lt"/>
            </a:endParaRPr>
          </a:p>
        </p:txBody>
      </p:sp>
      <p:sp>
        <p:nvSpPr>
          <p:cNvPr id="5" name="Footer Placeholder 4">
            <a:extLst>
              <a:ext uri="{FF2B5EF4-FFF2-40B4-BE49-F238E27FC236}">
                <a16:creationId xmlns:a16="http://schemas.microsoft.com/office/drawing/2014/main" id="{98901315-2F47-D9A0-C361-89C676E6E21A}"/>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15431445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EF887-2C1D-4512-AC39-C23E5BDF7AEF}"/>
              </a:ext>
            </a:extLst>
          </p:cNvPr>
          <p:cNvSpPr>
            <a:spLocks noGrp="1"/>
          </p:cNvSpPr>
          <p:nvPr>
            <p:ph type="title"/>
          </p:nvPr>
        </p:nvSpPr>
        <p:spPr/>
        <p:txBody>
          <a:bodyPr>
            <a:normAutofit/>
          </a:bodyPr>
          <a:lstStyle/>
          <a:p>
            <a:r>
              <a:rPr lang="en-IN" sz="3600" b="1" dirty="0">
                <a:solidFill>
                  <a:schemeClr val="tx1">
                    <a:lumMod val="95000"/>
                    <a:lumOff val="5000"/>
                  </a:schemeClr>
                </a:solidFill>
              </a:rPr>
              <a:t>Docker Container Lifecycle</a:t>
            </a:r>
          </a:p>
        </p:txBody>
      </p:sp>
      <p:pic>
        <p:nvPicPr>
          <p:cNvPr id="7" name="Content Placeholder 6">
            <a:extLst>
              <a:ext uri="{FF2B5EF4-FFF2-40B4-BE49-F238E27FC236}">
                <a16:creationId xmlns:a16="http://schemas.microsoft.com/office/drawing/2014/main" id="{A75FB763-05E7-4594-BAD1-DC8E03A5E636}"/>
              </a:ext>
            </a:extLst>
          </p:cNvPr>
          <p:cNvPicPr>
            <a:picLocks noGrp="1" noChangeAspect="1"/>
          </p:cNvPicPr>
          <p:nvPr>
            <p:ph idx="1"/>
          </p:nvPr>
        </p:nvPicPr>
        <p:blipFill>
          <a:blip r:embed="rId2"/>
          <a:stretch>
            <a:fillRect/>
          </a:stretch>
        </p:blipFill>
        <p:spPr>
          <a:xfrm>
            <a:off x="489380" y="1690688"/>
            <a:ext cx="10988245" cy="4293652"/>
          </a:xfrm>
        </p:spPr>
      </p:pic>
      <p:sp>
        <p:nvSpPr>
          <p:cNvPr id="4" name="Footer Placeholder 3">
            <a:extLst>
              <a:ext uri="{FF2B5EF4-FFF2-40B4-BE49-F238E27FC236}">
                <a16:creationId xmlns:a16="http://schemas.microsoft.com/office/drawing/2014/main" id="{7D10D709-2FD2-0856-BFAD-D535500A1DD4}"/>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31257034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52800" y="2713820"/>
            <a:ext cx="5003165" cy="696595"/>
          </a:xfrm>
          <a:prstGeom prst="rect">
            <a:avLst/>
          </a:prstGeom>
        </p:spPr>
        <p:txBody>
          <a:bodyPr vert="horz" wrap="square" lIns="0" tIns="13335" rIns="0" bIns="0" rtlCol="0">
            <a:spAutoFit/>
          </a:bodyPr>
          <a:lstStyle/>
          <a:p>
            <a:pPr marL="12700">
              <a:lnSpc>
                <a:spcPct val="100000"/>
              </a:lnSpc>
              <a:spcBef>
                <a:spcPts val="105"/>
              </a:spcBef>
            </a:pPr>
            <a:r>
              <a:rPr sz="4400" spc="-5" dirty="0">
                <a:solidFill>
                  <a:schemeClr val="tx1"/>
                </a:solidFill>
                <a:latin typeface="+mj-lt"/>
              </a:rPr>
              <a:t>Docker</a:t>
            </a:r>
            <a:r>
              <a:rPr sz="4400" spc="-75" dirty="0">
                <a:solidFill>
                  <a:schemeClr val="tx1"/>
                </a:solidFill>
                <a:latin typeface="+mj-lt"/>
              </a:rPr>
              <a:t> </a:t>
            </a:r>
            <a:r>
              <a:rPr sz="4400" spc="-5" dirty="0">
                <a:solidFill>
                  <a:schemeClr val="tx1"/>
                </a:solidFill>
                <a:latin typeface="+mj-lt"/>
              </a:rPr>
              <a:t>Installation</a:t>
            </a:r>
            <a:endParaRPr sz="4400" dirty="0">
              <a:solidFill>
                <a:schemeClr val="tx1"/>
              </a:solidFill>
              <a:latin typeface="+mj-lt"/>
            </a:endParaRPr>
          </a:p>
        </p:txBody>
      </p:sp>
      <p:sp>
        <p:nvSpPr>
          <p:cNvPr id="3" name="object 3"/>
          <p:cNvSpPr/>
          <p:nvPr/>
        </p:nvSpPr>
        <p:spPr>
          <a:xfrm>
            <a:off x="10802746" y="1537842"/>
            <a:ext cx="107950" cy="1974723"/>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02746" y="3645661"/>
            <a:ext cx="105791" cy="1425702"/>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txBox="1"/>
          <p:nvPr/>
        </p:nvSpPr>
        <p:spPr>
          <a:xfrm>
            <a:off x="10661650" y="570992"/>
            <a:ext cx="22225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5" normalizeH="0" baseline="0" noProof="0" dirty="0">
                <a:ln>
                  <a:noFill/>
                </a:ln>
                <a:solidFill>
                  <a:srgbClr val="FFFFFF"/>
                </a:solidFill>
                <a:effectLst/>
                <a:uLnTx/>
                <a:uFillTx/>
                <a:latin typeface="Century Gothic"/>
                <a:ea typeface="+mn-ea"/>
                <a:cs typeface="Century Gothic"/>
              </a:rPr>
              <a:t>1</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8" name="Footer Placeholder 7">
            <a:extLst>
              <a:ext uri="{FF2B5EF4-FFF2-40B4-BE49-F238E27FC236}">
                <a16:creationId xmlns:a16="http://schemas.microsoft.com/office/drawing/2014/main" id="{2EBE9987-F66F-5B10-65C5-7D2E6BC10E05}"/>
              </a:ext>
            </a:extLst>
          </p:cNvPr>
          <p:cNvSpPr>
            <a:spLocks noGrp="1"/>
          </p:cNvSpPr>
          <p:nvPr>
            <p:ph type="ftr" sz="quarter" idx="5"/>
          </p:nvPr>
        </p:nvSpPr>
        <p:spPr>
          <a:xfrm>
            <a:off x="2041451" y="6377940"/>
            <a:ext cx="7602279" cy="480060"/>
          </a:xfrm>
        </p:spPr>
        <p:txBody>
          <a:bodyPr/>
          <a:lstStyle/>
          <a:p>
            <a:r>
              <a:rPr lang="en-US" dirty="0"/>
              <a:t>Chaitanya Training &amp; Consultancy -  www.chaitanyagaajula.com</a:t>
            </a:r>
            <a:endParaRPr lang="en-IN"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10802746" y="1537842"/>
            <a:ext cx="107950" cy="1974723"/>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4"/>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02746" y="3645661"/>
            <a:ext cx="105791" cy="1425702"/>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txBox="1"/>
          <p:nvPr/>
        </p:nvSpPr>
        <p:spPr>
          <a:xfrm>
            <a:off x="10661650" y="570992"/>
            <a:ext cx="22225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5" normalizeH="0" baseline="0" noProof="0" dirty="0">
                <a:ln>
                  <a:noFill/>
                </a:ln>
                <a:solidFill>
                  <a:srgbClr val="FFFFFF"/>
                </a:solidFill>
                <a:effectLst/>
                <a:uLnTx/>
                <a:uFillTx/>
                <a:latin typeface="Century Gothic"/>
                <a:ea typeface="+mn-ea"/>
                <a:cs typeface="Century Gothic"/>
              </a:rPr>
              <a:t>1</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pic>
        <p:nvPicPr>
          <p:cNvPr id="12" name="Picture 11">
            <a:extLst>
              <a:ext uri="{FF2B5EF4-FFF2-40B4-BE49-F238E27FC236}">
                <a16:creationId xmlns:a16="http://schemas.microsoft.com/office/drawing/2014/main" id="{4EA81023-A3CB-4EE6-9326-543A3C362EBD}"/>
              </a:ext>
            </a:extLst>
          </p:cNvPr>
          <p:cNvPicPr>
            <a:picLocks noChangeAspect="1"/>
          </p:cNvPicPr>
          <p:nvPr/>
        </p:nvPicPr>
        <p:blipFill>
          <a:blip r:embed="rId4"/>
          <a:stretch>
            <a:fillRect/>
          </a:stretch>
        </p:blipFill>
        <p:spPr>
          <a:xfrm>
            <a:off x="591015" y="1066436"/>
            <a:ext cx="10744200" cy="5348675"/>
          </a:xfrm>
          <a:prstGeom prst="rect">
            <a:avLst/>
          </a:prstGeom>
        </p:spPr>
      </p:pic>
      <p:sp>
        <p:nvSpPr>
          <p:cNvPr id="7" name="TextBox 6">
            <a:extLst>
              <a:ext uri="{FF2B5EF4-FFF2-40B4-BE49-F238E27FC236}">
                <a16:creationId xmlns:a16="http://schemas.microsoft.com/office/drawing/2014/main" id="{7C02CC7D-3940-4726-9086-7337360D11CF}"/>
              </a:ext>
            </a:extLst>
          </p:cNvPr>
          <p:cNvSpPr txBox="1"/>
          <p:nvPr/>
        </p:nvSpPr>
        <p:spPr>
          <a:xfrm>
            <a:off x="990600" y="270839"/>
            <a:ext cx="102108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0" i="0" u="none" strike="noStrike" kern="1200" cap="none" spc="0" normalizeH="0" baseline="0" noProof="0" dirty="0">
                <a:ln>
                  <a:noFill/>
                </a:ln>
                <a:solidFill>
                  <a:prstClr val="black"/>
                </a:solidFill>
                <a:effectLst/>
                <a:uLnTx/>
                <a:uFillTx/>
                <a:latin typeface="Calibri"/>
                <a:ea typeface="+mn-ea"/>
                <a:cs typeface="+mn-cs"/>
              </a:rPr>
              <a:t> Installing Docker on different Operating Systems</a:t>
            </a:r>
          </a:p>
        </p:txBody>
      </p:sp>
      <p:sp>
        <p:nvSpPr>
          <p:cNvPr id="8" name="Footer Placeholder 7">
            <a:extLst>
              <a:ext uri="{FF2B5EF4-FFF2-40B4-BE49-F238E27FC236}">
                <a16:creationId xmlns:a16="http://schemas.microsoft.com/office/drawing/2014/main" id="{968306D4-A44B-B090-F95F-CAF222F67879}"/>
              </a:ext>
            </a:extLst>
          </p:cNvPr>
          <p:cNvSpPr>
            <a:spLocks noGrp="1"/>
          </p:cNvSpPr>
          <p:nvPr>
            <p:ph type="ftr" sz="quarter" idx="5"/>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3252769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15767" y="464312"/>
            <a:ext cx="4120515" cy="566822"/>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0D0D0D"/>
                </a:solidFill>
                <a:latin typeface="+mj-lt"/>
              </a:rPr>
              <a:t>Docker </a:t>
            </a:r>
            <a:r>
              <a:rPr sz="3600" dirty="0">
                <a:solidFill>
                  <a:srgbClr val="0D0D0D"/>
                </a:solidFill>
                <a:latin typeface="+mj-lt"/>
              </a:rPr>
              <a:t>for</a:t>
            </a:r>
            <a:r>
              <a:rPr sz="3600" spc="-80" dirty="0">
                <a:solidFill>
                  <a:srgbClr val="0D0D0D"/>
                </a:solidFill>
                <a:latin typeface="+mj-lt"/>
              </a:rPr>
              <a:t> </a:t>
            </a:r>
            <a:r>
              <a:rPr sz="3600" spc="-5" dirty="0">
                <a:solidFill>
                  <a:srgbClr val="0D0D0D"/>
                </a:solidFill>
                <a:latin typeface="+mj-lt"/>
              </a:rPr>
              <a:t>Linux</a:t>
            </a:r>
            <a:endParaRPr sz="3600" dirty="0">
              <a:solidFill>
                <a:srgbClr val="0D0D0D"/>
              </a:solidFill>
              <a:latin typeface="+mj-lt"/>
            </a:endParaRPr>
          </a:p>
        </p:txBody>
      </p:sp>
      <p:sp>
        <p:nvSpPr>
          <p:cNvPr id="3" name="object 3"/>
          <p:cNvSpPr txBox="1"/>
          <p:nvPr/>
        </p:nvSpPr>
        <p:spPr>
          <a:xfrm>
            <a:off x="685800" y="1861414"/>
            <a:ext cx="8927084" cy="3863237"/>
          </a:xfrm>
          <a:prstGeom prst="rect">
            <a:avLst/>
          </a:prstGeom>
        </p:spPr>
        <p:txBody>
          <a:bodyPr vert="horz" wrap="square" lIns="0" tIns="13335" rIns="0" bIns="0" rtlCol="0">
            <a:spAutoFit/>
          </a:bodyPr>
          <a:lstStyle/>
          <a:p>
            <a:pPr marL="298450" marR="0" lvl="0" indent="-285750" algn="l" defTabSz="914400" rtl="0" eaLnBrk="1" fontAlgn="auto" latinLnBrk="0" hangingPunct="1">
              <a:lnSpc>
                <a:spcPct val="100000"/>
              </a:lnSpc>
              <a:spcBef>
                <a:spcPts val="105"/>
              </a:spcBef>
              <a:spcAft>
                <a:spcPts val="0"/>
              </a:spcAft>
              <a:buClrTx/>
              <a:buSzTx/>
              <a:buFont typeface="Wingdings" panose="05000000000000000000" pitchFamily="2" charset="2"/>
              <a:buChar char="§"/>
              <a:tabLst>
                <a:tab pos="354965" algn="l"/>
              </a:tabLst>
              <a:defRPr/>
            </a:pPr>
            <a:r>
              <a:rPr kumimoji="0" sz="2000" b="0" i="0" u="none" strike="noStrike" kern="1200" cap="none" spc="-5" normalizeH="0" baseline="0" noProof="0" dirty="0">
                <a:ln>
                  <a:noFill/>
                </a:ln>
                <a:solidFill>
                  <a:prstClr val="black"/>
                </a:solidFill>
                <a:effectLst/>
                <a:uLnTx/>
                <a:uFillTx/>
                <a:latin typeface="Century Gothic"/>
                <a:ea typeface="+mn-ea"/>
                <a:cs typeface="Century Gothic"/>
              </a:rPr>
              <a:t>Docker </a:t>
            </a:r>
            <a:r>
              <a:rPr kumimoji="0" lang="en-IN" sz="2000" b="0" i="0" u="none" strike="noStrike" kern="1200" cap="none" spc="-5" normalizeH="0" baseline="0" noProof="0" dirty="0">
                <a:ln>
                  <a:noFill/>
                </a:ln>
                <a:solidFill>
                  <a:prstClr val="black"/>
                </a:solidFill>
                <a:effectLst/>
                <a:uLnTx/>
                <a:uFillTx/>
                <a:latin typeface="Century Gothic"/>
                <a:ea typeface="+mn-ea"/>
                <a:cs typeface="Century Gothic"/>
              </a:rPr>
              <a:t>is</a:t>
            </a:r>
            <a:r>
              <a:rPr kumimoji="0" sz="2000" b="0" i="0" u="none" strike="noStrike" kern="1200" cap="none" spc="-5" normalizeH="0" baseline="0" noProof="0" dirty="0">
                <a:ln>
                  <a:noFill/>
                </a:ln>
                <a:solidFill>
                  <a:prstClr val="black"/>
                </a:solidFill>
                <a:effectLst/>
                <a:uLnTx/>
                <a:uFillTx/>
                <a:latin typeface="Century Gothic"/>
                <a:ea typeface="+mn-ea"/>
                <a:cs typeface="Century Gothic"/>
              </a:rPr>
              <a:t> originally </a:t>
            </a:r>
            <a:r>
              <a:rPr kumimoji="0" sz="2000" b="0" i="0" u="none" strike="noStrike" kern="1200" cap="none" spc="0" normalizeH="0" baseline="0" noProof="0" dirty="0">
                <a:ln>
                  <a:noFill/>
                </a:ln>
                <a:solidFill>
                  <a:prstClr val="black"/>
                </a:solidFill>
                <a:effectLst/>
                <a:uLnTx/>
                <a:uFillTx/>
                <a:latin typeface="Century Gothic"/>
                <a:ea typeface="+mn-ea"/>
                <a:cs typeface="Century Gothic"/>
              </a:rPr>
              <a:t>a Linux</a:t>
            </a:r>
            <a:r>
              <a:rPr kumimoji="0" sz="2000" b="0" i="0" u="none" strike="noStrike" kern="1200" cap="none" spc="-45" normalizeH="0" baseline="0" noProof="0" dirty="0">
                <a:ln>
                  <a:noFill/>
                </a:ln>
                <a:solidFill>
                  <a:prstClr val="black"/>
                </a:solidFill>
                <a:effectLst/>
                <a:uLnTx/>
                <a:uFillTx/>
                <a:latin typeface="Century Gothic"/>
                <a:ea typeface="+mn-ea"/>
                <a:cs typeface="Century Gothic"/>
              </a:rPr>
              <a:t> </a:t>
            </a:r>
            <a:r>
              <a:rPr kumimoji="0" sz="2000" b="0" i="0" u="none" strike="noStrike" kern="1200" cap="none" spc="-5" normalizeH="0" baseline="0" noProof="0" dirty="0">
                <a:ln>
                  <a:noFill/>
                </a:ln>
                <a:solidFill>
                  <a:prstClr val="black"/>
                </a:solidFill>
                <a:effectLst/>
                <a:uLnTx/>
                <a:uFillTx/>
                <a:latin typeface="Century Gothic"/>
                <a:ea typeface="+mn-ea"/>
                <a:cs typeface="Century Gothic"/>
              </a:rPr>
              <a:t>application</a:t>
            </a:r>
            <a:endParaRPr kumimoji="0" sz="2000" b="0" i="0" u="none" strike="noStrike" kern="1200" cap="none" spc="0" normalizeH="0" baseline="0" noProof="0" dirty="0">
              <a:ln>
                <a:noFill/>
              </a:ln>
              <a:solidFill>
                <a:prstClr val="black"/>
              </a:solidFill>
              <a:effectLst/>
              <a:uLnTx/>
              <a:uFillTx/>
              <a:latin typeface="Century Gothic"/>
              <a:ea typeface="+mn-ea"/>
              <a:cs typeface="Century Gothic"/>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sz="2400" b="0" i="0" u="none" strike="noStrike" kern="1200" cap="none" spc="0" normalizeH="0" baseline="0" noProof="0" dirty="0">
              <a:ln>
                <a:noFill/>
              </a:ln>
              <a:solidFill>
                <a:prstClr val="black"/>
              </a:solidFill>
              <a:effectLst/>
              <a:uLnTx/>
              <a:uFillTx/>
              <a:latin typeface="Times New Roman"/>
              <a:ea typeface="+mn-ea"/>
              <a:cs typeface="Times New Roman"/>
            </a:endParaRPr>
          </a:p>
          <a:p>
            <a:pPr marL="298450" marR="0" lvl="0" indent="-285750" algn="l" defTabSz="914400" rtl="0" eaLnBrk="1" fontAlgn="auto" latinLnBrk="0" hangingPunct="1">
              <a:lnSpc>
                <a:spcPct val="100000"/>
              </a:lnSpc>
              <a:spcBef>
                <a:spcPts val="1639"/>
              </a:spcBef>
              <a:spcAft>
                <a:spcPts val="0"/>
              </a:spcAft>
              <a:buClrTx/>
              <a:buSzTx/>
              <a:buFont typeface="Wingdings" panose="05000000000000000000" pitchFamily="2" charset="2"/>
              <a:buChar char="§"/>
              <a:tabLst>
                <a:tab pos="354965" algn="l"/>
              </a:tabLst>
              <a:defRPr/>
            </a:pPr>
            <a:r>
              <a:rPr kumimoji="0" sz="2000" b="0" i="0" u="none" strike="noStrike" kern="1200" cap="none" spc="5" normalizeH="0" baseline="0" noProof="0" dirty="0">
                <a:ln>
                  <a:noFill/>
                </a:ln>
                <a:solidFill>
                  <a:prstClr val="black"/>
                </a:solidFill>
                <a:effectLst/>
                <a:uLnTx/>
                <a:uFillTx/>
                <a:latin typeface="Century Gothic"/>
                <a:ea typeface="+mn-ea"/>
                <a:cs typeface="Century Gothic"/>
              </a:rPr>
              <a:t>It </a:t>
            </a:r>
            <a:r>
              <a:rPr kumimoji="0" sz="2000" b="0" i="0" u="none" strike="noStrike" kern="1200" cap="none" spc="0" normalizeH="0" baseline="0" noProof="0" dirty="0">
                <a:ln>
                  <a:noFill/>
                </a:ln>
                <a:solidFill>
                  <a:prstClr val="black"/>
                </a:solidFill>
                <a:effectLst/>
                <a:uLnTx/>
                <a:uFillTx/>
                <a:latin typeface="Century Gothic"/>
                <a:ea typeface="+mn-ea"/>
                <a:cs typeface="Century Gothic"/>
              </a:rPr>
              <a:t>uses </a:t>
            </a:r>
            <a:r>
              <a:rPr kumimoji="0" sz="2000" b="0" i="0" u="none" strike="noStrike" kern="1200" cap="none" spc="5" normalizeH="0" baseline="0" noProof="0" dirty="0">
                <a:ln>
                  <a:noFill/>
                </a:ln>
                <a:solidFill>
                  <a:prstClr val="black"/>
                </a:solidFill>
                <a:effectLst/>
                <a:uLnTx/>
                <a:uFillTx/>
                <a:latin typeface="Century Gothic"/>
                <a:ea typeface="+mn-ea"/>
                <a:cs typeface="Century Gothic"/>
              </a:rPr>
              <a:t>the </a:t>
            </a:r>
            <a:r>
              <a:rPr kumimoji="0" sz="2000" b="0" i="0" u="none" strike="noStrike" kern="1200" cap="none" spc="0" normalizeH="0" baseline="0" noProof="0" dirty="0">
                <a:ln>
                  <a:noFill/>
                </a:ln>
                <a:solidFill>
                  <a:prstClr val="black"/>
                </a:solidFill>
                <a:effectLst/>
                <a:uLnTx/>
                <a:uFillTx/>
                <a:latin typeface="Century Gothic"/>
                <a:ea typeface="+mn-ea"/>
                <a:cs typeface="Century Gothic"/>
              </a:rPr>
              <a:t>kernel container</a:t>
            </a:r>
            <a:r>
              <a:rPr kumimoji="0" sz="2000" b="0" i="0" u="none" strike="noStrike" kern="1200" cap="none" spc="-165" normalizeH="0" baseline="0" noProof="0" dirty="0">
                <a:ln>
                  <a:noFill/>
                </a:ln>
                <a:solidFill>
                  <a:prstClr val="black"/>
                </a:solidFill>
                <a:effectLst/>
                <a:uLnTx/>
                <a:uFillTx/>
                <a:latin typeface="Century Gothic"/>
                <a:ea typeface="+mn-ea"/>
                <a:cs typeface="Century Gothic"/>
              </a:rPr>
              <a:t> </a:t>
            </a:r>
            <a:r>
              <a:rPr kumimoji="0" sz="2000" b="0" i="0" u="none" strike="noStrike" kern="1200" cap="none" spc="0" normalizeH="0" baseline="0" noProof="0" dirty="0">
                <a:ln>
                  <a:noFill/>
                </a:ln>
                <a:solidFill>
                  <a:prstClr val="black"/>
                </a:solidFill>
                <a:effectLst/>
                <a:uLnTx/>
                <a:uFillTx/>
                <a:latin typeface="Century Gothic"/>
                <a:ea typeface="+mn-ea"/>
                <a:cs typeface="Century Gothic"/>
              </a:rPr>
              <a:t>functionality</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sz="2400" b="0" i="0" u="none" strike="noStrike" kern="1200" cap="none" spc="0" normalizeH="0" baseline="0" noProof="0" dirty="0">
              <a:ln>
                <a:noFill/>
              </a:ln>
              <a:solidFill>
                <a:prstClr val="black"/>
              </a:solidFill>
              <a:effectLst/>
              <a:uLnTx/>
              <a:uFillTx/>
              <a:latin typeface="Times New Roman"/>
              <a:ea typeface="+mn-ea"/>
              <a:cs typeface="Times New Roman"/>
            </a:endParaRPr>
          </a:p>
          <a:p>
            <a:pPr marL="298450" marR="0" lvl="0" indent="-285750" algn="l" defTabSz="914400" rtl="0" eaLnBrk="1" fontAlgn="auto" latinLnBrk="0" hangingPunct="1">
              <a:lnSpc>
                <a:spcPct val="100000"/>
              </a:lnSpc>
              <a:spcBef>
                <a:spcPts val="1650"/>
              </a:spcBef>
              <a:spcAft>
                <a:spcPts val="0"/>
              </a:spcAft>
              <a:buClrTx/>
              <a:buSzTx/>
              <a:buFont typeface="Wingdings" panose="05000000000000000000" pitchFamily="2" charset="2"/>
              <a:buChar char="§"/>
              <a:tabLst>
                <a:tab pos="354965" algn="l"/>
              </a:tabLst>
              <a:defRPr/>
            </a:pPr>
            <a:r>
              <a:rPr kumimoji="0" sz="2000" b="0" i="0" u="none" strike="noStrike" kern="1200" cap="none" spc="5" normalizeH="0" baseline="0" noProof="0" dirty="0">
                <a:ln>
                  <a:noFill/>
                </a:ln>
                <a:solidFill>
                  <a:prstClr val="black"/>
                </a:solidFill>
                <a:effectLst/>
                <a:uLnTx/>
                <a:uFillTx/>
                <a:latin typeface="Century Gothic"/>
                <a:ea typeface="+mn-ea"/>
                <a:cs typeface="Century Gothic"/>
              </a:rPr>
              <a:t>It </a:t>
            </a:r>
            <a:r>
              <a:rPr kumimoji="0" sz="2000" b="0" i="0" u="none" strike="noStrike" kern="1200" cap="none" spc="0" normalizeH="0" baseline="0" noProof="0" dirty="0">
                <a:ln>
                  <a:noFill/>
                </a:ln>
                <a:solidFill>
                  <a:prstClr val="black"/>
                </a:solidFill>
                <a:effectLst/>
                <a:uLnTx/>
                <a:uFillTx/>
                <a:latin typeface="Century Gothic"/>
                <a:ea typeface="+mn-ea"/>
                <a:cs typeface="Century Gothic"/>
              </a:rPr>
              <a:t>requires a </a:t>
            </a:r>
            <a:r>
              <a:rPr kumimoji="0" sz="2000" b="0" i="0" u="none" strike="noStrike" kern="1200" cap="none" spc="-5" normalizeH="0" baseline="0" noProof="0" dirty="0">
                <a:ln>
                  <a:noFill/>
                </a:ln>
                <a:solidFill>
                  <a:prstClr val="black"/>
                </a:solidFill>
                <a:effectLst/>
                <a:uLnTx/>
                <a:uFillTx/>
                <a:latin typeface="Century Gothic"/>
                <a:ea typeface="+mn-ea"/>
                <a:cs typeface="Century Gothic"/>
              </a:rPr>
              <a:t>64 bit installation </a:t>
            </a:r>
            <a:r>
              <a:rPr kumimoji="0" sz="2000" b="0" i="0" u="none" strike="noStrike" kern="1200" cap="none" spc="0" normalizeH="0" baseline="0" noProof="0" dirty="0">
                <a:ln>
                  <a:noFill/>
                </a:ln>
                <a:solidFill>
                  <a:prstClr val="black"/>
                </a:solidFill>
                <a:effectLst/>
                <a:uLnTx/>
                <a:uFillTx/>
                <a:latin typeface="Century Gothic"/>
                <a:ea typeface="+mn-ea"/>
                <a:cs typeface="Century Gothic"/>
              </a:rPr>
              <a:t>using a kernel version </a:t>
            </a:r>
            <a:r>
              <a:rPr kumimoji="0" sz="2000" b="0" i="0" u="none" strike="noStrike" kern="1200" cap="none" spc="-5" normalizeH="0" baseline="0" noProof="0" dirty="0">
                <a:ln>
                  <a:noFill/>
                </a:ln>
                <a:solidFill>
                  <a:prstClr val="black"/>
                </a:solidFill>
                <a:effectLst/>
                <a:uLnTx/>
                <a:uFillTx/>
                <a:latin typeface="Century Gothic"/>
                <a:ea typeface="+mn-ea"/>
                <a:cs typeface="Century Gothic"/>
              </a:rPr>
              <a:t>3.10 or</a:t>
            </a:r>
            <a:r>
              <a:rPr kumimoji="0" sz="2000" b="0" i="0" u="none" strike="noStrike" kern="1200" cap="none" spc="-160" normalizeH="0" baseline="0" noProof="0" dirty="0">
                <a:ln>
                  <a:noFill/>
                </a:ln>
                <a:solidFill>
                  <a:prstClr val="black"/>
                </a:solidFill>
                <a:effectLst/>
                <a:uLnTx/>
                <a:uFillTx/>
                <a:latin typeface="Century Gothic"/>
                <a:ea typeface="+mn-ea"/>
                <a:cs typeface="Century Gothic"/>
              </a:rPr>
              <a:t> </a:t>
            </a:r>
            <a:r>
              <a:rPr kumimoji="0" sz="2000" b="0" i="0" u="none" strike="noStrike" kern="1200" cap="none" spc="0" normalizeH="0" baseline="0" noProof="0" dirty="0">
                <a:ln>
                  <a:noFill/>
                </a:ln>
                <a:solidFill>
                  <a:prstClr val="black"/>
                </a:solidFill>
                <a:effectLst/>
                <a:uLnTx/>
                <a:uFillTx/>
                <a:latin typeface="Century Gothic"/>
                <a:ea typeface="+mn-ea"/>
                <a:cs typeface="Century Gothic"/>
              </a:rPr>
              <a:t>later</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sz="2400" b="0" i="0" u="none" strike="noStrike" kern="1200" cap="none" spc="0" normalizeH="0" baseline="0" noProof="0" dirty="0">
              <a:ln>
                <a:noFill/>
              </a:ln>
              <a:solidFill>
                <a:prstClr val="black"/>
              </a:solidFill>
              <a:effectLst/>
              <a:uLnTx/>
              <a:uFillTx/>
              <a:latin typeface="Times New Roman"/>
              <a:ea typeface="+mn-ea"/>
              <a:cs typeface="Times New Roman"/>
            </a:endParaRPr>
          </a:p>
          <a:p>
            <a:pPr marL="298450" marR="0" lvl="0" indent="-285750" algn="l" defTabSz="914400" rtl="0" eaLnBrk="1" fontAlgn="auto" latinLnBrk="0" hangingPunct="1">
              <a:lnSpc>
                <a:spcPct val="100000"/>
              </a:lnSpc>
              <a:spcBef>
                <a:spcPts val="1635"/>
              </a:spcBef>
              <a:spcAft>
                <a:spcPts val="0"/>
              </a:spcAft>
              <a:buClrTx/>
              <a:buSzTx/>
              <a:buFont typeface="Wingdings" panose="05000000000000000000" pitchFamily="2" charset="2"/>
              <a:buChar char="§"/>
              <a:tabLst>
                <a:tab pos="354965" algn="l"/>
              </a:tabLst>
              <a:defRPr/>
            </a:pPr>
            <a:r>
              <a:rPr kumimoji="0" sz="2000" b="0" i="0" u="none" strike="noStrike" kern="1200" cap="none" spc="-5" normalizeH="0" baseline="0" noProof="0" dirty="0">
                <a:ln>
                  <a:noFill/>
                </a:ln>
                <a:solidFill>
                  <a:prstClr val="black"/>
                </a:solidFill>
                <a:effectLst/>
                <a:uLnTx/>
                <a:uFillTx/>
                <a:latin typeface="Century Gothic"/>
                <a:ea typeface="+mn-ea"/>
                <a:cs typeface="Century Gothic"/>
              </a:rPr>
              <a:t>Docker </a:t>
            </a:r>
            <a:r>
              <a:rPr kumimoji="0" sz="2000" b="0" i="0" u="none" strike="noStrike" kern="1200" cap="none" spc="0" normalizeH="0" baseline="0" noProof="0" dirty="0">
                <a:ln>
                  <a:noFill/>
                </a:ln>
                <a:solidFill>
                  <a:prstClr val="black"/>
                </a:solidFill>
                <a:effectLst/>
                <a:uLnTx/>
                <a:uFillTx/>
                <a:latin typeface="Century Gothic"/>
                <a:ea typeface="+mn-ea"/>
                <a:cs typeface="Century Gothic"/>
              </a:rPr>
              <a:t>runs on many </a:t>
            </a:r>
            <a:r>
              <a:rPr kumimoji="0" sz="2000" b="0" i="0" u="none" strike="noStrike" kern="1200" cap="none" spc="-5" normalizeH="0" baseline="0" noProof="0" dirty="0">
                <a:ln>
                  <a:noFill/>
                </a:ln>
                <a:solidFill>
                  <a:prstClr val="black"/>
                </a:solidFill>
                <a:effectLst/>
                <a:uLnTx/>
                <a:uFillTx/>
                <a:latin typeface="Century Gothic"/>
                <a:ea typeface="+mn-ea"/>
                <a:cs typeface="Century Gothic"/>
              </a:rPr>
              <a:t>popular </a:t>
            </a:r>
            <a:r>
              <a:rPr kumimoji="0" sz="2000" b="0" i="0" u="none" strike="noStrike" kern="1200" cap="none" spc="0" normalizeH="0" baseline="0" noProof="0" dirty="0">
                <a:ln>
                  <a:noFill/>
                </a:ln>
                <a:solidFill>
                  <a:prstClr val="black"/>
                </a:solidFill>
                <a:effectLst/>
                <a:uLnTx/>
                <a:uFillTx/>
                <a:latin typeface="Century Gothic"/>
                <a:ea typeface="+mn-ea"/>
                <a:cs typeface="Century Gothic"/>
              </a:rPr>
              <a:t>Linux</a:t>
            </a:r>
            <a:r>
              <a:rPr kumimoji="0" sz="2000" b="0" i="0" u="none" strike="noStrike" kern="1200" cap="none" spc="-85" normalizeH="0" baseline="0" noProof="0" dirty="0">
                <a:ln>
                  <a:noFill/>
                </a:ln>
                <a:solidFill>
                  <a:prstClr val="black"/>
                </a:solidFill>
                <a:effectLst/>
                <a:uLnTx/>
                <a:uFillTx/>
                <a:latin typeface="Century Gothic"/>
                <a:ea typeface="+mn-ea"/>
                <a:cs typeface="Century Gothic"/>
              </a:rPr>
              <a:t> </a:t>
            </a:r>
            <a:r>
              <a:rPr kumimoji="0" sz="2000" b="0" i="0" u="none" strike="noStrike" kern="1200" cap="none" spc="-5" normalizeH="0" baseline="0" noProof="0" dirty="0">
                <a:ln>
                  <a:noFill/>
                </a:ln>
                <a:solidFill>
                  <a:prstClr val="black"/>
                </a:solidFill>
                <a:effectLst/>
                <a:uLnTx/>
                <a:uFillTx/>
                <a:latin typeface="Century Gothic"/>
                <a:ea typeface="+mn-ea"/>
                <a:cs typeface="Century Gothic"/>
              </a:rPr>
              <a:t>distributions</a:t>
            </a:r>
            <a:endParaRPr kumimoji="0" sz="2000" b="0" i="0" u="none" strike="noStrike" kern="1200" cap="none" spc="0" normalizeH="0" baseline="0" noProof="0" dirty="0">
              <a:ln>
                <a:noFill/>
              </a:ln>
              <a:solidFill>
                <a:prstClr val="black"/>
              </a:solidFill>
              <a:effectLst/>
              <a:uLnTx/>
              <a:uFillTx/>
              <a:latin typeface="Century Gothic"/>
              <a:ea typeface="+mn-ea"/>
              <a:cs typeface="Century Gothic"/>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sz="2400" b="0" i="0" u="none" strike="noStrike" kern="1200" cap="none" spc="0" normalizeH="0" baseline="0" noProof="0" dirty="0">
              <a:ln>
                <a:noFill/>
              </a:ln>
              <a:solidFill>
                <a:prstClr val="black"/>
              </a:solidFill>
              <a:effectLst/>
              <a:uLnTx/>
              <a:uFillTx/>
              <a:latin typeface="Times New Roman"/>
              <a:ea typeface="+mn-ea"/>
              <a:cs typeface="Times New Roman"/>
            </a:endParaRPr>
          </a:p>
          <a:p>
            <a:pPr marL="298450" marR="0" lvl="0" indent="-285750" algn="l" defTabSz="914400" rtl="0" eaLnBrk="1" fontAlgn="auto" latinLnBrk="0" hangingPunct="1">
              <a:lnSpc>
                <a:spcPct val="100000"/>
              </a:lnSpc>
              <a:spcBef>
                <a:spcPts val="1639"/>
              </a:spcBef>
              <a:spcAft>
                <a:spcPts val="0"/>
              </a:spcAft>
              <a:buClrTx/>
              <a:buSzTx/>
              <a:buFont typeface="Wingdings" panose="05000000000000000000" pitchFamily="2" charset="2"/>
              <a:buChar char="§"/>
              <a:tabLst>
                <a:tab pos="354965" algn="l"/>
              </a:tabLst>
              <a:defRPr/>
            </a:pPr>
            <a:r>
              <a:rPr kumimoji="0" sz="2000" b="0" i="0" u="none" strike="noStrike" kern="1200" cap="none" spc="5" normalizeH="0" baseline="0" noProof="0" dirty="0">
                <a:ln>
                  <a:noFill/>
                </a:ln>
                <a:solidFill>
                  <a:prstClr val="black"/>
                </a:solidFill>
                <a:effectLst/>
                <a:uLnTx/>
                <a:uFillTx/>
                <a:latin typeface="Century Gothic"/>
                <a:ea typeface="+mn-ea"/>
                <a:cs typeface="Century Gothic"/>
              </a:rPr>
              <a:t>It </a:t>
            </a:r>
            <a:r>
              <a:rPr kumimoji="0" sz="2000" b="0" i="0" u="none" strike="noStrike" kern="1200" cap="none" spc="-5" normalizeH="0" baseline="0" noProof="0" dirty="0">
                <a:ln>
                  <a:noFill/>
                </a:ln>
                <a:solidFill>
                  <a:prstClr val="black"/>
                </a:solidFill>
                <a:effectLst/>
                <a:uLnTx/>
                <a:uFillTx/>
                <a:latin typeface="Century Gothic"/>
                <a:ea typeface="+mn-ea"/>
                <a:cs typeface="Century Gothic"/>
              </a:rPr>
              <a:t>is available </a:t>
            </a:r>
            <a:r>
              <a:rPr kumimoji="0" sz="2000" b="0" i="0" u="none" strike="noStrike" kern="1200" cap="none" spc="0" normalizeH="0" baseline="0" noProof="0" dirty="0">
                <a:ln>
                  <a:noFill/>
                </a:ln>
                <a:solidFill>
                  <a:prstClr val="black"/>
                </a:solidFill>
                <a:effectLst/>
                <a:uLnTx/>
                <a:uFillTx/>
                <a:latin typeface="Century Gothic"/>
                <a:ea typeface="+mn-ea"/>
                <a:cs typeface="Century Gothic"/>
              </a:rPr>
              <a:t>as </a:t>
            </a:r>
            <a:r>
              <a:rPr kumimoji="0" lang="en-IN" sz="2000" b="0" i="0" u="none" strike="noStrike" kern="1200" cap="none" spc="0" normalizeH="0" baseline="0" noProof="0" dirty="0">
                <a:ln>
                  <a:noFill/>
                </a:ln>
                <a:solidFill>
                  <a:prstClr val="black"/>
                </a:solidFill>
                <a:effectLst/>
                <a:uLnTx/>
                <a:uFillTx/>
                <a:latin typeface="Century Gothic"/>
                <a:ea typeface="+mn-ea"/>
                <a:cs typeface="Century Gothic"/>
              </a:rPr>
              <a:t>YUM ,</a:t>
            </a:r>
            <a:r>
              <a:rPr kumimoji="0" sz="2000" b="0" i="0" u="none" strike="noStrike" kern="1200" cap="none" spc="0" normalizeH="0" baseline="0" noProof="0" dirty="0">
                <a:ln>
                  <a:noFill/>
                </a:ln>
                <a:solidFill>
                  <a:prstClr val="black"/>
                </a:solidFill>
                <a:effectLst/>
                <a:uLnTx/>
                <a:uFillTx/>
                <a:latin typeface="Century Gothic"/>
                <a:ea typeface="+mn-ea"/>
                <a:cs typeface="Century Gothic"/>
              </a:rPr>
              <a:t>RPM, APT, </a:t>
            </a:r>
            <a:r>
              <a:rPr kumimoji="0" sz="2000" b="0" i="0" u="none" strike="noStrike" kern="1200" cap="none" spc="-5" normalizeH="0" baseline="0" noProof="0" dirty="0">
                <a:ln>
                  <a:noFill/>
                </a:ln>
                <a:solidFill>
                  <a:prstClr val="black"/>
                </a:solidFill>
                <a:effectLst/>
                <a:uLnTx/>
                <a:uFillTx/>
                <a:latin typeface="Century Gothic"/>
                <a:ea typeface="+mn-ea"/>
                <a:cs typeface="Century Gothic"/>
              </a:rPr>
              <a:t>or binary</a:t>
            </a:r>
            <a:r>
              <a:rPr kumimoji="0" sz="2000" b="0" i="0" u="none" strike="noStrike" kern="1200" cap="none" spc="-140" normalizeH="0" baseline="0" noProof="0" dirty="0">
                <a:ln>
                  <a:noFill/>
                </a:ln>
                <a:solidFill>
                  <a:prstClr val="black"/>
                </a:solidFill>
                <a:effectLst/>
                <a:uLnTx/>
                <a:uFillTx/>
                <a:latin typeface="Century Gothic"/>
                <a:ea typeface="+mn-ea"/>
                <a:cs typeface="Century Gothic"/>
              </a:rPr>
              <a:t> </a:t>
            </a:r>
            <a:r>
              <a:rPr kumimoji="0" sz="2000" b="0" i="0" u="none" strike="noStrike" kern="1200" cap="none" spc="0" normalizeH="0" baseline="0" noProof="0" dirty="0">
                <a:ln>
                  <a:noFill/>
                </a:ln>
                <a:solidFill>
                  <a:prstClr val="black"/>
                </a:solidFill>
                <a:effectLst/>
                <a:uLnTx/>
                <a:uFillTx/>
                <a:latin typeface="Century Gothic"/>
                <a:ea typeface="+mn-ea"/>
                <a:cs typeface="Century Gothic"/>
              </a:rPr>
              <a:t>versions</a:t>
            </a:r>
          </a:p>
        </p:txBody>
      </p:sp>
      <p:sp>
        <p:nvSpPr>
          <p:cNvPr id="4" name="object 4"/>
          <p:cNvSpPr/>
          <p:nvPr/>
        </p:nvSpPr>
        <p:spPr>
          <a:xfrm>
            <a:off x="10802746" y="1537842"/>
            <a:ext cx="107950" cy="1974723"/>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10802746" y="3645661"/>
            <a:ext cx="105791" cy="1425702"/>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txBox="1"/>
          <p:nvPr/>
        </p:nvSpPr>
        <p:spPr>
          <a:xfrm>
            <a:off x="10661650" y="570992"/>
            <a:ext cx="22225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5" normalizeH="0" baseline="0" noProof="0" dirty="0">
                <a:ln>
                  <a:noFill/>
                </a:ln>
                <a:solidFill>
                  <a:srgbClr val="FFFFFF"/>
                </a:solidFill>
                <a:effectLst/>
                <a:uLnTx/>
                <a:uFillTx/>
                <a:latin typeface="Century Gothic"/>
                <a:ea typeface="+mn-ea"/>
                <a:cs typeface="Century Gothic"/>
              </a:rPr>
              <a:t>3</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9" name="Footer Placeholder 8">
            <a:extLst>
              <a:ext uri="{FF2B5EF4-FFF2-40B4-BE49-F238E27FC236}">
                <a16:creationId xmlns:a16="http://schemas.microsoft.com/office/drawing/2014/main" id="{793C0039-CDF4-00FF-8D5A-E85E0EBBD54F}"/>
              </a:ext>
            </a:extLst>
          </p:cNvPr>
          <p:cNvSpPr>
            <a:spLocks noGrp="1"/>
          </p:cNvSpPr>
          <p:nvPr>
            <p:ph type="ftr" sz="quarter" idx="5"/>
          </p:nvPr>
        </p:nvSpPr>
        <p:spPr/>
        <p:txBody>
          <a:bodyPr/>
          <a:lstStyle/>
          <a:p>
            <a:r>
              <a:rPr lang="en-US"/>
              <a:t>Chaitanya Training &amp; Consultancy -  www.chaitanyagaajula.com</a:t>
            </a:r>
            <a:endParaRPr lang="en-I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238252"/>
            <a:ext cx="5715000" cy="566822"/>
          </a:xfrm>
          <a:prstGeom prst="rect">
            <a:avLst/>
          </a:prstGeom>
        </p:spPr>
        <p:txBody>
          <a:bodyPr vert="horz" wrap="square" lIns="0" tIns="12700" rIns="0" bIns="0" rtlCol="0">
            <a:spAutoFit/>
          </a:bodyPr>
          <a:lstStyle/>
          <a:p>
            <a:pPr marL="12700">
              <a:lnSpc>
                <a:spcPct val="100000"/>
              </a:lnSpc>
              <a:spcBef>
                <a:spcPts val="100"/>
              </a:spcBef>
            </a:pPr>
            <a:r>
              <a:rPr sz="3600" spc="-5" dirty="0">
                <a:solidFill>
                  <a:schemeClr val="tx1">
                    <a:lumMod val="95000"/>
                    <a:lumOff val="5000"/>
                  </a:schemeClr>
                </a:solidFill>
                <a:latin typeface="+mj-lt"/>
              </a:rPr>
              <a:t>Docker </a:t>
            </a:r>
            <a:r>
              <a:rPr sz="3600" dirty="0">
                <a:solidFill>
                  <a:schemeClr val="tx1">
                    <a:lumMod val="95000"/>
                    <a:lumOff val="5000"/>
                  </a:schemeClr>
                </a:solidFill>
                <a:latin typeface="+mj-lt"/>
              </a:rPr>
              <a:t>for </a:t>
            </a:r>
            <a:r>
              <a:rPr lang="en-IN" sz="3600" dirty="0">
                <a:solidFill>
                  <a:schemeClr val="tx1">
                    <a:lumMod val="95000"/>
                    <a:lumOff val="5000"/>
                  </a:schemeClr>
                </a:solidFill>
                <a:latin typeface="+mj-lt"/>
              </a:rPr>
              <a:t>Mac </a:t>
            </a:r>
            <a:r>
              <a:rPr sz="3600" spc="-10" dirty="0">
                <a:solidFill>
                  <a:schemeClr val="tx1">
                    <a:lumMod val="95000"/>
                    <a:lumOff val="5000"/>
                  </a:schemeClr>
                </a:solidFill>
                <a:latin typeface="+mj-lt"/>
              </a:rPr>
              <a:t>OS</a:t>
            </a:r>
            <a:r>
              <a:rPr sz="3600" spc="-85" dirty="0">
                <a:solidFill>
                  <a:schemeClr val="tx1">
                    <a:lumMod val="95000"/>
                    <a:lumOff val="5000"/>
                  </a:schemeClr>
                </a:solidFill>
                <a:latin typeface="+mj-lt"/>
              </a:rPr>
              <a:t> </a:t>
            </a:r>
            <a:r>
              <a:rPr sz="3600" dirty="0">
                <a:solidFill>
                  <a:schemeClr val="tx1">
                    <a:lumMod val="95000"/>
                    <a:lumOff val="5000"/>
                  </a:schemeClr>
                </a:solidFill>
                <a:latin typeface="+mj-lt"/>
              </a:rPr>
              <a:t>X</a:t>
            </a:r>
          </a:p>
        </p:txBody>
      </p:sp>
      <p:sp>
        <p:nvSpPr>
          <p:cNvPr id="3" name="object 3"/>
          <p:cNvSpPr txBox="1"/>
          <p:nvPr/>
        </p:nvSpPr>
        <p:spPr>
          <a:xfrm>
            <a:off x="609601" y="1575942"/>
            <a:ext cx="9182290" cy="4219104"/>
          </a:xfrm>
          <a:prstGeom prst="rect">
            <a:avLst/>
          </a:prstGeom>
        </p:spPr>
        <p:txBody>
          <a:bodyPr vert="horz" wrap="square" lIns="0" tIns="12700" rIns="0" bIns="0" rtlCol="0">
            <a:spAutoFit/>
          </a:bodyPr>
          <a:lstStyle/>
          <a:p>
            <a:pPr marL="298450" marR="0" lvl="0" indent="-285750" algn="l" defTabSz="914400" rtl="0" eaLnBrk="1" fontAlgn="auto" latinLnBrk="0" hangingPunct="1">
              <a:lnSpc>
                <a:spcPct val="100000"/>
              </a:lnSpc>
              <a:spcBef>
                <a:spcPts val="100"/>
              </a:spcBef>
              <a:spcAft>
                <a:spcPts val="0"/>
              </a:spcAft>
              <a:buClrTx/>
              <a:buSzTx/>
              <a:buFont typeface="Wingdings" panose="05000000000000000000" pitchFamily="2" charset="2"/>
              <a:buChar char="§"/>
              <a:tabLst>
                <a:tab pos="354965" algn="l"/>
              </a:tabLst>
              <a:defRPr/>
            </a:pP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Docker runs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natively on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OS</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X</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298450" marR="0" lvl="0" indent="-285750" algn="l" defTabSz="914400" rtl="0" eaLnBrk="1" fontAlgn="auto" latinLnBrk="0" hangingPunct="1">
              <a:lnSpc>
                <a:spcPct val="100000"/>
              </a:lnSpc>
              <a:spcBef>
                <a:spcPts val="1625"/>
              </a:spcBef>
              <a:spcAft>
                <a:spcPts val="0"/>
              </a:spcAft>
              <a:buClrTx/>
              <a:buSzTx/>
              <a:buFont typeface="Wingdings" panose="05000000000000000000" pitchFamily="2" charset="2"/>
              <a:buChar char="§"/>
              <a:tabLst>
                <a:tab pos="354965" algn="l"/>
              </a:tabLst>
              <a:defRPr/>
            </a:pPr>
            <a:r>
              <a:rPr kumimoji="0" sz="2200" b="0" i="0" u="none" strike="noStrike" kern="1200" cap="none" spc="1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Is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built on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the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xhyve</a:t>
            </a:r>
            <a:r>
              <a:rPr kumimoji="0" sz="2200" b="0" i="0" u="none" strike="noStrike" kern="1200" cap="none" spc="-3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hypervisor</a:t>
            </a:r>
            <a:endPar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298450" marR="0" lvl="0" indent="-285750" algn="l" defTabSz="914400" rtl="0" eaLnBrk="1" fontAlgn="auto" latinLnBrk="0" hangingPunct="1">
              <a:lnSpc>
                <a:spcPct val="100000"/>
              </a:lnSpc>
              <a:spcBef>
                <a:spcPts val="1635"/>
              </a:spcBef>
              <a:spcAft>
                <a:spcPts val="0"/>
              </a:spcAft>
              <a:buClrTx/>
              <a:buSzTx/>
              <a:buFont typeface="Wingdings" panose="05000000000000000000" pitchFamily="2" charset="2"/>
              <a:buChar char="§"/>
              <a:tabLst>
                <a:tab pos="354965" algn="l"/>
              </a:tabLst>
              <a:defRPr/>
            </a:pP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Requires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2010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or </a:t>
            </a:r>
            <a:r>
              <a:rPr kumimoji="0" sz="2200" b="0" i="0" u="none" strike="noStrike" kern="1200" cap="none" spc="-1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newer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Mac </a:t>
            </a:r>
            <a:r>
              <a:rPr kumimoji="0" sz="2200" b="0" i="0" u="none" strike="noStrike" kern="1200" cap="none" spc="-1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with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Intel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MMU </a:t>
            </a:r>
            <a:r>
              <a:rPr kumimoji="0" sz="2200" b="0" i="0" u="none" strike="noStrike" kern="1200" cap="none" spc="-1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and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EPT</a:t>
            </a:r>
            <a:r>
              <a:rPr kumimoji="0" sz="2200" b="0" i="0" u="none" strike="noStrike" kern="1200" cap="none" spc="8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support</a:t>
            </a:r>
            <a:endPar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298450" marR="0" lvl="0" indent="-285750" algn="l" defTabSz="914400" rtl="0" eaLnBrk="1" fontAlgn="auto" latinLnBrk="0" hangingPunct="1">
              <a:lnSpc>
                <a:spcPct val="100000"/>
              </a:lnSpc>
              <a:spcBef>
                <a:spcPts val="1635"/>
              </a:spcBef>
              <a:spcAft>
                <a:spcPts val="0"/>
              </a:spcAft>
              <a:buClrTx/>
              <a:buSzTx/>
              <a:buFont typeface="Wingdings" panose="05000000000000000000" pitchFamily="2" charset="2"/>
              <a:buChar char="§"/>
              <a:tabLst>
                <a:tab pos="354965" algn="l"/>
              </a:tabLst>
              <a:defRPr/>
            </a:pP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Requires OS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X </a:t>
            </a:r>
            <a:r>
              <a:rPr kumimoji="0" sz="2200" b="0" i="0" u="none" strike="noStrike" kern="1200" cap="none" spc="-1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10.10.3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Yosemite or</a:t>
            </a:r>
            <a:r>
              <a:rPr kumimoji="0" sz="2200" b="0" i="0" u="none" strike="noStrike" kern="1200" cap="none" spc="7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2200" b="0" i="0" u="none" strike="noStrike" kern="1200" cap="none" spc="-1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newer</a:t>
            </a:r>
            <a:endPar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298450" marR="0" lvl="0" indent="-285750" algn="l" defTabSz="914400" rtl="0" eaLnBrk="1" fontAlgn="auto" latinLnBrk="0" hangingPunct="1">
              <a:lnSpc>
                <a:spcPct val="100000"/>
              </a:lnSpc>
              <a:spcBef>
                <a:spcPts val="1620"/>
              </a:spcBef>
              <a:spcAft>
                <a:spcPts val="0"/>
              </a:spcAft>
              <a:buClrTx/>
              <a:buSzTx/>
              <a:buFont typeface="Wingdings" panose="05000000000000000000" pitchFamily="2" charset="2"/>
              <a:buChar char="§"/>
              <a:tabLst>
                <a:tab pos="354965" algn="l"/>
              </a:tabLst>
              <a:defRPr/>
            </a:pP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Requires at least 4GB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of</a:t>
            </a:r>
            <a:r>
              <a:rPr kumimoji="0" sz="2200" b="0" i="0" u="none" strike="noStrike" kern="1200" cap="none" spc="2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RAM</a:t>
            </a:r>
            <a:endPar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p:txBody>
      </p:sp>
      <p:sp>
        <p:nvSpPr>
          <p:cNvPr id="4" name="object 4"/>
          <p:cNvSpPr/>
          <p:nvPr/>
        </p:nvSpPr>
        <p:spPr>
          <a:xfrm>
            <a:off x="10802746" y="1537842"/>
            <a:ext cx="107950" cy="1974723"/>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10802746" y="3645661"/>
            <a:ext cx="105791" cy="1425702"/>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txBox="1"/>
          <p:nvPr/>
        </p:nvSpPr>
        <p:spPr>
          <a:xfrm>
            <a:off x="10661650" y="570992"/>
            <a:ext cx="22225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5" normalizeH="0" baseline="0" noProof="0" dirty="0">
                <a:ln>
                  <a:noFill/>
                </a:ln>
                <a:solidFill>
                  <a:srgbClr val="FFFFFF"/>
                </a:solidFill>
                <a:effectLst/>
                <a:uLnTx/>
                <a:uFillTx/>
                <a:latin typeface="Century Gothic"/>
                <a:ea typeface="+mn-ea"/>
                <a:cs typeface="Century Gothic"/>
              </a:rPr>
              <a:t>4</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9" name="Footer Placeholder 8">
            <a:extLst>
              <a:ext uri="{FF2B5EF4-FFF2-40B4-BE49-F238E27FC236}">
                <a16:creationId xmlns:a16="http://schemas.microsoft.com/office/drawing/2014/main" id="{DE50A6B7-8F98-E16E-30DE-539D2A8CD675}"/>
              </a:ext>
            </a:extLst>
          </p:cNvPr>
          <p:cNvSpPr>
            <a:spLocks noGrp="1"/>
          </p:cNvSpPr>
          <p:nvPr>
            <p:ph type="ftr" sz="quarter" idx="5"/>
          </p:nvPr>
        </p:nvSpPr>
        <p:spPr/>
        <p:txBody>
          <a:bodyPr/>
          <a:lstStyle/>
          <a:p>
            <a:r>
              <a:rPr lang="en-US"/>
              <a:t>Chaitanya Training &amp; Consultancy -  www.chaitanyagaajula.com</a:t>
            </a:r>
            <a:endParaRPr lang="en-I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38252"/>
            <a:ext cx="5170170" cy="566822"/>
          </a:xfrm>
          <a:prstGeom prst="rect">
            <a:avLst/>
          </a:prstGeom>
        </p:spPr>
        <p:txBody>
          <a:bodyPr vert="horz" wrap="square" lIns="0" tIns="12700" rIns="0" bIns="0" rtlCol="0">
            <a:spAutoFit/>
          </a:bodyPr>
          <a:lstStyle/>
          <a:p>
            <a:pPr marL="12700">
              <a:lnSpc>
                <a:spcPct val="100000"/>
              </a:lnSpc>
              <a:spcBef>
                <a:spcPts val="100"/>
              </a:spcBef>
            </a:pPr>
            <a:r>
              <a:rPr sz="3600" spc="-5" dirty="0">
                <a:solidFill>
                  <a:schemeClr val="tx1">
                    <a:lumMod val="95000"/>
                    <a:lumOff val="5000"/>
                  </a:schemeClr>
                </a:solidFill>
                <a:latin typeface="+mj-lt"/>
              </a:rPr>
              <a:t>Docker </a:t>
            </a:r>
            <a:r>
              <a:rPr sz="3600" dirty="0">
                <a:solidFill>
                  <a:schemeClr val="tx1">
                    <a:lumMod val="95000"/>
                    <a:lumOff val="5000"/>
                  </a:schemeClr>
                </a:solidFill>
                <a:latin typeface="+mj-lt"/>
              </a:rPr>
              <a:t>for</a:t>
            </a:r>
            <a:r>
              <a:rPr sz="3600" spc="-60" dirty="0">
                <a:solidFill>
                  <a:schemeClr val="tx1">
                    <a:lumMod val="95000"/>
                    <a:lumOff val="5000"/>
                  </a:schemeClr>
                </a:solidFill>
                <a:latin typeface="+mj-lt"/>
              </a:rPr>
              <a:t> </a:t>
            </a:r>
            <a:r>
              <a:rPr sz="3600" spc="-10" dirty="0">
                <a:solidFill>
                  <a:schemeClr val="tx1">
                    <a:lumMod val="95000"/>
                    <a:lumOff val="5000"/>
                  </a:schemeClr>
                </a:solidFill>
                <a:latin typeface="+mj-lt"/>
              </a:rPr>
              <a:t>Windows</a:t>
            </a:r>
            <a:endParaRPr sz="3600" dirty="0">
              <a:solidFill>
                <a:schemeClr val="tx1">
                  <a:lumMod val="95000"/>
                  <a:lumOff val="5000"/>
                </a:schemeClr>
              </a:solidFill>
              <a:latin typeface="+mj-lt"/>
            </a:endParaRPr>
          </a:p>
        </p:txBody>
      </p:sp>
      <p:sp>
        <p:nvSpPr>
          <p:cNvPr id="3" name="object 3"/>
          <p:cNvSpPr txBox="1"/>
          <p:nvPr/>
        </p:nvSpPr>
        <p:spPr>
          <a:xfrm>
            <a:off x="622198" y="1560702"/>
            <a:ext cx="9037422" cy="3582798"/>
          </a:xfrm>
          <a:prstGeom prst="rect">
            <a:avLst/>
          </a:prstGeom>
        </p:spPr>
        <p:txBody>
          <a:bodyPr vert="horz" wrap="square" lIns="0" tIns="13335" rIns="0" bIns="0" rtlCol="0">
            <a:spAutoFit/>
          </a:bodyPr>
          <a:lstStyle/>
          <a:p>
            <a:pPr marL="355600" marR="0" lvl="0" indent="-342900" algn="l" defTabSz="914400" rtl="0" eaLnBrk="1" fontAlgn="auto" latinLnBrk="0" hangingPunct="1">
              <a:lnSpc>
                <a:spcPct val="100000"/>
              </a:lnSpc>
              <a:spcBef>
                <a:spcPts val="105"/>
              </a:spcBef>
              <a:spcAft>
                <a:spcPts val="0"/>
              </a:spcAft>
              <a:buClrTx/>
              <a:buSzTx/>
              <a:buFont typeface="Wingdings" panose="05000000000000000000" pitchFamily="2" charset="2"/>
              <a:buChar char="§"/>
              <a:tabLst>
                <a:tab pos="354965" algn="l"/>
              </a:tabLst>
              <a:defRPr/>
            </a:pPr>
            <a:r>
              <a:rPr kumimoji="0" lang="en-US" sz="2000" b="0" i="0" u="none" strike="noStrike" kern="1200" cap="none" spc="0" normalizeH="0" baseline="0" noProof="0" dirty="0">
                <a:ln>
                  <a:noFill/>
                </a:ln>
                <a:solidFill>
                  <a:prstClr val="black"/>
                </a:solidFill>
                <a:effectLst/>
                <a:uLnTx/>
                <a:uFillTx/>
                <a:latin typeface="Century Gothic"/>
                <a:ea typeface="+mn-ea"/>
                <a:cs typeface="Century Gothic"/>
              </a:rPr>
              <a:t>Docker runs natively on Windows</a:t>
            </a:r>
          </a:p>
          <a:p>
            <a:pPr marL="355600" marR="0" lvl="0" indent="-342900" algn="l" defTabSz="914400" rtl="0" eaLnBrk="1" fontAlgn="auto" latinLnBrk="0" hangingPunct="1">
              <a:lnSpc>
                <a:spcPct val="100000"/>
              </a:lnSpc>
              <a:spcBef>
                <a:spcPts val="105"/>
              </a:spcBef>
              <a:spcAft>
                <a:spcPts val="0"/>
              </a:spcAft>
              <a:buClrTx/>
              <a:buSzTx/>
              <a:buFont typeface="Wingdings" panose="05000000000000000000" pitchFamily="2" charset="2"/>
              <a:buChar char="§"/>
              <a:tabLst>
                <a:tab pos="354965" algn="l"/>
              </a:tabLst>
              <a:defRPr/>
            </a:pPr>
            <a:endParaRPr kumimoji="0" lang="en-US" sz="2000" b="0" i="0" u="none" strike="noStrike" kern="1200" cap="none" spc="0" normalizeH="0" baseline="0" noProof="0" dirty="0">
              <a:ln>
                <a:noFill/>
              </a:ln>
              <a:solidFill>
                <a:prstClr val="black"/>
              </a:solidFill>
              <a:effectLst/>
              <a:uLnTx/>
              <a:uFillTx/>
              <a:latin typeface="Century Gothic"/>
              <a:ea typeface="+mn-ea"/>
              <a:cs typeface="Century Gothic"/>
            </a:endParaRPr>
          </a:p>
          <a:p>
            <a:pPr marL="355600" marR="0" lvl="0" indent="-342900" algn="l" defTabSz="914400" rtl="0" eaLnBrk="1" fontAlgn="auto" latinLnBrk="0" hangingPunct="1">
              <a:lnSpc>
                <a:spcPct val="100000"/>
              </a:lnSpc>
              <a:spcBef>
                <a:spcPts val="105"/>
              </a:spcBef>
              <a:spcAft>
                <a:spcPts val="0"/>
              </a:spcAft>
              <a:buClrTx/>
              <a:buSzTx/>
              <a:buFont typeface="Wingdings" panose="05000000000000000000" pitchFamily="2" charset="2"/>
              <a:buChar char="§"/>
              <a:tabLst>
                <a:tab pos="354965" algn="l"/>
              </a:tabLst>
              <a:defRPr/>
            </a:pPr>
            <a:endParaRPr kumimoji="0" lang="en-US" sz="2000" b="0" i="0" u="none" strike="noStrike" kern="1200" cap="none" spc="0" normalizeH="0" baseline="0" noProof="0" dirty="0">
              <a:ln>
                <a:noFill/>
              </a:ln>
              <a:solidFill>
                <a:prstClr val="black"/>
              </a:solidFill>
              <a:effectLst/>
              <a:uLnTx/>
              <a:uFillTx/>
              <a:latin typeface="Century Gothic"/>
              <a:ea typeface="+mn-ea"/>
              <a:cs typeface="Century Gothic"/>
            </a:endParaRPr>
          </a:p>
          <a:p>
            <a:pPr marL="355600" marR="0" lvl="0" indent="-342900" algn="l" defTabSz="914400" rtl="0" eaLnBrk="1" fontAlgn="auto" latinLnBrk="0" hangingPunct="1">
              <a:lnSpc>
                <a:spcPct val="100000"/>
              </a:lnSpc>
              <a:spcBef>
                <a:spcPts val="105"/>
              </a:spcBef>
              <a:spcAft>
                <a:spcPts val="0"/>
              </a:spcAft>
              <a:buClrTx/>
              <a:buSzTx/>
              <a:buFont typeface="Wingdings" panose="05000000000000000000" pitchFamily="2" charset="2"/>
              <a:buChar char="§"/>
              <a:tabLst>
                <a:tab pos="354965" algn="l"/>
              </a:tabLst>
              <a:defRPr/>
            </a:pPr>
            <a:r>
              <a:rPr kumimoji="0" lang="en-US" sz="2000" b="0" i="0" u="none" strike="noStrike" kern="1200" cap="none" spc="0" normalizeH="0" baseline="0" noProof="0" dirty="0">
                <a:ln>
                  <a:noFill/>
                </a:ln>
                <a:solidFill>
                  <a:prstClr val="black"/>
                </a:solidFill>
                <a:effectLst/>
                <a:uLnTx/>
                <a:uFillTx/>
                <a:latin typeface="Century Gothic"/>
                <a:ea typeface="+mn-ea"/>
                <a:cs typeface="Century Gothic"/>
              </a:rPr>
              <a:t>Requires later versions of Windows 10 Pro or Enterprise.</a:t>
            </a:r>
          </a:p>
          <a:p>
            <a:pPr marL="355600" marR="0" lvl="0" indent="-342900" algn="l" defTabSz="914400" rtl="0" eaLnBrk="1" fontAlgn="auto" latinLnBrk="0" hangingPunct="1">
              <a:lnSpc>
                <a:spcPct val="100000"/>
              </a:lnSpc>
              <a:spcBef>
                <a:spcPts val="105"/>
              </a:spcBef>
              <a:spcAft>
                <a:spcPts val="0"/>
              </a:spcAft>
              <a:buClrTx/>
              <a:buSzTx/>
              <a:buFont typeface="Wingdings" panose="05000000000000000000" pitchFamily="2" charset="2"/>
              <a:buChar char="§"/>
              <a:tabLst>
                <a:tab pos="354965" algn="l"/>
              </a:tabLst>
              <a:defRPr/>
            </a:pPr>
            <a:endParaRPr kumimoji="0" lang="en-US" sz="2000" b="0" i="0" u="none" strike="noStrike" kern="1200" cap="none" spc="0" normalizeH="0" baseline="0" noProof="0" dirty="0">
              <a:ln>
                <a:noFill/>
              </a:ln>
              <a:solidFill>
                <a:prstClr val="black"/>
              </a:solidFill>
              <a:effectLst/>
              <a:uLnTx/>
              <a:uFillTx/>
              <a:latin typeface="Century Gothic"/>
              <a:ea typeface="+mn-ea"/>
              <a:cs typeface="Century Gothic"/>
            </a:endParaRPr>
          </a:p>
          <a:p>
            <a:pPr marL="355600" marR="0" lvl="0" indent="-342900" algn="l" defTabSz="914400" rtl="0" eaLnBrk="1" fontAlgn="auto" latinLnBrk="0" hangingPunct="1">
              <a:lnSpc>
                <a:spcPct val="100000"/>
              </a:lnSpc>
              <a:spcBef>
                <a:spcPts val="105"/>
              </a:spcBef>
              <a:spcAft>
                <a:spcPts val="0"/>
              </a:spcAft>
              <a:buClrTx/>
              <a:buSzTx/>
              <a:buFont typeface="Wingdings" panose="05000000000000000000" pitchFamily="2" charset="2"/>
              <a:buChar char="§"/>
              <a:tabLst>
                <a:tab pos="354965" algn="l"/>
              </a:tabLst>
              <a:defRPr/>
            </a:pPr>
            <a:endParaRPr kumimoji="0" lang="en-US" sz="2000" b="0" i="0" u="none" strike="noStrike" kern="1200" cap="none" spc="0" normalizeH="0" baseline="0" noProof="0" dirty="0">
              <a:ln>
                <a:noFill/>
              </a:ln>
              <a:solidFill>
                <a:prstClr val="black"/>
              </a:solidFill>
              <a:effectLst/>
              <a:uLnTx/>
              <a:uFillTx/>
              <a:latin typeface="Century Gothic"/>
              <a:ea typeface="+mn-ea"/>
              <a:cs typeface="Century Gothic"/>
            </a:endParaRPr>
          </a:p>
          <a:p>
            <a:pPr marL="355600" marR="0" lvl="0" indent="-342900" algn="l" defTabSz="914400" rtl="0" eaLnBrk="1" fontAlgn="auto" latinLnBrk="0" hangingPunct="1">
              <a:lnSpc>
                <a:spcPct val="100000"/>
              </a:lnSpc>
              <a:spcBef>
                <a:spcPts val="105"/>
              </a:spcBef>
              <a:spcAft>
                <a:spcPts val="0"/>
              </a:spcAft>
              <a:buClrTx/>
              <a:buSzTx/>
              <a:buFont typeface="Wingdings" panose="05000000000000000000" pitchFamily="2" charset="2"/>
              <a:buChar char="§"/>
              <a:tabLst>
                <a:tab pos="354965" algn="l"/>
              </a:tabLst>
              <a:defRPr/>
            </a:pPr>
            <a:r>
              <a:rPr kumimoji="0" lang="en-US" sz="2000" b="0" i="0" u="none" strike="noStrike" kern="1200" cap="none" spc="0" normalizeH="0" baseline="0" noProof="0" dirty="0">
                <a:ln>
                  <a:noFill/>
                </a:ln>
                <a:solidFill>
                  <a:prstClr val="black"/>
                </a:solidFill>
                <a:effectLst/>
                <a:uLnTx/>
                <a:uFillTx/>
                <a:latin typeface="Century Gothic"/>
                <a:ea typeface="+mn-ea"/>
                <a:cs typeface="Century Gothic"/>
              </a:rPr>
              <a:t>Docker requires the Hyper-V package</a:t>
            </a:r>
          </a:p>
          <a:p>
            <a:pPr marL="355600" marR="0" lvl="0" indent="-342900" algn="l" defTabSz="914400" rtl="0" eaLnBrk="1" fontAlgn="auto" latinLnBrk="0" hangingPunct="1">
              <a:lnSpc>
                <a:spcPct val="100000"/>
              </a:lnSpc>
              <a:spcBef>
                <a:spcPts val="105"/>
              </a:spcBef>
              <a:spcAft>
                <a:spcPts val="0"/>
              </a:spcAft>
              <a:buClrTx/>
              <a:buSzTx/>
              <a:buFont typeface="Wingdings" panose="05000000000000000000" pitchFamily="2" charset="2"/>
              <a:buChar char="§"/>
              <a:tabLst>
                <a:tab pos="354965" algn="l"/>
              </a:tabLst>
              <a:defRPr/>
            </a:pPr>
            <a:endParaRPr kumimoji="0" lang="en-US" sz="2000" b="0" i="0" u="none" strike="noStrike" kern="1200" cap="none" spc="0" normalizeH="0" baseline="0" noProof="0" dirty="0">
              <a:ln>
                <a:noFill/>
              </a:ln>
              <a:solidFill>
                <a:prstClr val="black"/>
              </a:solidFill>
              <a:effectLst/>
              <a:uLnTx/>
              <a:uFillTx/>
              <a:latin typeface="Century Gothic"/>
              <a:ea typeface="+mn-ea"/>
              <a:cs typeface="Century Gothic"/>
            </a:endParaRPr>
          </a:p>
          <a:p>
            <a:pPr marL="355600" marR="0" lvl="0" indent="-342900" algn="l" defTabSz="914400" rtl="0" eaLnBrk="1" fontAlgn="auto" latinLnBrk="0" hangingPunct="1">
              <a:lnSpc>
                <a:spcPct val="100000"/>
              </a:lnSpc>
              <a:spcBef>
                <a:spcPts val="105"/>
              </a:spcBef>
              <a:spcAft>
                <a:spcPts val="0"/>
              </a:spcAft>
              <a:buClrTx/>
              <a:buSzTx/>
              <a:buFont typeface="Wingdings" panose="05000000000000000000" pitchFamily="2" charset="2"/>
              <a:buChar char="§"/>
              <a:tabLst>
                <a:tab pos="354965" algn="l"/>
              </a:tabLst>
              <a:defRPr/>
            </a:pPr>
            <a:endParaRPr kumimoji="0" lang="en-US" sz="2000" b="0" i="0" u="none" strike="noStrike" kern="1200" cap="none" spc="0" normalizeH="0" baseline="0" noProof="0" dirty="0">
              <a:ln>
                <a:noFill/>
              </a:ln>
              <a:solidFill>
                <a:prstClr val="black"/>
              </a:solidFill>
              <a:effectLst/>
              <a:uLnTx/>
              <a:uFillTx/>
              <a:latin typeface="Century Gothic"/>
              <a:ea typeface="+mn-ea"/>
              <a:cs typeface="Century Gothic"/>
            </a:endParaRPr>
          </a:p>
          <a:p>
            <a:pPr marL="355600" marR="0" lvl="0" indent="-342900" algn="l" defTabSz="914400" rtl="0" eaLnBrk="1" fontAlgn="auto" latinLnBrk="0" hangingPunct="1">
              <a:lnSpc>
                <a:spcPct val="100000"/>
              </a:lnSpc>
              <a:spcBef>
                <a:spcPts val="105"/>
              </a:spcBef>
              <a:spcAft>
                <a:spcPts val="0"/>
              </a:spcAft>
              <a:buClrTx/>
              <a:buSzTx/>
              <a:buFont typeface="Wingdings" panose="05000000000000000000" pitchFamily="2" charset="2"/>
              <a:buChar char="§"/>
              <a:tabLst>
                <a:tab pos="354965" algn="l"/>
              </a:tabLst>
              <a:defRPr/>
            </a:pPr>
            <a:r>
              <a:rPr kumimoji="0" lang="en-US" sz="2000" b="0" i="0" u="none" strike="noStrike" kern="1200" cap="none" spc="0" normalizeH="0" baseline="0" noProof="0" dirty="0">
                <a:ln>
                  <a:noFill/>
                </a:ln>
                <a:solidFill>
                  <a:prstClr val="black"/>
                </a:solidFill>
                <a:effectLst/>
                <a:uLnTx/>
                <a:uFillTx/>
                <a:latin typeface="Century Gothic"/>
                <a:ea typeface="+mn-ea"/>
                <a:cs typeface="Century Gothic"/>
              </a:rPr>
              <a:t>It virtualizes the Docker environment and Linux kernel specific features</a:t>
            </a:r>
          </a:p>
          <a:p>
            <a:pPr marL="355600" marR="0" lvl="0" indent="-342900" algn="l" defTabSz="914400" rtl="0" eaLnBrk="1" fontAlgn="auto" latinLnBrk="0" hangingPunct="1">
              <a:lnSpc>
                <a:spcPct val="100000"/>
              </a:lnSpc>
              <a:spcBef>
                <a:spcPts val="105"/>
              </a:spcBef>
              <a:spcAft>
                <a:spcPts val="0"/>
              </a:spcAft>
              <a:buClrTx/>
              <a:buSzTx/>
              <a:buFont typeface="Wingdings" panose="05000000000000000000" pitchFamily="2" charset="2"/>
              <a:buChar char="§"/>
              <a:tabLst>
                <a:tab pos="354965" algn="l"/>
              </a:tabLst>
              <a:defRPr/>
            </a:pPr>
            <a:endParaRPr kumimoji="0" lang="en-US" sz="20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4" name="object 4"/>
          <p:cNvSpPr/>
          <p:nvPr/>
        </p:nvSpPr>
        <p:spPr>
          <a:xfrm>
            <a:off x="10802746" y="1537842"/>
            <a:ext cx="107950" cy="1974723"/>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10802746" y="3645661"/>
            <a:ext cx="105791" cy="1425702"/>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txBox="1"/>
          <p:nvPr/>
        </p:nvSpPr>
        <p:spPr>
          <a:xfrm>
            <a:off x="10661650" y="570992"/>
            <a:ext cx="22225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5" normalizeH="0" baseline="0" noProof="0" dirty="0">
                <a:ln>
                  <a:noFill/>
                </a:ln>
                <a:solidFill>
                  <a:srgbClr val="FFFFFF"/>
                </a:solidFill>
                <a:effectLst/>
                <a:uLnTx/>
                <a:uFillTx/>
                <a:latin typeface="Century Gothic"/>
                <a:ea typeface="+mn-ea"/>
                <a:cs typeface="Century Gothic"/>
              </a:rPr>
              <a:t>5</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9" name="Footer Placeholder 8">
            <a:extLst>
              <a:ext uri="{FF2B5EF4-FFF2-40B4-BE49-F238E27FC236}">
                <a16:creationId xmlns:a16="http://schemas.microsoft.com/office/drawing/2014/main" id="{920BEE1F-76C2-BF46-F0AE-828DD28DF7C0}"/>
              </a:ext>
            </a:extLst>
          </p:cNvPr>
          <p:cNvSpPr>
            <a:spLocks noGrp="1"/>
          </p:cNvSpPr>
          <p:nvPr>
            <p:ph type="ftr" sz="quarter" idx="5"/>
          </p:nvPr>
        </p:nvSpPr>
        <p:spPr>
          <a:xfrm>
            <a:off x="2317899" y="6358270"/>
            <a:ext cx="7464054" cy="261478"/>
          </a:xfrm>
        </p:spPr>
        <p:txBody>
          <a:bodyPr/>
          <a:lstStyle/>
          <a:p>
            <a:r>
              <a:rPr lang="en-US"/>
              <a:t>Chaitanya Training &amp; Consultancy -  www.chaitanyagaajula.com</a:t>
            </a:r>
            <a:endParaRPr lang="en-I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4916" y="473709"/>
            <a:ext cx="5170170" cy="566822"/>
          </a:xfrm>
          <a:prstGeom prst="rect">
            <a:avLst/>
          </a:prstGeom>
        </p:spPr>
        <p:txBody>
          <a:bodyPr vert="horz" wrap="square" lIns="0" tIns="12700" rIns="0" bIns="0" rtlCol="0">
            <a:spAutoFit/>
          </a:bodyPr>
          <a:lstStyle/>
          <a:p>
            <a:pPr marL="12700">
              <a:lnSpc>
                <a:spcPct val="100000"/>
              </a:lnSpc>
              <a:spcBef>
                <a:spcPts val="100"/>
              </a:spcBef>
            </a:pPr>
            <a:r>
              <a:rPr sz="3600" spc="-5" dirty="0">
                <a:solidFill>
                  <a:schemeClr val="tx1">
                    <a:lumMod val="95000"/>
                    <a:lumOff val="5000"/>
                  </a:schemeClr>
                </a:solidFill>
                <a:latin typeface="+mj-lt"/>
              </a:rPr>
              <a:t>Docker </a:t>
            </a:r>
            <a:r>
              <a:rPr sz="3600" dirty="0">
                <a:solidFill>
                  <a:schemeClr val="tx1">
                    <a:lumMod val="95000"/>
                    <a:lumOff val="5000"/>
                  </a:schemeClr>
                </a:solidFill>
                <a:latin typeface="+mj-lt"/>
              </a:rPr>
              <a:t>for</a:t>
            </a:r>
            <a:r>
              <a:rPr sz="3600" spc="-60" dirty="0">
                <a:solidFill>
                  <a:schemeClr val="tx1">
                    <a:lumMod val="95000"/>
                    <a:lumOff val="5000"/>
                  </a:schemeClr>
                </a:solidFill>
                <a:latin typeface="+mj-lt"/>
              </a:rPr>
              <a:t> </a:t>
            </a:r>
            <a:r>
              <a:rPr sz="3600" spc="-10" dirty="0">
                <a:solidFill>
                  <a:schemeClr val="tx1">
                    <a:lumMod val="95000"/>
                    <a:lumOff val="5000"/>
                  </a:schemeClr>
                </a:solidFill>
                <a:latin typeface="+mj-lt"/>
              </a:rPr>
              <a:t>Windows</a:t>
            </a:r>
            <a:endParaRPr sz="3600" dirty="0">
              <a:solidFill>
                <a:schemeClr val="tx1">
                  <a:lumMod val="95000"/>
                  <a:lumOff val="5000"/>
                </a:schemeClr>
              </a:solidFill>
              <a:latin typeface="+mj-lt"/>
            </a:endParaRPr>
          </a:p>
        </p:txBody>
      </p:sp>
      <p:sp>
        <p:nvSpPr>
          <p:cNvPr id="4" name="object 4"/>
          <p:cNvSpPr/>
          <p:nvPr/>
        </p:nvSpPr>
        <p:spPr>
          <a:xfrm>
            <a:off x="10802746" y="1537842"/>
            <a:ext cx="107950" cy="1974723"/>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10802746" y="3645661"/>
            <a:ext cx="105791" cy="1425702"/>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txBox="1"/>
          <p:nvPr/>
        </p:nvSpPr>
        <p:spPr>
          <a:xfrm>
            <a:off x="10661650" y="570992"/>
            <a:ext cx="22225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5" normalizeH="0" baseline="0" noProof="0" dirty="0">
                <a:ln>
                  <a:noFill/>
                </a:ln>
                <a:solidFill>
                  <a:srgbClr val="FFFFFF"/>
                </a:solidFill>
                <a:effectLst/>
                <a:uLnTx/>
                <a:uFillTx/>
                <a:latin typeface="Century Gothic"/>
                <a:ea typeface="+mn-ea"/>
                <a:cs typeface="Century Gothic"/>
              </a:rPr>
              <a:t>5</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grpSp>
        <p:nvGrpSpPr>
          <p:cNvPr id="11" name="Group 10">
            <a:extLst>
              <a:ext uri="{FF2B5EF4-FFF2-40B4-BE49-F238E27FC236}">
                <a16:creationId xmlns:a16="http://schemas.microsoft.com/office/drawing/2014/main" id="{F9E201B2-5286-4001-B5E2-4D03472BDE80}"/>
              </a:ext>
            </a:extLst>
          </p:cNvPr>
          <p:cNvGrpSpPr/>
          <p:nvPr/>
        </p:nvGrpSpPr>
        <p:grpSpPr>
          <a:xfrm>
            <a:off x="1236980" y="1995379"/>
            <a:ext cx="8726221" cy="3075983"/>
            <a:chOff x="171450" y="1419622"/>
            <a:chExt cx="8619033" cy="2724966"/>
          </a:xfrm>
        </p:grpSpPr>
        <p:sp>
          <p:nvSpPr>
            <p:cNvPr id="12" name="Rectangle 11">
              <a:extLst>
                <a:ext uri="{FF2B5EF4-FFF2-40B4-BE49-F238E27FC236}">
                  <a16:creationId xmlns:a16="http://schemas.microsoft.com/office/drawing/2014/main" id="{598071DB-AD3D-4A08-A274-A895FFD3D2D7}"/>
                </a:ext>
              </a:extLst>
            </p:cNvPr>
            <p:cNvSpPr/>
            <p:nvPr/>
          </p:nvSpPr>
          <p:spPr>
            <a:xfrm>
              <a:off x="171450" y="3498257"/>
              <a:ext cx="4114800"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525252"/>
                  </a:solidFill>
                  <a:effectLst/>
                  <a:uLnTx/>
                  <a:uFillTx/>
                  <a:latin typeface="Gotham HTF Book" charset="0"/>
                  <a:ea typeface="Gotham HTF Book" charset="0"/>
                  <a:cs typeface="Gotham HTF Book" charset="0"/>
                </a:rPr>
                <a:t>  All Windows prior to Win 10 via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0C5180">
                      <a:lumMod val="75000"/>
                    </a:srgbClr>
                  </a:solidFill>
                  <a:effectLst/>
                  <a:uLnTx/>
                  <a:uFillTx/>
                  <a:latin typeface="Gotham HTF Book" charset="0"/>
                  <a:ea typeface="Gotham HTF Book" charset="0"/>
                  <a:cs typeface="Gotham HTF Book" charset="0"/>
                </a:rPr>
                <a:t>Docker Toolbox</a:t>
              </a:r>
            </a:p>
          </p:txBody>
        </p:sp>
        <p:sp>
          <p:nvSpPr>
            <p:cNvPr id="13" name="Rounded Rectangle 3">
              <a:extLst>
                <a:ext uri="{FF2B5EF4-FFF2-40B4-BE49-F238E27FC236}">
                  <a16:creationId xmlns:a16="http://schemas.microsoft.com/office/drawing/2014/main" id="{E671367E-CF55-4623-8B87-355AA5989D4D}"/>
                </a:ext>
              </a:extLst>
            </p:cNvPr>
            <p:cNvSpPr/>
            <p:nvPr/>
          </p:nvSpPr>
          <p:spPr>
            <a:xfrm>
              <a:off x="827584" y="2729740"/>
              <a:ext cx="2857500" cy="609600"/>
            </a:xfrm>
            <a:prstGeom prst="roundRect">
              <a:avLst/>
            </a:prstGeom>
            <a:solidFill>
              <a:srgbClr val="0C5180"/>
            </a:solidFill>
            <a:ln w="25400" cap="flat" cmpd="sng" algn="ctr">
              <a:solidFill>
                <a:srgbClr val="0C518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Gotham HTF Book" charset="0"/>
                  <a:ea typeface="Gotham HTF Book" charset="0"/>
                  <a:cs typeface="Gotham HTF Book" charset="0"/>
                </a:rPr>
                <a:t>Windows</a:t>
              </a:r>
            </a:p>
          </p:txBody>
        </p:sp>
        <p:sp>
          <p:nvSpPr>
            <p:cNvPr id="14" name="Rounded Rectangle 4">
              <a:extLst>
                <a:ext uri="{FF2B5EF4-FFF2-40B4-BE49-F238E27FC236}">
                  <a16:creationId xmlns:a16="http://schemas.microsoft.com/office/drawing/2014/main" id="{FE1D03EE-E59D-418F-9581-DDF3F49D6F35}"/>
                </a:ext>
              </a:extLst>
            </p:cNvPr>
            <p:cNvSpPr/>
            <p:nvPr/>
          </p:nvSpPr>
          <p:spPr>
            <a:xfrm>
              <a:off x="827584" y="2082009"/>
              <a:ext cx="2857500" cy="609600"/>
            </a:xfrm>
            <a:prstGeom prst="roundRect">
              <a:avLst/>
            </a:prstGeom>
            <a:solidFill>
              <a:srgbClr val="00B0F0"/>
            </a:solidFill>
            <a:ln w="25400" cap="flat" cmpd="sng" algn="ctr">
              <a:solidFill>
                <a:srgbClr val="0C518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525252">
                      <a:lumMod val="50000"/>
                    </a:srgbClr>
                  </a:solidFill>
                  <a:effectLst/>
                  <a:uLnTx/>
                  <a:uFillTx/>
                  <a:latin typeface="Gotham HTF Book" charset="0"/>
                  <a:ea typeface="Gotham HTF Book" charset="0"/>
                  <a:cs typeface="Gotham HTF Book" charset="0"/>
                </a:rPr>
                <a:t>Virtual Box: Linux VM</a:t>
              </a:r>
            </a:p>
          </p:txBody>
        </p:sp>
        <p:sp>
          <p:nvSpPr>
            <p:cNvPr id="15" name="Rounded Rectangle 5">
              <a:extLst>
                <a:ext uri="{FF2B5EF4-FFF2-40B4-BE49-F238E27FC236}">
                  <a16:creationId xmlns:a16="http://schemas.microsoft.com/office/drawing/2014/main" id="{A601E607-598D-4EBE-B359-066F6119F0A5}"/>
                </a:ext>
              </a:extLst>
            </p:cNvPr>
            <p:cNvSpPr/>
            <p:nvPr/>
          </p:nvSpPr>
          <p:spPr>
            <a:xfrm>
              <a:off x="827584" y="1429278"/>
              <a:ext cx="2857500" cy="609600"/>
            </a:xfrm>
            <a:prstGeom prst="roundRect">
              <a:avLst/>
            </a:prstGeom>
            <a:solidFill>
              <a:srgbClr val="FFC000"/>
            </a:solidFill>
            <a:ln w="25400" cap="flat" cmpd="sng" algn="ctr">
              <a:solidFill>
                <a:srgbClr val="0C518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525252">
                      <a:lumMod val="50000"/>
                    </a:srgbClr>
                  </a:solidFill>
                  <a:effectLst/>
                  <a:uLnTx/>
                  <a:uFillTx/>
                  <a:latin typeface="Gotham HTF Book" charset="0"/>
                  <a:ea typeface="Gotham HTF Book" charset="0"/>
                  <a:cs typeface="Gotham HTF Book" charset="0"/>
                </a:rPr>
                <a:t>Docker</a:t>
              </a:r>
            </a:p>
          </p:txBody>
        </p:sp>
        <p:sp>
          <p:nvSpPr>
            <p:cNvPr id="16" name="Rounded Rectangle 7">
              <a:extLst>
                <a:ext uri="{FF2B5EF4-FFF2-40B4-BE49-F238E27FC236}">
                  <a16:creationId xmlns:a16="http://schemas.microsoft.com/office/drawing/2014/main" id="{8E78D924-C5B7-4740-9E17-791BEC282CBB}"/>
                </a:ext>
              </a:extLst>
            </p:cNvPr>
            <p:cNvSpPr/>
            <p:nvPr/>
          </p:nvSpPr>
          <p:spPr>
            <a:xfrm>
              <a:off x="4904284" y="2729740"/>
              <a:ext cx="3886199" cy="609600"/>
            </a:xfrm>
            <a:prstGeom prst="roundRect">
              <a:avLst/>
            </a:prstGeom>
            <a:solidFill>
              <a:srgbClr val="0C5180"/>
            </a:solidFill>
            <a:ln w="25400" cap="flat" cmpd="sng" algn="ctr">
              <a:solidFill>
                <a:srgbClr val="0C518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Gotham HTF Book" charset="0"/>
                  <a:ea typeface="Gotham HTF Book" charset="0"/>
                  <a:cs typeface="Gotham HTF Book" charset="0"/>
                </a:rPr>
                <a:t>Windows</a:t>
              </a:r>
            </a:p>
          </p:txBody>
        </p:sp>
        <p:sp>
          <p:nvSpPr>
            <p:cNvPr id="17" name="Rounded Rectangle 8">
              <a:extLst>
                <a:ext uri="{FF2B5EF4-FFF2-40B4-BE49-F238E27FC236}">
                  <a16:creationId xmlns:a16="http://schemas.microsoft.com/office/drawing/2014/main" id="{C0B17B52-C8AB-4D2F-8549-BB2C7ADBDF98}"/>
                </a:ext>
              </a:extLst>
            </p:cNvPr>
            <p:cNvSpPr/>
            <p:nvPr/>
          </p:nvSpPr>
          <p:spPr>
            <a:xfrm>
              <a:off x="4904283" y="2076391"/>
              <a:ext cx="3886199" cy="609600"/>
            </a:xfrm>
            <a:prstGeom prst="roundRect">
              <a:avLst/>
            </a:prstGeom>
            <a:solidFill>
              <a:srgbClr val="00B0F0"/>
            </a:solidFill>
            <a:ln w="25400" cap="flat" cmpd="sng" algn="ctr">
              <a:solidFill>
                <a:srgbClr val="0C518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525252">
                      <a:lumMod val="50000"/>
                    </a:srgbClr>
                  </a:solidFill>
                  <a:effectLst/>
                  <a:uLnTx/>
                  <a:uFillTx/>
                  <a:latin typeface="Gotham HTF Book" charset="0"/>
                  <a:ea typeface="Gotham HTF Book" charset="0"/>
                  <a:cs typeface="Gotham HTF Book" charset="0"/>
                </a:rPr>
                <a:t>Docker Application: Windows native virtualization &amp; Hyper-V </a:t>
              </a:r>
            </a:p>
          </p:txBody>
        </p:sp>
        <p:sp>
          <p:nvSpPr>
            <p:cNvPr id="18" name="Rounded Rectangle 9">
              <a:extLst>
                <a:ext uri="{FF2B5EF4-FFF2-40B4-BE49-F238E27FC236}">
                  <a16:creationId xmlns:a16="http://schemas.microsoft.com/office/drawing/2014/main" id="{4843D777-0BF1-494E-8992-60DCFD718B42}"/>
                </a:ext>
              </a:extLst>
            </p:cNvPr>
            <p:cNvSpPr/>
            <p:nvPr/>
          </p:nvSpPr>
          <p:spPr>
            <a:xfrm>
              <a:off x="4904283" y="1419622"/>
              <a:ext cx="3886199" cy="609600"/>
            </a:xfrm>
            <a:prstGeom prst="roundRect">
              <a:avLst/>
            </a:prstGeom>
            <a:solidFill>
              <a:srgbClr val="FFC000"/>
            </a:solidFill>
            <a:ln w="25400" cap="flat" cmpd="sng" algn="ctr">
              <a:solidFill>
                <a:srgbClr val="0C518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525252">
                      <a:lumMod val="50000"/>
                    </a:srgbClr>
                  </a:solidFill>
                  <a:effectLst/>
                  <a:uLnTx/>
                  <a:uFillTx/>
                  <a:latin typeface="Gotham HTF Book" charset="0"/>
                  <a:ea typeface="Gotham HTF Book" charset="0"/>
                  <a:cs typeface="Gotham HTF Book" charset="0"/>
                </a:rPr>
                <a:t>Docker</a:t>
              </a:r>
            </a:p>
          </p:txBody>
        </p:sp>
        <p:sp>
          <p:nvSpPr>
            <p:cNvPr id="19" name="Rectangle 18">
              <a:extLst>
                <a:ext uri="{FF2B5EF4-FFF2-40B4-BE49-F238E27FC236}">
                  <a16:creationId xmlns:a16="http://schemas.microsoft.com/office/drawing/2014/main" id="{CF79D507-831C-4F88-A0B4-B510DE51F949}"/>
                </a:ext>
              </a:extLst>
            </p:cNvPr>
            <p:cNvSpPr/>
            <p:nvPr/>
          </p:nvSpPr>
          <p:spPr>
            <a:xfrm>
              <a:off x="4565073" y="3498257"/>
              <a:ext cx="4114800"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525252"/>
                  </a:solidFill>
                  <a:effectLst/>
                  <a:uLnTx/>
                  <a:uFillTx/>
                  <a:latin typeface="Gotham HTF Book" charset="0"/>
                  <a:ea typeface="Gotham HTF Book" charset="0"/>
                  <a:cs typeface="Gotham HTF Book" charset="0"/>
                </a:rPr>
                <a:t> For Windows 10 Professional or Enterprise and above</a:t>
              </a:r>
            </a:p>
          </p:txBody>
        </p:sp>
      </p:grpSp>
      <p:sp>
        <p:nvSpPr>
          <p:cNvPr id="8" name="Footer Placeholder 7">
            <a:extLst>
              <a:ext uri="{FF2B5EF4-FFF2-40B4-BE49-F238E27FC236}">
                <a16:creationId xmlns:a16="http://schemas.microsoft.com/office/drawing/2014/main" id="{CDFFCBDA-A2CE-EA30-22C8-41202D8E55F2}"/>
              </a:ext>
            </a:extLst>
          </p:cNvPr>
          <p:cNvSpPr>
            <a:spLocks noGrp="1"/>
          </p:cNvSpPr>
          <p:nvPr>
            <p:ph type="ftr" sz="quarter" idx="5"/>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19170240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4916" y="473709"/>
            <a:ext cx="8647684" cy="566822"/>
          </a:xfrm>
          <a:prstGeom prst="rect">
            <a:avLst/>
          </a:prstGeom>
        </p:spPr>
        <p:txBody>
          <a:bodyPr vert="horz" wrap="square" lIns="0" tIns="12700" rIns="0" bIns="0" rtlCol="0">
            <a:spAutoFit/>
          </a:bodyPr>
          <a:lstStyle/>
          <a:p>
            <a:pPr marL="12700">
              <a:lnSpc>
                <a:spcPct val="100000"/>
              </a:lnSpc>
              <a:spcBef>
                <a:spcPts val="100"/>
              </a:spcBef>
            </a:pPr>
            <a:r>
              <a:rPr lang="en-IN" sz="3600" spc="-5" dirty="0">
                <a:solidFill>
                  <a:schemeClr val="tx1">
                    <a:lumMod val="95000"/>
                    <a:lumOff val="5000"/>
                  </a:schemeClr>
                </a:solidFill>
                <a:latin typeface="+mj-lt"/>
              </a:rPr>
              <a:t>Overview of </a:t>
            </a:r>
            <a:r>
              <a:rPr sz="3600" spc="-5" dirty="0">
                <a:solidFill>
                  <a:schemeClr val="tx1">
                    <a:lumMod val="95000"/>
                    <a:lumOff val="5000"/>
                  </a:schemeClr>
                </a:solidFill>
                <a:latin typeface="+mj-lt"/>
              </a:rPr>
              <a:t>Docker </a:t>
            </a:r>
            <a:r>
              <a:rPr lang="en-IN" sz="3600" dirty="0">
                <a:solidFill>
                  <a:schemeClr val="tx1">
                    <a:lumMod val="95000"/>
                    <a:lumOff val="5000"/>
                  </a:schemeClr>
                </a:solidFill>
                <a:latin typeface="+mj-lt"/>
              </a:rPr>
              <a:t>Desktop</a:t>
            </a:r>
            <a:endParaRPr sz="3600" dirty="0">
              <a:solidFill>
                <a:schemeClr val="tx1">
                  <a:lumMod val="95000"/>
                  <a:lumOff val="5000"/>
                </a:schemeClr>
              </a:solidFill>
              <a:latin typeface="+mj-lt"/>
            </a:endParaRPr>
          </a:p>
        </p:txBody>
      </p:sp>
      <p:sp>
        <p:nvSpPr>
          <p:cNvPr id="4" name="object 4"/>
          <p:cNvSpPr/>
          <p:nvPr/>
        </p:nvSpPr>
        <p:spPr>
          <a:xfrm>
            <a:off x="10802746" y="1537842"/>
            <a:ext cx="107950" cy="1974723"/>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10802746" y="3645661"/>
            <a:ext cx="105791" cy="1425702"/>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txBox="1"/>
          <p:nvPr/>
        </p:nvSpPr>
        <p:spPr>
          <a:xfrm>
            <a:off x="10661650" y="570992"/>
            <a:ext cx="22225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5" normalizeH="0" baseline="0" noProof="0" dirty="0">
                <a:ln>
                  <a:noFill/>
                </a:ln>
                <a:solidFill>
                  <a:srgbClr val="FFFFFF"/>
                </a:solidFill>
                <a:effectLst/>
                <a:uLnTx/>
                <a:uFillTx/>
                <a:latin typeface="Century Gothic"/>
                <a:ea typeface="+mn-ea"/>
                <a:cs typeface="Century Gothic"/>
              </a:rPr>
              <a:t>5</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9" name="TextBox 8">
            <a:extLst>
              <a:ext uri="{FF2B5EF4-FFF2-40B4-BE49-F238E27FC236}">
                <a16:creationId xmlns:a16="http://schemas.microsoft.com/office/drawing/2014/main" id="{C4780A02-7023-441A-84F4-CFE3EA2E7BCA}"/>
              </a:ext>
            </a:extLst>
          </p:cNvPr>
          <p:cNvSpPr txBox="1"/>
          <p:nvPr/>
        </p:nvSpPr>
        <p:spPr>
          <a:xfrm>
            <a:off x="304800" y="1809730"/>
            <a:ext cx="11582400" cy="3816429"/>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An application for MacOS and Windows machines for the building and sharing of containerized applications and microservices.</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Delivers the speed, choice and security for designing and delivering containerized applications on your desktop.</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Docker Desktop allows to leverage certified images and templates and choice of languages and tools. </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Development workflows leverage Docker Hub to extend  development environment to a secure repository for rapid auto-building, continuous integration and secure collaboration.</a:t>
            </a:r>
            <a:endParaRPr kumimoji="0" lang="en-IN"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p:txBody>
      </p:sp>
      <p:sp>
        <p:nvSpPr>
          <p:cNvPr id="8" name="Footer Placeholder 7">
            <a:extLst>
              <a:ext uri="{FF2B5EF4-FFF2-40B4-BE49-F238E27FC236}">
                <a16:creationId xmlns:a16="http://schemas.microsoft.com/office/drawing/2014/main" id="{566827FA-8E5D-28E9-8457-74E8DF3CD0E8}"/>
              </a:ext>
            </a:extLst>
          </p:cNvPr>
          <p:cNvSpPr>
            <a:spLocks noGrp="1"/>
          </p:cNvSpPr>
          <p:nvPr>
            <p:ph type="ftr" sz="quarter" idx="5"/>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12311740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4916" y="473709"/>
            <a:ext cx="8647684" cy="566822"/>
          </a:xfrm>
          <a:prstGeom prst="rect">
            <a:avLst/>
          </a:prstGeom>
        </p:spPr>
        <p:txBody>
          <a:bodyPr vert="horz" wrap="square" lIns="0" tIns="12700" rIns="0" bIns="0" rtlCol="0">
            <a:spAutoFit/>
          </a:bodyPr>
          <a:lstStyle/>
          <a:p>
            <a:pPr marL="12700">
              <a:lnSpc>
                <a:spcPct val="100000"/>
              </a:lnSpc>
              <a:spcBef>
                <a:spcPts val="100"/>
              </a:spcBef>
            </a:pPr>
            <a:r>
              <a:rPr lang="en-IN" sz="3600" spc="-5" dirty="0">
                <a:solidFill>
                  <a:schemeClr val="tx1">
                    <a:lumMod val="95000"/>
                    <a:lumOff val="5000"/>
                  </a:schemeClr>
                </a:solidFill>
                <a:latin typeface="+mj-lt"/>
              </a:rPr>
              <a:t>Working with </a:t>
            </a:r>
            <a:r>
              <a:rPr sz="3600" spc="-5" dirty="0">
                <a:solidFill>
                  <a:schemeClr val="tx1">
                    <a:lumMod val="95000"/>
                    <a:lumOff val="5000"/>
                  </a:schemeClr>
                </a:solidFill>
                <a:latin typeface="+mj-lt"/>
              </a:rPr>
              <a:t>Docker </a:t>
            </a:r>
            <a:r>
              <a:rPr lang="en-IN" sz="3600" dirty="0">
                <a:solidFill>
                  <a:schemeClr val="tx1">
                    <a:lumMod val="95000"/>
                    <a:lumOff val="5000"/>
                  </a:schemeClr>
                </a:solidFill>
                <a:latin typeface="+mj-lt"/>
              </a:rPr>
              <a:t>Desktop</a:t>
            </a:r>
            <a:endParaRPr sz="3600" dirty="0">
              <a:solidFill>
                <a:schemeClr val="tx1">
                  <a:lumMod val="95000"/>
                  <a:lumOff val="5000"/>
                </a:schemeClr>
              </a:solidFill>
              <a:latin typeface="+mj-lt"/>
            </a:endParaRPr>
          </a:p>
        </p:txBody>
      </p:sp>
      <p:sp>
        <p:nvSpPr>
          <p:cNvPr id="4" name="object 4"/>
          <p:cNvSpPr/>
          <p:nvPr/>
        </p:nvSpPr>
        <p:spPr>
          <a:xfrm>
            <a:off x="10802746" y="1482085"/>
            <a:ext cx="107950" cy="1974723"/>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p:nvPr/>
        </p:nvSpPr>
        <p:spPr>
          <a:xfrm>
            <a:off x="10838942" y="3563051"/>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object 6"/>
          <p:cNvSpPr/>
          <p:nvPr/>
        </p:nvSpPr>
        <p:spPr>
          <a:xfrm>
            <a:off x="10802746" y="3645661"/>
            <a:ext cx="105791" cy="1425702"/>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txBox="1"/>
          <p:nvPr/>
        </p:nvSpPr>
        <p:spPr>
          <a:xfrm>
            <a:off x="10661650" y="570992"/>
            <a:ext cx="22225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5" normalizeH="0" baseline="0" noProof="0" dirty="0">
                <a:ln>
                  <a:noFill/>
                </a:ln>
                <a:solidFill>
                  <a:srgbClr val="FFFFFF"/>
                </a:solidFill>
                <a:effectLst/>
                <a:uLnTx/>
                <a:uFillTx/>
                <a:latin typeface="Century Gothic"/>
                <a:ea typeface="+mn-ea"/>
                <a:cs typeface="Century Gothic"/>
              </a:rPr>
              <a:t>5</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pic>
        <p:nvPicPr>
          <p:cNvPr id="1026" name="Picture 2">
            <a:extLst>
              <a:ext uri="{FF2B5EF4-FFF2-40B4-BE49-F238E27FC236}">
                <a16:creationId xmlns:a16="http://schemas.microsoft.com/office/drawing/2014/main" id="{E7911509-4AAC-4AD8-AC06-8DCA3AFD39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6571" y="1132864"/>
            <a:ext cx="7476046" cy="5794137"/>
          </a:xfrm>
          <a:prstGeom prst="rect">
            <a:avLst/>
          </a:prstGeom>
          <a:noFill/>
          <a:extLst>
            <a:ext uri="{909E8E84-426E-40DD-AFC4-6F175D3DCCD1}">
              <a14:hiddenFill xmlns:a14="http://schemas.microsoft.com/office/drawing/2010/main">
                <a:solidFill>
                  <a:srgbClr val="FFFFFF"/>
                </a:solidFill>
              </a14:hiddenFill>
            </a:ext>
          </a:extLst>
        </p:spPr>
      </p:pic>
      <p:sp>
        <p:nvSpPr>
          <p:cNvPr id="8" name="Footer Placeholder 7">
            <a:extLst>
              <a:ext uri="{FF2B5EF4-FFF2-40B4-BE49-F238E27FC236}">
                <a16:creationId xmlns:a16="http://schemas.microsoft.com/office/drawing/2014/main" id="{29A29AB7-3679-2993-ADF8-A5C9604B2372}"/>
              </a:ext>
            </a:extLst>
          </p:cNvPr>
          <p:cNvSpPr>
            <a:spLocks noGrp="1"/>
          </p:cNvSpPr>
          <p:nvPr>
            <p:ph type="ftr" sz="quarter" idx="5"/>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28298042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39857" y="2485318"/>
            <a:ext cx="4578985" cy="757555"/>
          </a:xfrm>
          <a:prstGeom prst="rect">
            <a:avLst/>
          </a:prstGeom>
        </p:spPr>
        <p:txBody>
          <a:bodyPr vert="horz" wrap="square" lIns="0" tIns="12700" rIns="0" bIns="0" rtlCol="0">
            <a:spAutoFit/>
          </a:bodyPr>
          <a:lstStyle/>
          <a:p>
            <a:pPr marL="12700">
              <a:lnSpc>
                <a:spcPct val="100000"/>
              </a:lnSpc>
              <a:spcBef>
                <a:spcPts val="100"/>
              </a:spcBef>
              <a:tabLst>
                <a:tab pos="2313940" algn="l"/>
              </a:tabLst>
            </a:pPr>
            <a:r>
              <a:rPr sz="4800" spc="-5" dirty="0"/>
              <a:t>Docker</a:t>
            </a:r>
            <a:r>
              <a:rPr lang="en-IN" sz="4800" spc="-5" dirty="0"/>
              <a:t> </a:t>
            </a:r>
            <a:r>
              <a:rPr sz="4800" spc="-5" dirty="0"/>
              <a:t>Registry</a:t>
            </a:r>
            <a:endParaRPr sz="4800" dirty="0"/>
          </a:p>
        </p:txBody>
      </p:sp>
      <p:sp>
        <p:nvSpPr>
          <p:cNvPr id="3" name="object 3"/>
          <p:cNvSpPr/>
          <p:nvPr/>
        </p:nvSpPr>
        <p:spPr>
          <a:xfrm>
            <a:off x="10802746" y="1548638"/>
            <a:ext cx="107928" cy="1941067"/>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object 4"/>
          <p:cNvSpPr/>
          <p:nvPr/>
        </p:nvSpPr>
        <p:spPr>
          <a:xfrm>
            <a:off x="10838942" y="3540190"/>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object 5"/>
          <p:cNvSpPr/>
          <p:nvPr/>
        </p:nvSpPr>
        <p:spPr>
          <a:xfrm>
            <a:off x="10802746" y="3624326"/>
            <a:ext cx="105791" cy="1425702"/>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object 6"/>
          <p:cNvSpPr txBox="1"/>
          <p:nvPr/>
        </p:nvSpPr>
        <p:spPr>
          <a:xfrm>
            <a:off x="10661650" y="570992"/>
            <a:ext cx="22225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5" normalizeH="0" baseline="0" noProof="0" dirty="0">
                <a:ln>
                  <a:noFill/>
                </a:ln>
                <a:solidFill>
                  <a:srgbClr val="FFFFFF"/>
                </a:solidFill>
                <a:effectLst/>
                <a:uLnTx/>
                <a:uFillTx/>
                <a:latin typeface="Century Gothic"/>
                <a:ea typeface="+mn-ea"/>
                <a:cs typeface="Century Gothic"/>
              </a:rPr>
              <a:t>1</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8" name="Footer Placeholder 7">
            <a:extLst>
              <a:ext uri="{FF2B5EF4-FFF2-40B4-BE49-F238E27FC236}">
                <a16:creationId xmlns:a16="http://schemas.microsoft.com/office/drawing/2014/main" id="{D9FC753A-1201-8654-5CE0-44B921C1AA8C}"/>
              </a:ext>
            </a:extLst>
          </p:cNvPr>
          <p:cNvSpPr>
            <a:spLocks noGrp="1"/>
          </p:cNvSpPr>
          <p:nvPr>
            <p:ph type="ftr" sz="quarter" idx="11"/>
          </p:nvPr>
        </p:nvSpPr>
        <p:spPr/>
        <p:txBody>
          <a:bodyPr/>
          <a:lstStyle/>
          <a:p>
            <a:r>
              <a:rPr lang="en-US"/>
              <a:t>Chaitanya Training &amp; Consultancy -  www.chaitanyagaajula.com</a:t>
            </a:r>
            <a:endParaRPr lang="en-I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9307" y="152400"/>
            <a:ext cx="4530090" cy="566822"/>
          </a:xfrm>
          <a:prstGeom prst="rect">
            <a:avLst/>
          </a:prstGeom>
        </p:spPr>
        <p:txBody>
          <a:bodyPr vert="horz" wrap="square" lIns="0" tIns="12700" rIns="0" bIns="0" rtlCol="0">
            <a:spAutoFit/>
          </a:bodyPr>
          <a:lstStyle/>
          <a:p>
            <a:pPr marL="12700">
              <a:lnSpc>
                <a:spcPct val="100000"/>
              </a:lnSpc>
              <a:spcBef>
                <a:spcPts val="100"/>
              </a:spcBef>
            </a:pPr>
            <a:r>
              <a:rPr sz="3600" b="1" dirty="0">
                <a:solidFill>
                  <a:schemeClr val="tx1">
                    <a:lumMod val="95000"/>
                    <a:lumOff val="5000"/>
                  </a:schemeClr>
                </a:solidFill>
              </a:rPr>
              <a:t>What </a:t>
            </a:r>
            <a:r>
              <a:rPr sz="3600" b="1" spc="-5" dirty="0">
                <a:solidFill>
                  <a:schemeClr val="tx1">
                    <a:lumMod val="95000"/>
                    <a:lumOff val="5000"/>
                  </a:schemeClr>
                </a:solidFill>
              </a:rPr>
              <a:t>is an</a:t>
            </a:r>
            <a:r>
              <a:rPr sz="3600" b="1" spc="-100" dirty="0">
                <a:solidFill>
                  <a:schemeClr val="tx1">
                    <a:lumMod val="95000"/>
                    <a:lumOff val="5000"/>
                  </a:schemeClr>
                </a:solidFill>
              </a:rPr>
              <a:t> </a:t>
            </a:r>
            <a:r>
              <a:rPr lang="en-IN" sz="3600" b="1" spc="-5" dirty="0">
                <a:solidFill>
                  <a:schemeClr val="tx1">
                    <a:lumMod val="95000"/>
                    <a:lumOff val="5000"/>
                  </a:schemeClr>
                </a:solidFill>
              </a:rPr>
              <a:t>I</a:t>
            </a:r>
            <a:r>
              <a:rPr sz="3600" b="1" spc="-5" dirty="0">
                <a:solidFill>
                  <a:schemeClr val="tx1">
                    <a:lumMod val="95000"/>
                    <a:lumOff val="5000"/>
                  </a:schemeClr>
                </a:solidFill>
              </a:rPr>
              <a:t>mage</a:t>
            </a:r>
            <a:endParaRPr sz="3600" b="1" dirty="0">
              <a:solidFill>
                <a:schemeClr val="tx1">
                  <a:lumMod val="95000"/>
                  <a:lumOff val="5000"/>
                </a:schemeClr>
              </a:solidFill>
            </a:endParaRPr>
          </a:p>
        </p:txBody>
      </p:sp>
      <p:sp>
        <p:nvSpPr>
          <p:cNvPr id="4" name="object 4"/>
          <p:cNvSpPr/>
          <p:nvPr/>
        </p:nvSpPr>
        <p:spPr>
          <a:xfrm>
            <a:off x="10802746" y="1548638"/>
            <a:ext cx="107928" cy="1941067"/>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object 5"/>
          <p:cNvSpPr/>
          <p:nvPr/>
        </p:nvSpPr>
        <p:spPr>
          <a:xfrm>
            <a:off x="10838942" y="3540190"/>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object 6"/>
          <p:cNvSpPr/>
          <p:nvPr/>
        </p:nvSpPr>
        <p:spPr>
          <a:xfrm>
            <a:off x="10802746" y="3624326"/>
            <a:ext cx="105791" cy="1425702"/>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object 7"/>
          <p:cNvSpPr txBox="1"/>
          <p:nvPr/>
        </p:nvSpPr>
        <p:spPr>
          <a:xfrm>
            <a:off x="10661650" y="570992"/>
            <a:ext cx="22225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5" normalizeH="0" baseline="0" noProof="0" dirty="0">
                <a:ln>
                  <a:noFill/>
                </a:ln>
                <a:solidFill>
                  <a:srgbClr val="FFFFFF"/>
                </a:solidFill>
                <a:effectLst/>
                <a:uLnTx/>
                <a:uFillTx/>
                <a:latin typeface="Century Gothic"/>
                <a:ea typeface="+mn-ea"/>
                <a:cs typeface="Century Gothic"/>
              </a:rPr>
              <a:t>2</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9" name="TextBox 8">
            <a:extLst>
              <a:ext uri="{FF2B5EF4-FFF2-40B4-BE49-F238E27FC236}">
                <a16:creationId xmlns:a16="http://schemas.microsoft.com/office/drawing/2014/main" id="{98BE4720-31E3-48C6-A05D-9AB50797E452}"/>
              </a:ext>
            </a:extLst>
          </p:cNvPr>
          <p:cNvSpPr txBox="1"/>
          <p:nvPr/>
        </p:nvSpPr>
        <p:spPr>
          <a:xfrm>
            <a:off x="197005" y="1143000"/>
            <a:ext cx="11963400" cy="584775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Docker image is a snapshot or template from which new containers can be started. It’s a combination of file system and libraries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 new image can be created by executing a set of commands contained  in a Dockerfile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For example, the below  Docker file would take a base Ubuntu image and install git, resulting in a new    image: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FROM ubuntu:16.04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RUN apt-get install -y git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I</a:t>
            </a:r>
            <a:r>
              <a:rPr kumimoji="0" lang="en-US" sz="2200" b="1"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mage is composed of a set of read-only layers. Image layers function as  follows: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Each image layer is the outcome of one command in the image’s Dockerfile</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Each additional image layer only includes the set of differences from the previous layer. (docker history command can be used to check all layer images)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IN"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p:txBody>
      </p:sp>
      <p:sp>
        <p:nvSpPr>
          <p:cNvPr id="8" name="Footer Placeholder 7">
            <a:extLst>
              <a:ext uri="{FF2B5EF4-FFF2-40B4-BE49-F238E27FC236}">
                <a16:creationId xmlns:a16="http://schemas.microsoft.com/office/drawing/2014/main" id="{37C76CE6-6096-A5C6-5EE1-D12645F3DC37}"/>
              </a:ext>
            </a:extLst>
          </p:cNvPr>
          <p:cNvSpPr>
            <a:spLocks noGrp="1"/>
          </p:cNvSpPr>
          <p:nvPr>
            <p:ph type="ftr" sz="quarter" idx="11"/>
          </p:nvPr>
        </p:nvSpPr>
        <p:spPr/>
        <p:txBody>
          <a:bodyPr/>
          <a:lstStyle/>
          <a:p>
            <a:r>
              <a:rPr lang="en-US"/>
              <a:t>Chaitanya Training &amp; Consultancy -  www.chaitanyagaajula.com</a:t>
            </a:r>
            <a:endParaRPr lang="en-IN"/>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2A4ED-8822-4A39-B7F5-A06C0B5202DE}"/>
              </a:ext>
            </a:extLst>
          </p:cNvPr>
          <p:cNvSpPr>
            <a:spLocks noGrp="1"/>
          </p:cNvSpPr>
          <p:nvPr>
            <p:ph type="title"/>
          </p:nvPr>
        </p:nvSpPr>
        <p:spPr>
          <a:xfrm>
            <a:off x="314325" y="136525"/>
            <a:ext cx="10515600" cy="1325563"/>
          </a:xfrm>
        </p:spPr>
        <p:txBody>
          <a:bodyPr>
            <a:normAutofit/>
          </a:bodyPr>
          <a:lstStyle/>
          <a:p>
            <a:r>
              <a:rPr lang="en-IN" sz="3600" b="1" dirty="0">
                <a:solidFill>
                  <a:schemeClr val="tx1">
                    <a:lumMod val="95000"/>
                    <a:lumOff val="5000"/>
                  </a:schemeClr>
                </a:solidFill>
              </a:rPr>
              <a:t> Docker Image Layers</a:t>
            </a:r>
          </a:p>
        </p:txBody>
      </p:sp>
      <p:pic>
        <p:nvPicPr>
          <p:cNvPr id="6" name="Content Placeholder 5">
            <a:extLst>
              <a:ext uri="{FF2B5EF4-FFF2-40B4-BE49-F238E27FC236}">
                <a16:creationId xmlns:a16="http://schemas.microsoft.com/office/drawing/2014/main" id="{2478C283-3793-4098-8517-F0982812FA7B}"/>
              </a:ext>
            </a:extLst>
          </p:cNvPr>
          <p:cNvPicPr>
            <a:picLocks noGrp="1" noChangeAspect="1"/>
          </p:cNvPicPr>
          <p:nvPr>
            <p:ph idx="1"/>
          </p:nvPr>
        </p:nvPicPr>
        <p:blipFill>
          <a:blip r:embed="rId2"/>
          <a:stretch>
            <a:fillRect/>
          </a:stretch>
        </p:blipFill>
        <p:spPr>
          <a:xfrm>
            <a:off x="1428751" y="1881981"/>
            <a:ext cx="7319962" cy="3911204"/>
          </a:xfrm>
        </p:spPr>
      </p:pic>
      <p:sp>
        <p:nvSpPr>
          <p:cNvPr id="4" name="Footer Placeholder 3">
            <a:extLst>
              <a:ext uri="{FF2B5EF4-FFF2-40B4-BE49-F238E27FC236}">
                <a16:creationId xmlns:a16="http://schemas.microsoft.com/office/drawing/2014/main" id="{673CBFF4-BDA0-5805-952C-F05374676A81}"/>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1133111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5D14E-BB4A-411E-BE8B-C6D82E543018}"/>
              </a:ext>
            </a:extLst>
          </p:cNvPr>
          <p:cNvSpPr>
            <a:spLocks noGrp="1"/>
          </p:cNvSpPr>
          <p:nvPr>
            <p:ph type="title"/>
          </p:nvPr>
        </p:nvSpPr>
        <p:spPr>
          <a:xfrm>
            <a:off x="381000" y="136525"/>
            <a:ext cx="10515600" cy="1325563"/>
          </a:xfrm>
        </p:spPr>
        <p:txBody>
          <a:bodyPr>
            <a:normAutofit/>
          </a:bodyPr>
          <a:lstStyle/>
          <a:p>
            <a:r>
              <a:rPr lang="en-IN" sz="3600" b="1" dirty="0">
                <a:solidFill>
                  <a:schemeClr val="tx1">
                    <a:lumMod val="95000"/>
                    <a:lumOff val="5000"/>
                  </a:schemeClr>
                </a:solidFill>
              </a:rPr>
              <a:t>Docker Layers</a:t>
            </a:r>
          </a:p>
        </p:txBody>
      </p:sp>
      <p:pic>
        <p:nvPicPr>
          <p:cNvPr id="6" name="Content Placeholder 5">
            <a:extLst>
              <a:ext uri="{FF2B5EF4-FFF2-40B4-BE49-F238E27FC236}">
                <a16:creationId xmlns:a16="http://schemas.microsoft.com/office/drawing/2014/main" id="{2E0CE59A-6F5F-4CAE-B80F-125D24895E5E}"/>
              </a:ext>
            </a:extLst>
          </p:cNvPr>
          <p:cNvPicPr>
            <a:picLocks noGrp="1" noChangeAspect="1"/>
          </p:cNvPicPr>
          <p:nvPr>
            <p:ph idx="1"/>
          </p:nvPr>
        </p:nvPicPr>
        <p:blipFill>
          <a:blip r:embed="rId2"/>
          <a:stretch>
            <a:fillRect/>
          </a:stretch>
        </p:blipFill>
        <p:spPr>
          <a:xfrm>
            <a:off x="6781800" y="1843950"/>
            <a:ext cx="5157838" cy="4156075"/>
          </a:xfrm>
        </p:spPr>
      </p:pic>
      <p:sp>
        <p:nvSpPr>
          <p:cNvPr id="7" name="TextBox 6">
            <a:extLst>
              <a:ext uri="{FF2B5EF4-FFF2-40B4-BE49-F238E27FC236}">
                <a16:creationId xmlns:a16="http://schemas.microsoft.com/office/drawing/2014/main" id="{0A6F121B-58AF-4062-95DE-4339F5818140}"/>
              </a:ext>
            </a:extLst>
          </p:cNvPr>
          <p:cNvSpPr txBox="1"/>
          <p:nvPr/>
        </p:nvSpPr>
        <p:spPr>
          <a:xfrm>
            <a:off x="332744" y="1843950"/>
            <a:ext cx="6372856" cy="3477875"/>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Docker image is made of a series of Docker layers</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Each layer corresponds to an instruction in Dockerfile and is read-only</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Each layer contains the differences between the preceding layer and the current layer</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Docker images are stored at /var/lib/docker/overlay location on Linux host machine</a:t>
            </a:r>
            <a:endParaRPr kumimoji="0" lang="en-IN"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p:txBody>
      </p:sp>
      <p:sp>
        <p:nvSpPr>
          <p:cNvPr id="4" name="Footer Placeholder 3">
            <a:extLst>
              <a:ext uri="{FF2B5EF4-FFF2-40B4-BE49-F238E27FC236}">
                <a16:creationId xmlns:a16="http://schemas.microsoft.com/office/drawing/2014/main" id="{BB975399-1117-DF00-5859-E3D0D69DFF52}"/>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17511607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7F025-39C0-3042-8D4C-039C49B7D7C7}"/>
              </a:ext>
            </a:extLst>
          </p:cNvPr>
          <p:cNvSpPr>
            <a:spLocks noGrp="1"/>
          </p:cNvSpPr>
          <p:nvPr>
            <p:ph type="title"/>
          </p:nvPr>
        </p:nvSpPr>
        <p:spPr>
          <a:xfrm>
            <a:off x="474265" y="55175"/>
            <a:ext cx="10515600" cy="1325563"/>
          </a:xfrm>
        </p:spPr>
        <p:txBody>
          <a:bodyPr>
            <a:normAutofit/>
          </a:bodyPr>
          <a:lstStyle/>
          <a:p>
            <a:r>
              <a:rPr lang="en-US" sz="3600" b="1" dirty="0">
                <a:solidFill>
                  <a:schemeClr val="tx1">
                    <a:lumMod val="95000"/>
                    <a:lumOff val="5000"/>
                  </a:schemeClr>
                </a:solidFill>
              </a:rPr>
              <a:t>Images and Containers</a:t>
            </a:r>
          </a:p>
        </p:txBody>
      </p:sp>
      <p:pic>
        <p:nvPicPr>
          <p:cNvPr id="5" name="Picture 4">
            <a:extLst>
              <a:ext uri="{FF2B5EF4-FFF2-40B4-BE49-F238E27FC236}">
                <a16:creationId xmlns:a16="http://schemas.microsoft.com/office/drawing/2014/main" id="{BF03D198-C43A-CF43-875F-566F545BE6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910" y="1215812"/>
            <a:ext cx="8400933" cy="4704523"/>
          </a:xfrm>
          <a:prstGeom prst="rect">
            <a:avLst/>
          </a:prstGeom>
        </p:spPr>
      </p:pic>
      <p:sp>
        <p:nvSpPr>
          <p:cNvPr id="6" name="Rounded Rectangle 5">
            <a:extLst>
              <a:ext uri="{FF2B5EF4-FFF2-40B4-BE49-F238E27FC236}">
                <a16:creationId xmlns:a16="http://schemas.microsoft.com/office/drawing/2014/main" id="{B15A68E3-14B5-2D4F-BA78-C2957B5E96F8}"/>
              </a:ext>
            </a:extLst>
          </p:cNvPr>
          <p:cNvSpPr/>
          <p:nvPr/>
        </p:nvSpPr>
        <p:spPr>
          <a:xfrm>
            <a:off x="815413" y="2756926"/>
            <a:ext cx="2016224" cy="480053"/>
          </a:xfrm>
          <a:prstGeom prst="roundRect">
            <a:avLst/>
          </a:prstGeom>
          <a:solidFill>
            <a:schemeClr val="accent6">
              <a:lumMod val="9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prstClr>
                </a:solidFill>
                <a:effectLst/>
                <a:uLnTx/>
                <a:uFillTx/>
                <a:latin typeface="Calibri" panose="020F0502020204030204"/>
                <a:ea typeface="+mn-ea"/>
                <a:cs typeface="+mn-cs"/>
              </a:rPr>
              <a:t>Container 1</a:t>
            </a:r>
          </a:p>
        </p:txBody>
      </p:sp>
      <p:sp>
        <p:nvSpPr>
          <p:cNvPr id="7" name="Rounded Rectangle 6">
            <a:extLst>
              <a:ext uri="{FF2B5EF4-FFF2-40B4-BE49-F238E27FC236}">
                <a16:creationId xmlns:a16="http://schemas.microsoft.com/office/drawing/2014/main" id="{C5B222A7-3F1F-004C-950F-F3D747591E23}"/>
              </a:ext>
            </a:extLst>
          </p:cNvPr>
          <p:cNvSpPr/>
          <p:nvPr/>
        </p:nvSpPr>
        <p:spPr>
          <a:xfrm>
            <a:off x="3974883" y="1330112"/>
            <a:ext cx="2016224" cy="480053"/>
          </a:xfrm>
          <a:prstGeom prst="roundRect">
            <a:avLst/>
          </a:prstGeom>
          <a:solidFill>
            <a:schemeClr val="accent6">
              <a:lumMod val="9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prstClr>
                </a:solidFill>
                <a:effectLst/>
                <a:uLnTx/>
                <a:uFillTx/>
                <a:latin typeface="Calibri" panose="020F0502020204030204"/>
                <a:ea typeface="+mn-ea"/>
                <a:cs typeface="+mn-cs"/>
              </a:rPr>
              <a:t>Container 2</a:t>
            </a:r>
          </a:p>
        </p:txBody>
      </p:sp>
      <p:sp>
        <p:nvSpPr>
          <p:cNvPr id="4" name="Footer Placeholder 3">
            <a:extLst>
              <a:ext uri="{FF2B5EF4-FFF2-40B4-BE49-F238E27FC236}">
                <a16:creationId xmlns:a16="http://schemas.microsoft.com/office/drawing/2014/main" id="{2072B818-A2A2-17F9-B4B3-17D471D604EE}"/>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41264184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6AB5C-BDEF-4D79-8C39-96D11835CD34}"/>
              </a:ext>
            </a:extLst>
          </p:cNvPr>
          <p:cNvSpPr>
            <a:spLocks noGrp="1"/>
          </p:cNvSpPr>
          <p:nvPr>
            <p:ph type="title"/>
          </p:nvPr>
        </p:nvSpPr>
        <p:spPr/>
        <p:txBody>
          <a:bodyPr/>
          <a:lstStyle/>
          <a:p>
            <a:r>
              <a:rPr lang="en-US" sz="4400" b="1" dirty="0">
                <a:solidFill>
                  <a:schemeClr val="tx1">
                    <a:lumMod val="95000"/>
                    <a:lumOff val="5000"/>
                  </a:schemeClr>
                </a:solidFill>
              </a:rPr>
              <a:t>Images and Containers</a:t>
            </a:r>
            <a:endParaRPr lang="en-IN" dirty="0"/>
          </a:p>
        </p:txBody>
      </p:sp>
      <p:sp>
        <p:nvSpPr>
          <p:cNvPr id="3" name="Content Placeholder 2">
            <a:extLst>
              <a:ext uri="{FF2B5EF4-FFF2-40B4-BE49-F238E27FC236}">
                <a16:creationId xmlns:a16="http://schemas.microsoft.com/office/drawing/2014/main" id="{012D024E-E436-42E5-9E95-124E86807D65}"/>
              </a:ext>
            </a:extLst>
          </p:cNvPr>
          <p:cNvSpPr>
            <a:spLocks noGrp="1"/>
          </p:cNvSpPr>
          <p:nvPr>
            <p:ph idx="1"/>
          </p:nvPr>
        </p:nvSpPr>
        <p:spPr>
          <a:xfrm>
            <a:off x="495300" y="1690688"/>
            <a:ext cx="11201400" cy="4351338"/>
          </a:xfrm>
        </p:spPr>
        <p:txBody>
          <a:bodyPr>
            <a:normAutofit fontScale="85000" lnSpcReduction="10000"/>
          </a:bodyPr>
          <a:lstStyle/>
          <a:p>
            <a:pPr>
              <a:buFont typeface="Wingdings" panose="05000000000000000000" pitchFamily="2" charset="2"/>
              <a:buChar char="§"/>
            </a:pPr>
            <a:r>
              <a:rPr lang="en-US" dirty="0">
                <a:latin typeface="Calibri Light" panose="020F0302020204030204" pitchFamily="34" charset="0"/>
                <a:cs typeface="Calibri Light" panose="020F0302020204030204" pitchFamily="34" charset="0"/>
              </a:rPr>
              <a:t> Docker image is an immutable (unchangeable) file or template that contains the source code, libraries, dependencies, tools, and other files needed for an application to run.</a:t>
            </a:r>
          </a:p>
          <a:p>
            <a:pPr>
              <a:buFont typeface="Wingdings" panose="05000000000000000000" pitchFamily="2" charset="2"/>
              <a:buChar char="§"/>
            </a:pPr>
            <a:endParaRPr lang="en-US" dirty="0">
              <a:latin typeface="Calibri Light" panose="020F0302020204030204" pitchFamily="34" charset="0"/>
              <a:cs typeface="Calibri Light" panose="020F0302020204030204" pitchFamily="34" charset="0"/>
            </a:endParaRPr>
          </a:p>
          <a:p>
            <a:pPr>
              <a:buFont typeface="Wingdings" panose="05000000000000000000" pitchFamily="2" charset="2"/>
              <a:buChar char="§"/>
            </a:pPr>
            <a:r>
              <a:rPr lang="en-US" dirty="0">
                <a:latin typeface="Calibri Light" panose="020F0302020204030204" pitchFamily="34" charset="0"/>
                <a:cs typeface="Calibri Light" panose="020F0302020204030204" pitchFamily="34" charset="0"/>
              </a:rPr>
              <a:t> These templates are </a:t>
            </a:r>
            <a:r>
              <a:rPr lang="en-US" dirty="0" err="1">
                <a:latin typeface="Calibri Light" panose="020F0302020204030204" pitchFamily="34" charset="0"/>
                <a:cs typeface="Calibri Light" panose="020F0302020204030204" pitchFamily="34" charset="0"/>
              </a:rPr>
              <a:t>usede</a:t>
            </a:r>
            <a:r>
              <a:rPr lang="en-US" dirty="0">
                <a:latin typeface="Calibri Light" panose="020F0302020204030204" pitchFamily="34" charset="0"/>
                <a:cs typeface="Calibri Light" panose="020F0302020204030204" pitchFamily="34" charset="0"/>
              </a:rPr>
              <a:t> as a base to build a container.</a:t>
            </a:r>
          </a:p>
          <a:p>
            <a:pPr>
              <a:buFont typeface="Wingdings" panose="05000000000000000000" pitchFamily="2" charset="2"/>
              <a:buChar char="§"/>
            </a:pPr>
            <a:endParaRPr lang="en-US" dirty="0">
              <a:latin typeface="Calibri Light" panose="020F0302020204030204" pitchFamily="34" charset="0"/>
              <a:cs typeface="Calibri Light" panose="020F0302020204030204" pitchFamily="34" charset="0"/>
            </a:endParaRPr>
          </a:p>
          <a:p>
            <a:pPr>
              <a:buFont typeface="Wingdings" panose="05000000000000000000" pitchFamily="2" charset="2"/>
              <a:buChar char="§"/>
            </a:pPr>
            <a:r>
              <a:rPr lang="en-US" dirty="0">
                <a:latin typeface="Calibri Light" panose="020F0302020204030204" pitchFamily="34" charset="0"/>
                <a:cs typeface="Calibri Light" panose="020F0302020204030204" pitchFamily="34" charset="0"/>
              </a:rPr>
              <a:t> Once the container is created,  it adds a writable layer on top of the immutable image.</a:t>
            </a:r>
          </a:p>
          <a:p>
            <a:pPr>
              <a:buFont typeface="Wingdings" panose="05000000000000000000" pitchFamily="2" charset="2"/>
              <a:buChar char="§"/>
            </a:pPr>
            <a:endParaRPr lang="en-US" dirty="0">
              <a:latin typeface="Calibri Light" panose="020F0302020204030204" pitchFamily="34" charset="0"/>
              <a:cs typeface="Calibri Light" panose="020F0302020204030204" pitchFamily="34" charset="0"/>
            </a:endParaRPr>
          </a:p>
          <a:p>
            <a:pPr>
              <a:buFont typeface="Wingdings" panose="05000000000000000000" pitchFamily="2" charset="2"/>
              <a:buChar char="§"/>
            </a:pPr>
            <a:r>
              <a:rPr lang="en-US" dirty="0">
                <a:latin typeface="Calibri Light" panose="020F0302020204030204" pitchFamily="34" charset="0"/>
                <a:cs typeface="Calibri Light" panose="020F0302020204030204" pitchFamily="34" charset="0"/>
              </a:rPr>
              <a:t>The image-base on which the container exists separately and cannot be altered. </a:t>
            </a:r>
          </a:p>
          <a:p>
            <a:pPr>
              <a:buFont typeface="Wingdings" panose="05000000000000000000" pitchFamily="2" charset="2"/>
              <a:buChar char="§"/>
            </a:pPr>
            <a:endParaRPr lang="en-US" dirty="0">
              <a:latin typeface="Calibri Light" panose="020F0302020204030204" pitchFamily="34" charset="0"/>
              <a:cs typeface="Calibri Light" panose="020F0302020204030204" pitchFamily="34" charset="0"/>
            </a:endParaRPr>
          </a:p>
          <a:p>
            <a:pPr>
              <a:buFont typeface="Wingdings" panose="05000000000000000000" pitchFamily="2" charset="2"/>
              <a:buChar char="§"/>
            </a:pPr>
            <a:r>
              <a:rPr lang="en-US" dirty="0">
                <a:latin typeface="Calibri Light" panose="020F0302020204030204" pitchFamily="34" charset="0"/>
                <a:cs typeface="Calibri Light" panose="020F0302020204030204" pitchFamily="34" charset="0"/>
              </a:rPr>
              <a:t>When a containerized environment is run, it creates a read-write copy of that filesystem (docker image) inside the container. </a:t>
            </a:r>
            <a:endParaRPr lang="en-IN" dirty="0">
              <a:latin typeface="Calibri Light" panose="020F0302020204030204" pitchFamily="34" charset="0"/>
              <a:cs typeface="Calibri Light" panose="020F0302020204030204" pitchFamily="34" charset="0"/>
            </a:endParaRPr>
          </a:p>
        </p:txBody>
      </p:sp>
      <p:sp>
        <p:nvSpPr>
          <p:cNvPr id="5" name="Footer Placeholder 4">
            <a:extLst>
              <a:ext uri="{FF2B5EF4-FFF2-40B4-BE49-F238E27FC236}">
                <a16:creationId xmlns:a16="http://schemas.microsoft.com/office/drawing/2014/main" id="{68D01437-D299-9702-E5D9-97989762234B}"/>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29915372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9FCA4-F427-4417-BFB2-6BB36B827A02}"/>
              </a:ext>
            </a:extLst>
          </p:cNvPr>
          <p:cNvSpPr>
            <a:spLocks noGrp="1"/>
          </p:cNvSpPr>
          <p:nvPr>
            <p:ph type="title"/>
          </p:nvPr>
        </p:nvSpPr>
        <p:spPr>
          <a:xfrm>
            <a:off x="466725" y="200438"/>
            <a:ext cx="10515600" cy="1325563"/>
          </a:xfrm>
        </p:spPr>
        <p:txBody>
          <a:bodyPr>
            <a:normAutofit/>
          </a:bodyPr>
          <a:lstStyle/>
          <a:p>
            <a:r>
              <a:rPr lang="en-IN" sz="3600" b="1" dirty="0">
                <a:solidFill>
                  <a:schemeClr val="tx1">
                    <a:lumMod val="95000"/>
                    <a:lumOff val="5000"/>
                  </a:schemeClr>
                </a:solidFill>
              </a:rPr>
              <a:t>Overlay File System</a:t>
            </a:r>
          </a:p>
        </p:txBody>
      </p:sp>
      <p:pic>
        <p:nvPicPr>
          <p:cNvPr id="5" name="Content Placeholder 4">
            <a:extLst>
              <a:ext uri="{FF2B5EF4-FFF2-40B4-BE49-F238E27FC236}">
                <a16:creationId xmlns:a16="http://schemas.microsoft.com/office/drawing/2014/main" id="{AFFD0D04-C310-4B2B-9C1F-F77D8829C8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7980" y="1797464"/>
            <a:ext cx="7300537" cy="4015961"/>
          </a:xfrm>
          <a:prstGeom prst="rect">
            <a:avLst/>
          </a:prstGeom>
        </p:spPr>
      </p:pic>
      <p:sp>
        <p:nvSpPr>
          <p:cNvPr id="4" name="Footer Placeholder 3">
            <a:extLst>
              <a:ext uri="{FF2B5EF4-FFF2-40B4-BE49-F238E27FC236}">
                <a16:creationId xmlns:a16="http://schemas.microsoft.com/office/drawing/2014/main" id="{17F49AE8-7857-E557-6505-081F5A2B2F91}"/>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5569435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4CE80-DE51-4501-8EAD-681B268E0DDE}"/>
              </a:ext>
            </a:extLst>
          </p:cNvPr>
          <p:cNvSpPr>
            <a:spLocks noGrp="1"/>
          </p:cNvSpPr>
          <p:nvPr>
            <p:ph type="title"/>
          </p:nvPr>
        </p:nvSpPr>
        <p:spPr>
          <a:xfrm>
            <a:off x="381000" y="136525"/>
            <a:ext cx="10515600" cy="1325563"/>
          </a:xfrm>
        </p:spPr>
        <p:txBody>
          <a:bodyPr>
            <a:normAutofit/>
          </a:bodyPr>
          <a:lstStyle/>
          <a:p>
            <a:r>
              <a:rPr lang="en-IN" sz="3600" b="1" dirty="0">
                <a:solidFill>
                  <a:schemeClr val="tx1">
                    <a:lumMod val="95000"/>
                    <a:lumOff val="5000"/>
                  </a:schemeClr>
                </a:solidFill>
              </a:rPr>
              <a:t>Overlay File System</a:t>
            </a:r>
            <a:endParaRPr lang="en-IN" sz="3600" dirty="0"/>
          </a:p>
        </p:txBody>
      </p:sp>
      <p:sp>
        <p:nvSpPr>
          <p:cNvPr id="3" name="Content Placeholder 2">
            <a:extLst>
              <a:ext uri="{FF2B5EF4-FFF2-40B4-BE49-F238E27FC236}">
                <a16:creationId xmlns:a16="http://schemas.microsoft.com/office/drawing/2014/main" id="{CAA4E24F-E5D1-476D-A3E8-810F0BE37CCC}"/>
              </a:ext>
            </a:extLst>
          </p:cNvPr>
          <p:cNvSpPr>
            <a:spLocks noGrp="1"/>
          </p:cNvSpPr>
          <p:nvPr>
            <p:ph idx="1"/>
          </p:nvPr>
        </p:nvSpPr>
        <p:spPr>
          <a:xfrm>
            <a:off x="381000" y="1600200"/>
            <a:ext cx="11506200" cy="4351338"/>
          </a:xfrm>
        </p:spPr>
        <p:txBody>
          <a:bodyPr>
            <a:noAutofit/>
          </a:bodyPr>
          <a:lstStyle/>
          <a:p>
            <a:pPr>
              <a:buFont typeface="Wingdings" panose="05000000000000000000" pitchFamily="2" charset="2"/>
              <a:buChar char="§"/>
            </a:pPr>
            <a:r>
              <a:rPr lang="en-US" sz="2400" dirty="0" err="1">
                <a:latin typeface="Calibri Light" panose="020F0302020204030204" pitchFamily="34" charset="0"/>
                <a:cs typeface="Calibri Light" panose="020F0302020204030204" pitchFamily="34" charset="0"/>
              </a:rPr>
              <a:t>OverlayFS</a:t>
            </a:r>
            <a:r>
              <a:rPr lang="en-US" sz="2400" dirty="0">
                <a:latin typeface="Calibri Light" panose="020F0302020204030204" pitchFamily="34" charset="0"/>
                <a:cs typeface="Calibri Light" panose="020F0302020204030204" pitchFamily="34" charset="0"/>
              </a:rPr>
              <a:t> is a modern union filesystem which is faster and easy to implement. </a:t>
            </a:r>
          </a:p>
          <a:p>
            <a:pPr>
              <a:buFont typeface="Wingdings" panose="05000000000000000000" pitchFamily="2" charset="2"/>
              <a:buChar char="§"/>
            </a:pPr>
            <a:endParaRPr lang="en-US" sz="2400" dirty="0">
              <a:latin typeface="Calibri Light" panose="020F0302020204030204" pitchFamily="34" charset="0"/>
              <a:cs typeface="Calibri Light" panose="020F0302020204030204" pitchFamily="34" charset="0"/>
            </a:endParaRPr>
          </a:p>
          <a:p>
            <a:pPr>
              <a:buFont typeface="Wingdings" panose="05000000000000000000" pitchFamily="2" charset="2"/>
              <a:buChar char="§"/>
            </a:pPr>
            <a:r>
              <a:rPr lang="en-US" sz="2400" dirty="0">
                <a:latin typeface="Calibri Light" panose="020F0302020204030204" pitchFamily="34" charset="0"/>
                <a:cs typeface="Calibri Light" panose="020F0302020204030204" pitchFamily="34" charset="0"/>
              </a:rPr>
              <a:t>Docker provides two storage drivers for </a:t>
            </a:r>
            <a:r>
              <a:rPr lang="en-US" sz="2400" dirty="0" err="1">
                <a:latin typeface="Calibri Light" panose="020F0302020204030204" pitchFamily="34" charset="0"/>
                <a:cs typeface="Calibri Light" panose="020F0302020204030204" pitchFamily="34" charset="0"/>
              </a:rPr>
              <a:t>OverlayFS</a:t>
            </a:r>
            <a:r>
              <a:rPr lang="en-US" sz="2400" dirty="0">
                <a:latin typeface="Calibri Light" panose="020F0302020204030204" pitchFamily="34" charset="0"/>
                <a:cs typeface="Calibri Light" panose="020F0302020204030204" pitchFamily="34" charset="0"/>
              </a:rPr>
              <a:t>: the original overlay, stable overlay2.</a:t>
            </a:r>
          </a:p>
          <a:p>
            <a:pPr>
              <a:buFont typeface="Wingdings" panose="05000000000000000000" pitchFamily="2" charset="2"/>
              <a:buChar char="§"/>
            </a:pPr>
            <a:endParaRPr lang="en-US" sz="2400" dirty="0">
              <a:latin typeface="Calibri Light" panose="020F0302020204030204" pitchFamily="34" charset="0"/>
              <a:cs typeface="Calibri Light" panose="020F0302020204030204" pitchFamily="34" charset="0"/>
            </a:endParaRPr>
          </a:p>
          <a:p>
            <a:pPr>
              <a:buFont typeface="Wingdings" panose="05000000000000000000" pitchFamily="2" charset="2"/>
              <a:buChar char="§"/>
            </a:pPr>
            <a:r>
              <a:rPr lang="en-US" sz="2400" dirty="0" err="1">
                <a:latin typeface="Calibri Light" panose="020F0302020204030204" pitchFamily="34" charset="0"/>
                <a:cs typeface="Calibri Light" panose="020F0302020204030204" pitchFamily="34" charset="0"/>
              </a:rPr>
              <a:t>OverlayFS</a:t>
            </a:r>
            <a:r>
              <a:rPr lang="en-US" sz="2400" dirty="0">
                <a:latin typeface="Calibri Light" panose="020F0302020204030204" pitchFamily="34" charset="0"/>
                <a:cs typeface="Calibri Light" panose="020F0302020204030204" pitchFamily="34" charset="0"/>
              </a:rPr>
              <a:t> layers two directories on a single Linux host and presents them as a single directory. These directories are called layers and the unification process is referred to as a union mount. </a:t>
            </a:r>
          </a:p>
          <a:p>
            <a:pPr>
              <a:buFont typeface="Wingdings" panose="05000000000000000000" pitchFamily="2" charset="2"/>
              <a:buChar char="§"/>
            </a:pPr>
            <a:endParaRPr lang="en-US" sz="2400" dirty="0">
              <a:latin typeface="Calibri Light" panose="020F0302020204030204" pitchFamily="34" charset="0"/>
              <a:cs typeface="Calibri Light" panose="020F0302020204030204" pitchFamily="34" charset="0"/>
            </a:endParaRPr>
          </a:p>
          <a:p>
            <a:pPr>
              <a:buFont typeface="Wingdings" panose="05000000000000000000" pitchFamily="2" charset="2"/>
              <a:buChar char="§"/>
            </a:pPr>
            <a:r>
              <a:rPr lang="en-US" sz="2400" dirty="0" err="1">
                <a:latin typeface="Calibri Light" panose="020F0302020204030204" pitchFamily="34" charset="0"/>
                <a:cs typeface="Calibri Light" panose="020F0302020204030204" pitchFamily="34" charset="0"/>
              </a:rPr>
              <a:t>OverlayFS</a:t>
            </a:r>
            <a:r>
              <a:rPr lang="en-US" sz="2400" dirty="0">
                <a:latin typeface="Calibri Light" panose="020F0302020204030204" pitchFamily="34" charset="0"/>
                <a:cs typeface="Calibri Light" panose="020F0302020204030204" pitchFamily="34" charset="0"/>
              </a:rPr>
              <a:t> refers to the lower directory as </a:t>
            </a:r>
            <a:r>
              <a:rPr lang="en-US" sz="2400" dirty="0" err="1">
                <a:latin typeface="Calibri Light" panose="020F0302020204030204" pitchFamily="34" charset="0"/>
                <a:cs typeface="Calibri Light" panose="020F0302020204030204" pitchFamily="34" charset="0"/>
              </a:rPr>
              <a:t>lowerdir</a:t>
            </a:r>
            <a:r>
              <a:rPr lang="en-US" sz="2400" dirty="0">
                <a:latin typeface="Calibri Light" panose="020F0302020204030204" pitchFamily="34" charset="0"/>
                <a:cs typeface="Calibri Light" panose="020F0302020204030204" pitchFamily="34" charset="0"/>
              </a:rPr>
              <a:t> and the upper directory a </a:t>
            </a:r>
            <a:r>
              <a:rPr lang="en-US" sz="2400" dirty="0" err="1">
                <a:latin typeface="Calibri Light" panose="020F0302020204030204" pitchFamily="34" charset="0"/>
                <a:cs typeface="Calibri Light" panose="020F0302020204030204" pitchFamily="34" charset="0"/>
              </a:rPr>
              <a:t>upperdir</a:t>
            </a:r>
            <a:r>
              <a:rPr lang="en-US" sz="2400" dirty="0">
                <a:latin typeface="Calibri Light" panose="020F0302020204030204" pitchFamily="34" charset="0"/>
                <a:cs typeface="Calibri Light" panose="020F0302020204030204" pitchFamily="34" charset="0"/>
              </a:rPr>
              <a:t>. The unified view is exposed through its own directory called merged.</a:t>
            </a:r>
            <a:endParaRPr lang="en-IN" sz="2400" dirty="0">
              <a:latin typeface="Calibri Light" panose="020F0302020204030204" pitchFamily="34" charset="0"/>
              <a:cs typeface="Calibri Light" panose="020F0302020204030204" pitchFamily="34" charset="0"/>
            </a:endParaRPr>
          </a:p>
        </p:txBody>
      </p:sp>
      <p:sp>
        <p:nvSpPr>
          <p:cNvPr id="5" name="Footer Placeholder 4">
            <a:extLst>
              <a:ext uri="{FF2B5EF4-FFF2-40B4-BE49-F238E27FC236}">
                <a16:creationId xmlns:a16="http://schemas.microsoft.com/office/drawing/2014/main" id="{5B83BF07-F57E-9495-31DD-74E858153695}"/>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28607707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526636"/>
            <a:ext cx="4380865" cy="566822"/>
          </a:xfrm>
          <a:prstGeom prst="rect">
            <a:avLst/>
          </a:prstGeom>
        </p:spPr>
        <p:txBody>
          <a:bodyPr vert="horz" wrap="square" lIns="0" tIns="12700" rIns="0" bIns="0" rtlCol="0">
            <a:spAutoFit/>
          </a:bodyPr>
          <a:lstStyle/>
          <a:p>
            <a:pPr marL="12700">
              <a:lnSpc>
                <a:spcPct val="100000"/>
              </a:lnSpc>
              <a:spcBef>
                <a:spcPts val="100"/>
              </a:spcBef>
            </a:pPr>
            <a:r>
              <a:rPr sz="3600" b="1" spc="-5" dirty="0">
                <a:solidFill>
                  <a:schemeClr val="tx1">
                    <a:lumMod val="95000"/>
                    <a:lumOff val="5000"/>
                  </a:schemeClr>
                </a:solidFill>
              </a:rPr>
              <a:t>Docker</a:t>
            </a:r>
            <a:r>
              <a:rPr sz="3600" b="1" spc="-60" dirty="0">
                <a:solidFill>
                  <a:schemeClr val="tx1">
                    <a:lumMod val="95000"/>
                    <a:lumOff val="5000"/>
                  </a:schemeClr>
                </a:solidFill>
              </a:rPr>
              <a:t> </a:t>
            </a:r>
            <a:r>
              <a:rPr sz="3600" b="1" spc="-5" dirty="0">
                <a:solidFill>
                  <a:schemeClr val="tx1">
                    <a:lumMod val="95000"/>
                    <a:lumOff val="5000"/>
                  </a:schemeClr>
                </a:solidFill>
              </a:rPr>
              <a:t>Registries</a:t>
            </a:r>
            <a:endParaRPr sz="3600" b="1" dirty="0">
              <a:solidFill>
                <a:schemeClr val="tx1">
                  <a:lumMod val="95000"/>
                  <a:lumOff val="5000"/>
                </a:schemeClr>
              </a:solidFill>
            </a:endParaRPr>
          </a:p>
        </p:txBody>
      </p:sp>
      <p:sp>
        <p:nvSpPr>
          <p:cNvPr id="4" name="object 4"/>
          <p:cNvSpPr/>
          <p:nvPr/>
        </p:nvSpPr>
        <p:spPr>
          <a:xfrm>
            <a:off x="10802746" y="1548638"/>
            <a:ext cx="107928" cy="1941067"/>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object 5"/>
          <p:cNvSpPr/>
          <p:nvPr/>
        </p:nvSpPr>
        <p:spPr>
          <a:xfrm>
            <a:off x="10838942" y="3540190"/>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object 6"/>
          <p:cNvSpPr/>
          <p:nvPr/>
        </p:nvSpPr>
        <p:spPr>
          <a:xfrm>
            <a:off x="10802746" y="3624326"/>
            <a:ext cx="105791" cy="1425702"/>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object 7"/>
          <p:cNvSpPr txBox="1"/>
          <p:nvPr/>
        </p:nvSpPr>
        <p:spPr>
          <a:xfrm>
            <a:off x="10661650" y="570992"/>
            <a:ext cx="22225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5" normalizeH="0" baseline="0" noProof="0" dirty="0">
                <a:ln>
                  <a:noFill/>
                </a:ln>
                <a:solidFill>
                  <a:srgbClr val="FFFFFF"/>
                </a:solidFill>
                <a:effectLst/>
                <a:uLnTx/>
                <a:uFillTx/>
                <a:latin typeface="Century Gothic"/>
                <a:ea typeface="+mn-ea"/>
                <a:cs typeface="Century Gothic"/>
              </a:rPr>
              <a:t>5</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9" name="TextBox 8">
            <a:extLst>
              <a:ext uri="{FF2B5EF4-FFF2-40B4-BE49-F238E27FC236}">
                <a16:creationId xmlns:a16="http://schemas.microsoft.com/office/drawing/2014/main" id="{C9975425-A728-4A69-91D6-717068F72EEB}"/>
              </a:ext>
            </a:extLst>
          </p:cNvPr>
          <p:cNvSpPr txBox="1"/>
          <p:nvPr/>
        </p:nvSpPr>
        <p:spPr>
          <a:xfrm>
            <a:off x="304800" y="1548638"/>
            <a:ext cx="11430000" cy="5170646"/>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 Docker registry is a place to store and distribute Docker images. It  serves as a target for your docker push and docker pull commands</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200" b="1"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Repository</a:t>
            </a: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Collection of different versions of a single Docker image</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200" b="1"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Tags</a:t>
            </a: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 Named version of an image . Provide meaningful name for easy  reference</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Two types of Registries – Public and Private</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200" b="1"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Public</a:t>
            </a: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 Anyone can pull and push images. </a:t>
            </a:r>
            <a:r>
              <a:rPr kumimoji="0" lang="en-US" sz="2200" b="0" i="0" u="none" strike="noStrike" kern="1200" cap="none" spc="0" normalizeH="0" baseline="0" noProof="0" dirty="0" err="1">
                <a:ln>
                  <a:noFill/>
                </a:ln>
                <a:solidFill>
                  <a:prstClr val="black"/>
                </a:solidFill>
                <a:effectLst/>
                <a:uLnTx/>
                <a:uFillTx/>
                <a:latin typeface="Calibri Light" panose="020F0302020204030204" pitchFamily="34" charset="0"/>
                <a:ea typeface="+mn-ea"/>
                <a:cs typeface="Calibri Light" panose="020F0302020204030204" pitchFamily="34" charset="0"/>
              </a:rPr>
              <a:t>Eg</a:t>
            </a: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Docker Hub , Docker Store</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200" b="1"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Private</a:t>
            </a: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 Strict Access control is provided for accessing the images  </a:t>
            </a:r>
            <a:r>
              <a:rPr kumimoji="0" lang="en-US" sz="2200" b="0" i="0" u="none" strike="noStrike" kern="1200" cap="none" spc="0" normalizeH="0" baseline="0" noProof="0" dirty="0" err="1">
                <a:ln>
                  <a:noFill/>
                </a:ln>
                <a:solidFill>
                  <a:prstClr val="black"/>
                </a:solidFill>
                <a:effectLst/>
                <a:uLnTx/>
                <a:uFillTx/>
                <a:latin typeface="Calibri Light" panose="020F0302020204030204" pitchFamily="34" charset="0"/>
                <a:ea typeface="+mn-ea"/>
                <a:cs typeface="Calibri Light" panose="020F0302020204030204" pitchFamily="34" charset="0"/>
              </a:rPr>
              <a:t>Eg</a:t>
            </a: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Google Container Registry, AWS ECR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ooter Placeholder 7">
            <a:extLst>
              <a:ext uri="{FF2B5EF4-FFF2-40B4-BE49-F238E27FC236}">
                <a16:creationId xmlns:a16="http://schemas.microsoft.com/office/drawing/2014/main" id="{BA5ABD5F-05B1-A004-BD0C-2BFB1F96F102}"/>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1254701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A7F99-2BA6-4653-BD57-054CF62453E9}"/>
              </a:ext>
            </a:extLst>
          </p:cNvPr>
          <p:cNvSpPr>
            <a:spLocks noGrp="1"/>
          </p:cNvSpPr>
          <p:nvPr>
            <p:ph type="title"/>
          </p:nvPr>
        </p:nvSpPr>
        <p:spPr>
          <a:xfrm>
            <a:off x="533400" y="339895"/>
            <a:ext cx="10515600" cy="1325563"/>
          </a:xfrm>
        </p:spPr>
        <p:txBody>
          <a:bodyPr>
            <a:normAutofit/>
          </a:bodyPr>
          <a:lstStyle/>
          <a:p>
            <a:r>
              <a:rPr lang="en-IN" sz="3600" b="1" dirty="0">
                <a:solidFill>
                  <a:srgbClr val="0D0D0D"/>
                </a:solidFill>
              </a:rPr>
              <a:t> Docker Registry</a:t>
            </a:r>
          </a:p>
        </p:txBody>
      </p:sp>
      <p:pic>
        <p:nvPicPr>
          <p:cNvPr id="6" name="Content Placeholder 5">
            <a:extLst>
              <a:ext uri="{FF2B5EF4-FFF2-40B4-BE49-F238E27FC236}">
                <a16:creationId xmlns:a16="http://schemas.microsoft.com/office/drawing/2014/main" id="{7FD8FE87-E2A3-4E2B-9697-C9DFEFDF2A00}"/>
              </a:ext>
            </a:extLst>
          </p:cNvPr>
          <p:cNvPicPr>
            <a:picLocks noGrp="1" noChangeAspect="1"/>
          </p:cNvPicPr>
          <p:nvPr>
            <p:ph idx="1"/>
          </p:nvPr>
        </p:nvPicPr>
        <p:blipFill>
          <a:blip r:embed="rId2"/>
          <a:stretch>
            <a:fillRect/>
          </a:stretch>
        </p:blipFill>
        <p:spPr>
          <a:xfrm>
            <a:off x="904875" y="2558754"/>
            <a:ext cx="10515600" cy="2485029"/>
          </a:xfrm>
        </p:spPr>
      </p:pic>
      <p:sp>
        <p:nvSpPr>
          <p:cNvPr id="7" name="TextBox 6">
            <a:extLst>
              <a:ext uri="{FF2B5EF4-FFF2-40B4-BE49-F238E27FC236}">
                <a16:creationId xmlns:a16="http://schemas.microsoft.com/office/drawing/2014/main" id="{902F0344-80D2-4F9C-99A1-D97054F9719E}"/>
              </a:ext>
            </a:extLst>
          </p:cNvPr>
          <p:cNvSpPr txBox="1"/>
          <p:nvPr/>
        </p:nvSpPr>
        <p:spPr>
          <a:xfrm>
            <a:off x="1638300" y="5372100"/>
            <a:ext cx="759142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Can be easily integrated with CI/CD system</a:t>
            </a:r>
          </a:p>
        </p:txBody>
      </p:sp>
      <p:sp>
        <p:nvSpPr>
          <p:cNvPr id="4" name="Footer Placeholder 3">
            <a:extLst>
              <a:ext uri="{FF2B5EF4-FFF2-40B4-BE49-F238E27FC236}">
                <a16:creationId xmlns:a16="http://schemas.microsoft.com/office/drawing/2014/main" id="{434AF0A6-998C-4907-EAB3-BB4A31936A95}"/>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39795794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7789" y="214355"/>
            <a:ext cx="3089910" cy="566822"/>
          </a:xfrm>
          <a:prstGeom prst="rect">
            <a:avLst/>
          </a:prstGeom>
        </p:spPr>
        <p:txBody>
          <a:bodyPr vert="horz" wrap="square" lIns="0" tIns="12700" rIns="0" bIns="0" rtlCol="0">
            <a:spAutoFit/>
          </a:bodyPr>
          <a:lstStyle/>
          <a:p>
            <a:pPr marL="12700">
              <a:lnSpc>
                <a:spcPct val="100000"/>
              </a:lnSpc>
              <a:spcBef>
                <a:spcPts val="100"/>
              </a:spcBef>
            </a:pPr>
            <a:r>
              <a:rPr sz="3600" b="1" spc="-5" dirty="0">
                <a:solidFill>
                  <a:schemeClr val="tx1">
                    <a:lumMod val="95000"/>
                    <a:lumOff val="5000"/>
                  </a:schemeClr>
                </a:solidFill>
              </a:rPr>
              <a:t>Docker</a:t>
            </a:r>
            <a:r>
              <a:rPr sz="3600" b="1" spc="-90" dirty="0">
                <a:solidFill>
                  <a:schemeClr val="tx1">
                    <a:lumMod val="95000"/>
                    <a:lumOff val="5000"/>
                  </a:schemeClr>
                </a:solidFill>
              </a:rPr>
              <a:t> </a:t>
            </a:r>
            <a:r>
              <a:rPr sz="3600" b="1" spc="-5" dirty="0">
                <a:solidFill>
                  <a:schemeClr val="tx1">
                    <a:lumMod val="95000"/>
                    <a:lumOff val="5000"/>
                  </a:schemeClr>
                </a:solidFill>
              </a:rPr>
              <a:t>Hub</a:t>
            </a:r>
            <a:endParaRPr sz="3600" b="1" dirty="0">
              <a:solidFill>
                <a:schemeClr val="tx1">
                  <a:lumMod val="95000"/>
                  <a:lumOff val="5000"/>
                </a:schemeClr>
              </a:solidFill>
            </a:endParaRPr>
          </a:p>
        </p:txBody>
      </p:sp>
      <p:sp>
        <p:nvSpPr>
          <p:cNvPr id="4" name="object 4"/>
          <p:cNvSpPr/>
          <p:nvPr/>
        </p:nvSpPr>
        <p:spPr>
          <a:xfrm>
            <a:off x="2142744" y="3314700"/>
            <a:ext cx="7418832" cy="3086100"/>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object 5"/>
          <p:cNvSpPr/>
          <p:nvPr/>
        </p:nvSpPr>
        <p:spPr>
          <a:xfrm>
            <a:off x="10802746" y="1548638"/>
            <a:ext cx="107928" cy="1941067"/>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object 6"/>
          <p:cNvSpPr/>
          <p:nvPr/>
        </p:nvSpPr>
        <p:spPr>
          <a:xfrm>
            <a:off x="10838942" y="3540190"/>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object 7"/>
          <p:cNvSpPr/>
          <p:nvPr/>
        </p:nvSpPr>
        <p:spPr>
          <a:xfrm>
            <a:off x="10802746" y="3624326"/>
            <a:ext cx="105791" cy="1425702"/>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object 8"/>
          <p:cNvSpPr txBox="1"/>
          <p:nvPr/>
        </p:nvSpPr>
        <p:spPr>
          <a:xfrm>
            <a:off x="10661650" y="570992"/>
            <a:ext cx="22225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5" normalizeH="0" baseline="0" noProof="0" dirty="0">
                <a:ln>
                  <a:noFill/>
                </a:ln>
                <a:solidFill>
                  <a:srgbClr val="FFFFFF"/>
                </a:solidFill>
                <a:effectLst/>
                <a:uLnTx/>
                <a:uFillTx/>
                <a:latin typeface="Century Gothic"/>
                <a:ea typeface="+mn-ea"/>
                <a:cs typeface="Century Gothic"/>
              </a:rPr>
              <a:t>6</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10" name="TextBox 9">
            <a:extLst>
              <a:ext uri="{FF2B5EF4-FFF2-40B4-BE49-F238E27FC236}">
                <a16:creationId xmlns:a16="http://schemas.microsoft.com/office/drawing/2014/main" id="{C74EA46E-7B8D-4C97-9383-68F2F70C5B92}"/>
              </a:ext>
            </a:extLst>
          </p:cNvPr>
          <p:cNvSpPr txBox="1"/>
          <p:nvPr/>
        </p:nvSpPr>
        <p:spPr>
          <a:xfrm>
            <a:off x="441960" y="1025670"/>
            <a:ext cx="10820400" cy="2123658"/>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Docker Hub is a cloud-based repository in which Docker users and  partners create, test, store and distribute container images.</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Users can access public, open source image repositories, as well as use  a space to create their own private repositories, automated build  functions, and work groups.</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IN"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p:txBody>
      </p:sp>
      <p:sp>
        <p:nvSpPr>
          <p:cNvPr id="9" name="Footer Placeholder 8">
            <a:extLst>
              <a:ext uri="{FF2B5EF4-FFF2-40B4-BE49-F238E27FC236}">
                <a16:creationId xmlns:a16="http://schemas.microsoft.com/office/drawing/2014/main" id="{61208082-696C-14D6-4C6A-A2D1EDD86EA6}"/>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27280069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397668"/>
            <a:ext cx="5460365" cy="566822"/>
          </a:xfrm>
          <a:prstGeom prst="rect">
            <a:avLst/>
          </a:prstGeom>
        </p:spPr>
        <p:txBody>
          <a:bodyPr vert="horz" wrap="square" lIns="0" tIns="12700" rIns="0" bIns="0" rtlCol="0">
            <a:spAutoFit/>
          </a:bodyPr>
          <a:lstStyle/>
          <a:p>
            <a:pPr marL="12700">
              <a:lnSpc>
                <a:spcPct val="100000"/>
              </a:lnSpc>
              <a:spcBef>
                <a:spcPts val="100"/>
              </a:spcBef>
            </a:pPr>
            <a:r>
              <a:rPr sz="3600" b="1" spc="-5" dirty="0">
                <a:solidFill>
                  <a:schemeClr val="tx1">
                    <a:lumMod val="95000"/>
                    <a:lumOff val="5000"/>
                  </a:schemeClr>
                </a:solidFill>
              </a:rPr>
              <a:t>Docker</a:t>
            </a:r>
            <a:r>
              <a:rPr sz="3600" b="1" spc="-80" dirty="0">
                <a:solidFill>
                  <a:schemeClr val="tx1">
                    <a:lumMod val="95000"/>
                    <a:lumOff val="5000"/>
                  </a:schemeClr>
                </a:solidFill>
              </a:rPr>
              <a:t> </a:t>
            </a:r>
            <a:r>
              <a:rPr sz="3600" b="1" dirty="0">
                <a:solidFill>
                  <a:schemeClr val="tx1">
                    <a:lumMod val="95000"/>
                    <a:lumOff val="5000"/>
                  </a:schemeClr>
                </a:solidFill>
              </a:rPr>
              <a:t>Hub-Features</a:t>
            </a:r>
          </a:p>
        </p:txBody>
      </p:sp>
      <p:sp>
        <p:nvSpPr>
          <p:cNvPr id="3" name="object 3"/>
          <p:cNvSpPr txBox="1"/>
          <p:nvPr/>
        </p:nvSpPr>
        <p:spPr>
          <a:xfrm>
            <a:off x="304800" y="1752600"/>
            <a:ext cx="11506200" cy="2768065"/>
          </a:xfrm>
          <a:prstGeom prst="rect">
            <a:avLst/>
          </a:prstGeom>
        </p:spPr>
        <p:txBody>
          <a:bodyPr vert="horz" wrap="square" lIns="0" tIns="13335" rIns="0" bIns="0" rtlCol="0">
            <a:spAutoFit/>
          </a:bodyPr>
          <a:lstStyle/>
          <a:p>
            <a:pPr marL="355600" marR="153670" lvl="0" indent="-342900" algn="l" defTabSz="914400" rtl="0" eaLnBrk="1" fontAlgn="auto" latinLnBrk="0" hangingPunct="1">
              <a:lnSpc>
                <a:spcPct val="100000"/>
              </a:lnSpc>
              <a:spcBef>
                <a:spcPts val="105"/>
              </a:spcBef>
              <a:spcAft>
                <a:spcPts val="0"/>
              </a:spcAft>
              <a:buClrTx/>
              <a:buSzTx/>
              <a:buFont typeface="Wingdings" panose="05000000000000000000" pitchFamily="2" charset="2"/>
              <a:buChar char="§"/>
              <a:tabLst>
                <a:tab pos="354965" algn="l"/>
              </a:tabLst>
              <a:defRPr/>
            </a:pPr>
            <a:r>
              <a:rPr kumimoji="0" sz="2200" b="1" i="0" u="heavy" strike="noStrike" kern="1200" cap="none" spc="0" normalizeH="0" baseline="0" noProof="0" dirty="0">
                <a:ln>
                  <a:noFill/>
                </a:ln>
                <a:solidFill>
                  <a:prstClr val="black"/>
                </a:solidFill>
                <a:effectLst/>
                <a:uLnTx/>
                <a:uFill>
                  <a:solidFill>
                    <a:srgbClr val="57C1B9"/>
                  </a:solidFill>
                </a:uFill>
                <a:latin typeface="Calibri Light" panose="020F0302020204030204" pitchFamily="34" charset="0"/>
                <a:ea typeface="+mn-ea"/>
                <a:cs typeface="Calibri Light" panose="020F0302020204030204" pitchFamily="34" charset="0"/>
                <a:hlinkClick r:id="rId2">
                  <a:extLst>
                    <a:ext uri="{A12FA001-AC4F-418D-AE19-62706E023703}">
                      <ahyp:hlinkClr xmlns:ahyp="http://schemas.microsoft.com/office/drawing/2018/hyperlinkcolor" val="tx"/>
                    </a:ext>
                  </a:extLst>
                </a:hlinkClick>
              </a:rPr>
              <a:t>Image Repositories</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Find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and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pull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images from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community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and  official libraries</a:t>
            </a:r>
            <a:r>
              <a:rPr kumimoji="0" lang="en-IN"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lang="en-IN"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M</a:t>
            </a:r>
            <a:r>
              <a:rPr kumimoji="0" sz="2200" b="0" i="0" u="none" strike="noStrike" kern="1200" cap="none" spc="0" normalizeH="0" baseline="0" noProof="0" dirty="0" err="1">
                <a:ln>
                  <a:noFill/>
                </a:ln>
                <a:solidFill>
                  <a:prstClr val="black"/>
                </a:solidFill>
                <a:effectLst/>
                <a:uLnTx/>
                <a:uFillTx/>
                <a:latin typeface="Calibri Light" panose="020F0302020204030204" pitchFamily="34" charset="0"/>
                <a:ea typeface="+mn-ea"/>
                <a:cs typeface="Calibri Light" panose="020F0302020204030204" pitchFamily="34" charset="0"/>
              </a:rPr>
              <a:t>anage</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push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to,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and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pull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from private image  libraries</a:t>
            </a:r>
            <a:r>
              <a:rPr kumimoji="0" lang="en-IN"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t>
            </a:r>
            <a:endPar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55600" marR="575945" lvl="0" indent="-342900" algn="l" defTabSz="914400" rtl="0" eaLnBrk="1" fontAlgn="auto" latinLnBrk="0" hangingPunct="1">
              <a:lnSpc>
                <a:spcPct val="100000"/>
              </a:lnSpc>
              <a:spcBef>
                <a:spcPts val="994"/>
              </a:spcBef>
              <a:spcAft>
                <a:spcPts val="0"/>
              </a:spcAft>
              <a:buClrTx/>
              <a:buSzTx/>
              <a:buFont typeface="Wingdings" panose="05000000000000000000" pitchFamily="2" charset="2"/>
              <a:buChar char="§"/>
              <a:tabLst>
                <a:tab pos="354965" algn="l"/>
              </a:tabLst>
              <a:defRPr/>
            </a:pPr>
            <a:r>
              <a:rPr kumimoji="0" sz="2200" b="1" i="0" u="heavy" strike="noStrike" kern="1200" cap="none" spc="0" normalizeH="0" baseline="0" noProof="0" dirty="0">
                <a:ln>
                  <a:noFill/>
                </a:ln>
                <a:solidFill>
                  <a:prstClr val="black"/>
                </a:solidFill>
                <a:effectLst/>
                <a:uLnTx/>
                <a:uFill>
                  <a:solidFill>
                    <a:srgbClr val="57C1B9"/>
                  </a:solidFill>
                </a:uFill>
                <a:latin typeface="Calibri Light" panose="020F0302020204030204" pitchFamily="34" charset="0"/>
                <a:ea typeface="+mn-ea"/>
                <a:cs typeface="Calibri Light" panose="020F0302020204030204" pitchFamily="34" charset="0"/>
                <a:hlinkClick r:id="rId3">
                  <a:extLst>
                    <a:ext uri="{A12FA001-AC4F-418D-AE19-62706E023703}">
                      <ahyp:hlinkClr xmlns:ahyp="http://schemas.microsoft.com/office/drawing/2018/hyperlinkcolor" val="tx"/>
                    </a:ext>
                  </a:extLst>
                </a:hlinkClick>
              </a:rPr>
              <a:t>Automated </a:t>
            </a:r>
            <a:r>
              <a:rPr kumimoji="0" sz="2200" b="1" i="0" u="heavy" strike="noStrike" kern="1200" cap="none" spc="-5" normalizeH="0" baseline="0" noProof="0" dirty="0">
                <a:ln>
                  <a:noFill/>
                </a:ln>
                <a:solidFill>
                  <a:prstClr val="black"/>
                </a:solidFill>
                <a:effectLst/>
                <a:uLnTx/>
                <a:uFill>
                  <a:solidFill>
                    <a:srgbClr val="57C1B9"/>
                  </a:solidFill>
                </a:uFill>
                <a:latin typeface="Calibri Light" panose="020F0302020204030204" pitchFamily="34" charset="0"/>
                <a:ea typeface="+mn-ea"/>
                <a:cs typeface="Calibri Light" panose="020F0302020204030204" pitchFamily="34" charset="0"/>
                <a:hlinkClick r:id="rId3">
                  <a:extLst>
                    <a:ext uri="{A12FA001-AC4F-418D-AE19-62706E023703}">
                      <ahyp:hlinkClr xmlns:ahyp="http://schemas.microsoft.com/office/drawing/2018/hyperlinkcolor" val="tx"/>
                    </a:ext>
                  </a:extLst>
                </a:hlinkClick>
              </a:rPr>
              <a:t>Builds</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Automatically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create new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images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when </a:t>
            </a:r>
            <a:r>
              <a:rPr kumimoji="0" lang="en-IN"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any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changes</a:t>
            </a:r>
            <a:r>
              <a:rPr kumimoji="0" lang="en-IN"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are made</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to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source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code</a:t>
            </a:r>
            <a:r>
              <a:rPr kumimoji="0" sz="2200" b="0" i="0" u="none" strike="noStrike" kern="1200" cap="none" spc="-10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repository.</a:t>
            </a:r>
          </a:p>
          <a:p>
            <a:pPr marL="355600" marR="0" lvl="0" indent="-342900" algn="l" defTabSz="914400" rtl="0" eaLnBrk="1" fontAlgn="auto" latinLnBrk="0" hangingPunct="1">
              <a:lnSpc>
                <a:spcPct val="100000"/>
              </a:lnSpc>
              <a:spcBef>
                <a:spcPts val="1010"/>
              </a:spcBef>
              <a:spcAft>
                <a:spcPts val="0"/>
              </a:spcAft>
              <a:buClrTx/>
              <a:buSzTx/>
              <a:buFont typeface="Wingdings" panose="05000000000000000000" pitchFamily="2" charset="2"/>
              <a:buChar char="§"/>
              <a:tabLst>
                <a:tab pos="354965" algn="l"/>
              </a:tabLst>
              <a:defRPr/>
            </a:pPr>
            <a:r>
              <a:rPr kumimoji="0" lang="en-IN" sz="2200" b="1" i="0" u="heavy" strike="noStrike" kern="1200" cap="none" spc="-10" normalizeH="0" baseline="0" noProof="0" dirty="0">
                <a:ln>
                  <a:noFill/>
                </a:ln>
                <a:solidFill>
                  <a:prstClr val="black"/>
                </a:solidFill>
                <a:effectLst/>
                <a:uLnTx/>
                <a:uFill>
                  <a:solidFill>
                    <a:srgbClr val="57C1B9"/>
                  </a:solidFill>
                </a:uFill>
                <a:latin typeface="Calibri Light" panose="020F0302020204030204" pitchFamily="34" charset="0"/>
                <a:ea typeface="+mn-ea"/>
                <a:cs typeface="Calibri Light" panose="020F0302020204030204" pitchFamily="34" charset="0"/>
                <a:hlinkClick r:id="rId4">
                  <a:extLst>
                    <a:ext uri="{A12FA001-AC4F-418D-AE19-62706E023703}">
                      <ahyp:hlinkClr xmlns:ahyp="http://schemas.microsoft.com/office/drawing/2018/hyperlinkcolor" val="tx"/>
                    </a:ext>
                  </a:extLst>
                </a:hlinkClick>
              </a:rPr>
              <a:t>W</a:t>
            </a:r>
            <a:r>
              <a:rPr kumimoji="0" sz="2200" b="1" i="0" u="heavy" strike="noStrike" kern="1200" cap="none" spc="-10" normalizeH="0" baseline="0" noProof="0" dirty="0" err="1">
                <a:ln>
                  <a:noFill/>
                </a:ln>
                <a:solidFill>
                  <a:prstClr val="black"/>
                </a:solidFill>
                <a:effectLst/>
                <a:uLnTx/>
                <a:uFill>
                  <a:solidFill>
                    <a:srgbClr val="57C1B9"/>
                  </a:solidFill>
                </a:uFill>
                <a:latin typeface="Calibri Light" panose="020F0302020204030204" pitchFamily="34" charset="0"/>
                <a:ea typeface="+mn-ea"/>
                <a:cs typeface="Calibri Light" panose="020F0302020204030204" pitchFamily="34" charset="0"/>
                <a:hlinkClick r:id="rId4">
                  <a:extLst>
                    <a:ext uri="{A12FA001-AC4F-418D-AE19-62706E023703}">
                      <ahyp:hlinkClr xmlns:ahyp="http://schemas.microsoft.com/office/drawing/2018/hyperlinkcolor" val="tx"/>
                    </a:ext>
                  </a:extLst>
                </a:hlinkClick>
              </a:rPr>
              <a:t>ebhooks</a:t>
            </a:r>
            <a:r>
              <a:rPr kumimoji="0" sz="2200" b="1" i="0" u="none" strike="noStrike" kern="1200" cap="none" spc="-1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t>
            </a:r>
            <a:r>
              <a:rPr kumimoji="0" sz="2200" b="0" i="0" u="none" strike="noStrike" kern="1200" cap="none" spc="-1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 feature of Automated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Builds</a:t>
            </a:r>
            <a:r>
              <a:rPr kumimoji="0" lang="en-IN"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which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trigger</a:t>
            </a:r>
            <a:r>
              <a:rPr kumimoji="0" lang="en-IN"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s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actions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after a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successful push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to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a:t>
            </a:r>
            <a:r>
              <a:rPr kumimoji="0" sz="2200" b="0" i="0" u="none" strike="noStrike" kern="1200" cap="none" spc="-16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repository.</a:t>
            </a:r>
            <a:endPar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355600" marR="507365" lvl="0" indent="-342900" algn="l" defTabSz="914400" rtl="0" eaLnBrk="1" fontAlgn="auto" latinLnBrk="0" hangingPunct="1">
              <a:lnSpc>
                <a:spcPct val="100000"/>
              </a:lnSpc>
              <a:spcBef>
                <a:spcPts val="994"/>
              </a:spcBef>
              <a:spcAft>
                <a:spcPts val="0"/>
              </a:spcAft>
              <a:buClrTx/>
              <a:buSzTx/>
              <a:buFont typeface="Wingdings" panose="05000000000000000000" pitchFamily="2" charset="2"/>
              <a:buChar char="§"/>
              <a:tabLst>
                <a:tab pos="354965" algn="l"/>
              </a:tabLst>
              <a:defRPr/>
            </a:pPr>
            <a:r>
              <a:rPr kumimoji="0" lang="en-IN" sz="2200" b="1" i="0" u="heavy" strike="noStrike" kern="1200" cap="none" spc="-5" normalizeH="0" baseline="0" noProof="0" dirty="0">
                <a:ln>
                  <a:noFill/>
                </a:ln>
                <a:solidFill>
                  <a:prstClr val="black"/>
                </a:solidFill>
                <a:effectLst/>
                <a:uLnTx/>
                <a:uFill>
                  <a:solidFill>
                    <a:srgbClr val="57C1B9"/>
                  </a:solidFill>
                </a:uFill>
                <a:latin typeface="Calibri Light" panose="020F0302020204030204" pitchFamily="34" charset="0"/>
                <a:ea typeface="+mn-ea"/>
                <a:cs typeface="Calibri Light" panose="020F0302020204030204" pitchFamily="34" charset="0"/>
                <a:hlinkClick r:id="rId5">
                  <a:extLst>
                    <a:ext uri="{A12FA001-AC4F-418D-AE19-62706E023703}">
                      <ahyp:hlinkClr xmlns:ahyp="http://schemas.microsoft.com/office/drawing/2018/hyperlinkcolor" val="tx"/>
                    </a:ext>
                  </a:extLst>
                </a:hlinkClick>
              </a:rPr>
              <a:t>O</a:t>
            </a:r>
            <a:r>
              <a:rPr kumimoji="0" sz="2200" b="1" i="0" u="heavy" strike="noStrike" kern="1200" cap="none" spc="-5" normalizeH="0" baseline="0" noProof="0" dirty="0" err="1">
                <a:ln>
                  <a:noFill/>
                </a:ln>
                <a:solidFill>
                  <a:prstClr val="black"/>
                </a:solidFill>
                <a:effectLst/>
                <a:uLnTx/>
                <a:uFill>
                  <a:solidFill>
                    <a:srgbClr val="57C1B9"/>
                  </a:solidFill>
                </a:uFill>
                <a:latin typeface="Calibri Light" panose="020F0302020204030204" pitchFamily="34" charset="0"/>
                <a:ea typeface="+mn-ea"/>
                <a:cs typeface="Calibri Light" panose="020F0302020204030204" pitchFamily="34" charset="0"/>
                <a:hlinkClick r:id="rId5">
                  <a:extLst>
                    <a:ext uri="{A12FA001-AC4F-418D-AE19-62706E023703}">
                      <ahyp:hlinkClr xmlns:ahyp="http://schemas.microsoft.com/office/drawing/2018/hyperlinkcolor" val="tx"/>
                    </a:ext>
                  </a:extLst>
                </a:hlinkClick>
              </a:rPr>
              <a:t>rganizations</a:t>
            </a:r>
            <a:r>
              <a:rPr kumimoji="0" sz="2200" b="1"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Create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work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groups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to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manage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access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to </a:t>
            </a:r>
            <a:r>
              <a:rPr kumimoji="0" sz="22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image  </a:t>
            </a:r>
            <a:r>
              <a:rPr kumimoji="0" sz="2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repositories.</a:t>
            </a:r>
          </a:p>
        </p:txBody>
      </p:sp>
      <p:sp>
        <p:nvSpPr>
          <p:cNvPr id="4" name="object 4"/>
          <p:cNvSpPr/>
          <p:nvPr/>
        </p:nvSpPr>
        <p:spPr>
          <a:xfrm>
            <a:off x="10802746" y="1548638"/>
            <a:ext cx="107928" cy="1941067"/>
          </a:xfrm>
          <a:prstGeom prst="rect">
            <a:avLst/>
          </a:prstGeom>
          <a:blipFill>
            <a:blip r:embed="rId6"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object 5"/>
          <p:cNvSpPr/>
          <p:nvPr/>
        </p:nvSpPr>
        <p:spPr>
          <a:xfrm>
            <a:off x="10838942" y="3540190"/>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object 6"/>
          <p:cNvSpPr/>
          <p:nvPr/>
        </p:nvSpPr>
        <p:spPr>
          <a:xfrm>
            <a:off x="10802746" y="3624326"/>
            <a:ext cx="105791" cy="1425702"/>
          </a:xfrm>
          <a:prstGeom prst="rect">
            <a:avLst/>
          </a:prstGeom>
          <a:blipFill>
            <a:blip r:embed="rId7"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object 7"/>
          <p:cNvSpPr txBox="1"/>
          <p:nvPr/>
        </p:nvSpPr>
        <p:spPr>
          <a:xfrm>
            <a:off x="10661650" y="570992"/>
            <a:ext cx="22225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5" normalizeH="0" baseline="0" noProof="0" dirty="0">
                <a:ln>
                  <a:noFill/>
                </a:ln>
                <a:solidFill>
                  <a:srgbClr val="FFFFFF"/>
                </a:solidFill>
                <a:effectLst/>
                <a:uLnTx/>
                <a:uFillTx/>
                <a:latin typeface="Century Gothic"/>
                <a:ea typeface="+mn-ea"/>
                <a:cs typeface="Century Gothic"/>
              </a:rPr>
              <a:t>7</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9" name="Footer Placeholder 8">
            <a:extLst>
              <a:ext uri="{FF2B5EF4-FFF2-40B4-BE49-F238E27FC236}">
                <a16:creationId xmlns:a16="http://schemas.microsoft.com/office/drawing/2014/main" id="{D7EF12C1-BD22-4F38-462D-5978433A1D29}"/>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4182736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7337" y="620321"/>
            <a:ext cx="5911850" cy="566822"/>
          </a:xfrm>
          <a:prstGeom prst="rect">
            <a:avLst/>
          </a:prstGeom>
        </p:spPr>
        <p:txBody>
          <a:bodyPr vert="horz" wrap="square" lIns="0" tIns="12700" rIns="0" bIns="0" rtlCol="0">
            <a:spAutoFit/>
          </a:bodyPr>
          <a:lstStyle/>
          <a:p>
            <a:pPr marL="12700">
              <a:lnSpc>
                <a:spcPct val="100000"/>
              </a:lnSpc>
              <a:spcBef>
                <a:spcPts val="100"/>
              </a:spcBef>
            </a:pPr>
            <a:r>
              <a:rPr sz="3600" b="1" spc="-5" dirty="0">
                <a:solidFill>
                  <a:schemeClr val="tx1">
                    <a:lumMod val="95000"/>
                    <a:lumOff val="5000"/>
                  </a:schemeClr>
                </a:solidFill>
              </a:rPr>
              <a:t>Docker Hub</a:t>
            </a:r>
            <a:r>
              <a:rPr sz="3600" b="1" spc="-90" dirty="0">
                <a:solidFill>
                  <a:schemeClr val="tx1">
                    <a:lumMod val="95000"/>
                    <a:lumOff val="5000"/>
                  </a:schemeClr>
                </a:solidFill>
              </a:rPr>
              <a:t> </a:t>
            </a:r>
            <a:r>
              <a:rPr sz="3600" b="1" dirty="0">
                <a:solidFill>
                  <a:schemeClr val="tx1">
                    <a:lumMod val="95000"/>
                    <a:lumOff val="5000"/>
                  </a:schemeClr>
                </a:solidFill>
              </a:rPr>
              <a:t>Repository</a:t>
            </a:r>
          </a:p>
        </p:txBody>
      </p:sp>
      <p:sp>
        <p:nvSpPr>
          <p:cNvPr id="3" name="object 3"/>
          <p:cNvSpPr/>
          <p:nvPr/>
        </p:nvSpPr>
        <p:spPr>
          <a:xfrm>
            <a:off x="507337" y="1388818"/>
            <a:ext cx="10927080" cy="3468624"/>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object 4"/>
          <p:cNvSpPr txBox="1"/>
          <p:nvPr/>
        </p:nvSpPr>
        <p:spPr>
          <a:xfrm>
            <a:off x="507336" y="5157396"/>
            <a:ext cx="11151263" cy="566822"/>
          </a:xfrm>
          <a:prstGeom prst="rect">
            <a:avLst/>
          </a:prstGeom>
        </p:spPr>
        <p:txBody>
          <a:bodyPr vert="horz" wrap="square" lIns="0" tIns="12700" rIns="0" bIns="0" rtlCol="0">
            <a:spAutoFit/>
          </a:bodyPr>
          <a:lstStyle/>
          <a:p>
            <a:pPr marL="299085" marR="5080" lvl="0" indent="-287020" algn="l" defTabSz="914400" rtl="0" eaLnBrk="1" fontAlgn="auto" latinLnBrk="0" hangingPunct="1">
              <a:lnSpc>
                <a:spcPct val="100000"/>
              </a:lnSpc>
              <a:spcBef>
                <a:spcPts val="100"/>
              </a:spcBef>
              <a:spcAft>
                <a:spcPts val="0"/>
              </a:spcAft>
              <a:buClrTx/>
              <a:buSzTx/>
              <a:buFont typeface="Arial"/>
              <a:buChar char="•"/>
              <a:tabLst>
                <a:tab pos="299085" algn="l"/>
                <a:tab pos="299720" algn="l"/>
              </a:tabLst>
              <a:defRPr/>
            </a:pPr>
            <a:r>
              <a:rPr kumimoji="0" sz="18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Docker Hub </a:t>
            </a:r>
            <a:r>
              <a:rPr kumimoji="0" sz="18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repositories let </a:t>
            </a:r>
            <a:r>
              <a:rPr kumimoji="0" sz="18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you share </a:t>
            </a:r>
            <a:r>
              <a:rPr kumimoji="0" sz="18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images </a:t>
            </a:r>
            <a:r>
              <a:rPr kumimoji="0" sz="1800" b="0" i="0" u="none" strike="noStrike" kern="1200" cap="none" spc="-1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with </a:t>
            </a:r>
            <a:r>
              <a:rPr kumimoji="0" sz="18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co-workers, customers, </a:t>
            </a:r>
            <a:r>
              <a:rPr kumimoji="0" sz="18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or </a:t>
            </a:r>
            <a:r>
              <a:rPr kumimoji="0" sz="1800" b="0" i="0" u="none" strike="noStrike" kern="1200" cap="none" spc="-1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the </a:t>
            </a:r>
            <a:r>
              <a:rPr kumimoji="0" sz="18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Docker  </a:t>
            </a:r>
            <a:r>
              <a:rPr kumimoji="0" sz="18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community </a:t>
            </a:r>
            <a:r>
              <a:rPr kumimoji="0" sz="18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at</a:t>
            </a:r>
            <a:r>
              <a:rPr kumimoji="0" sz="1800" b="0" i="0" u="none" strike="noStrike" kern="1200" cap="none" spc="-1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18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large.</a:t>
            </a:r>
            <a:endParaRPr kumimoji="0" sz="18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299085" marR="0" lvl="0" indent="-287020" algn="l" defTabSz="914400" rtl="0" eaLnBrk="1" fontAlgn="auto" latinLnBrk="0" hangingPunct="1">
              <a:lnSpc>
                <a:spcPct val="100000"/>
              </a:lnSpc>
              <a:spcBef>
                <a:spcPts val="0"/>
              </a:spcBef>
              <a:spcAft>
                <a:spcPts val="0"/>
              </a:spcAft>
              <a:buClrTx/>
              <a:buSzTx/>
              <a:buFont typeface="Arial"/>
              <a:buChar char="•"/>
              <a:tabLst>
                <a:tab pos="299085" algn="l"/>
                <a:tab pos="299720" algn="l"/>
              </a:tabLst>
              <a:defRPr/>
            </a:pPr>
            <a:r>
              <a:rPr kumimoji="0" lang="en-IN" sz="18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B</a:t>
            </a:r>
            <a:r>
              <a:rPr kumimoji="0" sz="1800" b="0" i="0" u="none" strike="noStrike" kern="1200" cap="none" spc="0" normalizeH="0" baseline="0" noProof="0" dirty="0" err="1">
                <a:ln>
                  <a:noFill/>
                </a:ln>
                <a:solidFill>
                  <a:prstClr val="black"/>
                </a:solidFill>
                <a:effectLst/>
                <a:uLnTx/>
                <a:uFillTx/>
                <a:latin typeface="Calibri Light" panose="020F0302020204030204" pitchFamily="34" charset="0"/>
                <a:ea typeface="+mn-ea"/>
                <a:cs typeface="Calibri Light" panose="020F0302020204030204" pitchFamily="34" charset="0"/>
              </a:rPr>
              <a:t>uild</a:t>
            </a:r>
            <a:r>
              <a:rPr kumimoji="0" sz="18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18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your</a:t>
            </a:r>
            <a:r>
              <a:rPr kumimoji="0" lang="en-IN" sz="18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own</a:t>
            </a:r>
            <a:r>
              <a:rPr kumimoji="0" sz="18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sz="18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images </a:t>
            </a:r>
            <a:r>
              <a:rPr kumimoji="0" sz="1800" b="0" i="0" u="none" strike="noStrike" kern="1200" cap="none" spc="-1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and </a:t>
            </a:r>
            <a:r>
              <a:rPr kumimoji="0" sz="18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push </a:t>
            </a:r>
            <a:r>
              <a:rPr kumimoji="0" sz="1800" b="0" i="0" u="none" strike="noStrike" kern="1200" cap="none" spc="-1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them to </a:t>
            </a:r>
            <a:r>
              <a:rPr kumimoji="0" sz="18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 </a:t>
            </a:r>
            <a:r>
              <a:rPr kumimoji="0" sz="1800" b="0" i="0" u="none" strike="noStrike" kern="1200" cap="none" spc="-5"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Docker Hub repository </a:t>
            </a:r>
            <a:r>
              <a:rPr kumimoji="0" lang="en-IN" sz="1800" b="0" i="0" u="none" strike="noStrike" kern="1200" cap="none" spc="-1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a:t>
            </a:r>
            <a:endParaRPr kumimoji="0" sz="18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p:txBody>
      </p:sp>
      <p:sp>
        <p:nvSpPr>
          <p:cNvPr id="5" name="object 5"/>
          <p:cNvSpPr/>
          <p:nvPr/>
        </p:nvSpPr>
        <p:spPr>
          <a:xfrm>
            <a:off x="10802746" y="1548638"/>
            <a:ext cx="107928" cy="1941067"/>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object 6"/>
          <p:cNvSpPr/>
          <p:nvPr/>
        </p:nvSpPr>
        <p:spPr>
          <a:xfrm>
            <a:off x="10838942" y="3540190"/>
            <a:ext cx="8890" cy="38100"/>
          </a:xfrm>
          <a:custGeom>
            <a:avLst/>
            <a:gdLst/>
            <a:ahLst/>
            <a:cxnLst/>
            <a:rect l="l" t="t" r="r" b="b"/>
            <a:pathLst>
              <a:path w="8890" h="38100">
                <a:moveTo>
                  <a:pt x="0" y="37652"/>
                </a:moveTo>
                <a:lnTo>
                  <a:pt x="8352" y="37652"/>
                </a:lnTo>
                <a:lnTo>
                  <a:pt x="8352" y="0"/>
                </a:lnTo>
                <a:lnTo>
                  <a:pt x="0" y="0"/>
                </a:lnTo>
                <a:lnTo>
                  <a:pt x="0" y="37652"/>
                </a:lnTo>
                <a:close/>
              </a:path>
            </a:pathLst>
          </a:custGeom>
          <a:solidFill>
            <a:srgbClr val="FFFFFF">
              <a:alpha val="59999"/>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object 7"/>
          <p:cNvSpPr/>
          <p:nvPr/>
        </p:nvSpPr>
        <p:spPr>
          <a:xfrm>
            <a:off x="10802746" y="3624326"/>
            <a:ext cx="105791" cy="1425702"/>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object 8"/>
          <p:cNvSpPr txBox="1"/>
          <p:nvPr/>
        </p:nvSpPr>
        <p:spPr>
          <a:xfrm>
            <a:off x="10661650" y="570992"/>
            <a:ext cx="222250" cy="452120"/>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2800" b="0" i="0" u="none" strike="noStrike" kern="1200" cap="none" spc="-5" normalizeH="0" baseline="0" noProof="0" dirty="0">
                <a:ln>
                  <a:noFill/>
                </a:ln>
                <a:solidFill>
                  <a:srgbClr val="FFFFFF"/>
                </a:solidFill>
                <a:effectLst/>
                <a:uLnTx/>
                <a:uFillTx/>
                <a:latin typeface="Century Gothic"/>
                <a:ea typeface="+mn-ea"/>
                <a:cs typeface="Century Gothic"/>
              </a:rPr>
              <a:t>8</a:t>
            </a:r>
            <a:endParaRPr kumimoji="0" sz="2800" b="0" i="0" u="none" strike="noStrike" kern="1200" cap="none" spc="0" normalizeH="0" baseline="0" noProof="0">
              <a:ln>
                <a:noFill/>
              </a:ln>
              <a:solidFill>
                <a:prstClr val="black"/>
              </a:solidFill>
              <a:effectLst/>
              <a:uLnTx/>
              <a:uFillTx/>
              <a:latin typeface="Century Gothic"/>
              <a:ea typeface="+mn-ea"/>
              <a:cs typeface="Century Gothic"/>
            </a:endParaRPr>
          </a:p>
        </p:txBody>
      </p:sp>
      <p:sp>
        <p:nvSpPr>
          <p:cNvPr id="10" name="Footer Placeholder 9">
            <a:extLst>
              <a:ext uri="{FF2B5EF4-FFF2-40B4-BE49-F238E27FC236}">
                <a16:creationId xmlns:a16="http://schemas.microsoft.com/office/drawing/2014/main" id="{2EC8ED1C-180C-B047-63EA-A147A2380C00}"/>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7697736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01935-C212-4467-A5E7-5F242EF8D98C}"/>
              </a:ext>
            </a:extLst>
          </p:cNvPr>
          <p:cNvSpPr>
            <a:spLocks noGrp="1"/>
          </p:cNvSpPr>
          <p:nvPr>
            <p:ph type="title"/>
          </p:nvPr>
        </p:nvSpPr>
        <p:spPr>
          <a:xfrm>
            <a:off x="0" y="310354"/>
            <a:ext cx="10515600" cy="1011239"/>
          </a:xfrm>
        </p:spPr>
        <p:txBody>
          <a:bodyPr>
            <a:normAutofit/>
          </a:bodyPr>
          <a:lstStyle/>
          <a:p>
            <a:r>
              <a:rPr lang="en-IN" sz="3600" b="1" dirty="0">
                <a:solidFill>
                  <a:schemeClr val="tx1">
                    <a:lumMod val="95000"/>
                    <a:lumOff val="5000"/>
                  </a:schemeClr>
                </a:solidFill>
              </a:rPr>
              <a:t> Docker Push / Pull Images</a:t>
            </a:r>
          </a:p>
        </p:txBody>
      </p:sp>
      <p:pic>
        <p:nvPicPr>
          <p:cNvPr id="6" name="Content Placeholder 5">
            <a:extLst>
              <a:ext uri="{FF2B5EF4-FFF2-40B4-BE49-F238E27FC236}">
                <a16:creationId xmlns:a16="http://schemas.microsoft.com/office/drawing/2014/main" id="{2BB29701-74B0-4790-8A4A-F0B8F5F14613}"/>
              </a:ext>
            </a:extLst>
          </p:cNvPr>
          <p:cNvPicPr>
            <a:picLocks noGrp="1" noChangeAspect="1"/>
          </p:cNvPicPr>
          <p:nvPr>
            <p:ph idx="1"/>
          </p:nvPr>
        </p:nvPicPr>
        <p:blipFill>
          <a:blip r:embed="rId2"/>
          <a:stretch>
            <a:fillRect/>
          </a:stretch>
        </p:blipFill>
        <p:spPr>
          <a:xfrm>
            <a:off x="1005558" y="1690688"/>
            <a:ext cx="8961684" cy="4351338"/>
          </a:xfrm>
        </p:spPr>
      </p:pic>
      <p:sp>
        <p:nvSpPr>
          <p:cNvPr id="4" name="Footer Placeholder 3">
            <a:extLst>
              <a:ext uri="{FF2B5EF4-FFF2-40B4-BE49-F238E27FC236}">
                <a16:creationId xmlns:a16="http://schemas.microsoft.com/office/drawing/2014/main" id="{B18ADA3E-91D4-4736-158B-32C3922A297D}"/>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16994432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41149"/>
            <a:ext cx="9591675" cy="1064914"/>
          </a:xfrm>
        </p:spPr>
        <p:txBody>
          <a:bodyPr>
            <a:normAutofit/>
          </a:bodyPr>
          <a:lstStyle/>
          <a:p>
            <a:r>
              <a:rPr lang="en-US" sz="3600" b="1" dirty="0">
                <a:solidFill>
                  <a:schemeClr val="tx1">
                    <a:lumMod val="95000"/>
                    <a:lumOff val="5000"/>
                  </a:schemeClr>
                </a:solidFill>
                <a:ea typeface="Gotham HTF Book" charset="0"/>
                <a:cs typeface="Gotham HTF Book" charset="0"/>
              </a:rPr>
              <a:t>Docker Image Commands </a:t>
            </a:r>
          </a:p>
        </p:txBody>
      </p:sp>
      <p:sp>
        <p:nvSpPr>
          <p:cNvPr id="11" name="Content Placeholder 2"/>
          <p:cNvSpPr>
            <a:spLocks noGrp="1"/>
          </p:cNvSpPr>
          <p:nvPr>
            <p:ph idx="1"/>
          </p:nvPr>
        </p:nvSpPr>
        <p:spPr>
          <a:xfrm>
            <a:off x="2976795" y="1512277"/>
            <a:ext cx="8672473" cy="4726885"/>
          </a:xfrm>
        </p:spPr>
        <p:txBody>
          <a:bodyPr>
            <a:normAutofit/>
          </a:bodyPr>
          <a:lstStyle/>
          <a:p>
            <a:pPr marL="0" indent="0">
              <a:buNone/>
            </a:pPr>
            <a:r>
              <a:rPr lang="en-US" dirty="0">
                <a:latin typeface="Calibri Light" panose="020F0302020204030204" pitchFamily="34" charset="0"/>
                <a:ea typeface="Gotham HTF Book" charset="0"/>
                <a:cs typeface="Calibri Light" panose="020F0302020204030204" pitchFamily="34" charset="0"/>
              </a:rPr>
              <a:t>Create / Download a docker image</a:t>
            </a:r>
          </a:p>
          <a:p>
            <a:pPr marL="0" indent="0">
              <a:lnSpc>
                <a:spcPct val="200000"/>
              </a:lnSpc>
              <a:buNone/>
            </a:pPr>
            <a:r>
              <a:rPr lang="en-US" dirty="0">
                <a:latin typeface="Calibri Light" panose="020F0302020204030204" pitchFamily="34" charset="0"/>
                <a:ea typeface="Gotham HTF Book" charset="0"/>
                <a:cs typeface="Calibri Light" panose="020F0302020204030204" pitchFamily="34" charset="0"/>
              </a:rPr>
              <a:t>Create a container from the image</a:t>
            </a:r>
          </a:p>
          <a:p>
            <a:pPr marL="0" indent="0">
              <a:lnSpc>
                <a:spcPct val="150000"/>
              </a:lnSpc>
              <a:buNone/>
            </a:pPr>
            <a:r>
              <a:rPr lang="en-US" dirty="0">
                <a:latin typeface="Calibri Light" panose="020F0302020204030204" pitchFamily="34" charset="0"/>
                <a:ea typeface="Gotham HTF Book" charset="0"/>
                <a:cs typeface="Calibri Light" panose="020F0302020204030204" pitchFamily="34" charset="0"/>
              </a:rPr>
              <a:t>Save container as image</a:t>
            </a:r>
          </a:p>
          <a:p>
            <a:pPr marL="0" indent="0">
              <a:lnSpc>
                <a:spcPct val="150000"/>
              </a:lnSpc>
              <a:buNone/>
            </a:pPr>
            <a:r>
              <a:rPr lang="en-US" dirty="0">
                <a:latin typeface="Calibri Light" panose="020F0302020204030204" pitchFamily="34" charset="0"/>
                <a:ea typeface="Gotham HTF Book" charset="0"/>
                <a:cs typeface="Calibri Light" panose="020F0302020204030204" pitchFamily="34" charset="0"/>
              </a:rPr>
              <a:t>Upload image to central repository</a:t>
            </a:r>
          </a:p>
          <a:p>
            <a:pPr marL="0" indent="0">
              <a:lnSpc>
                <a:spcPct val="150000"/>
              </a:lnSpc>
              <a:buNone/>
            </a:pPr>
            <a:r>
              <a:rPr lang="en-US" dirty="0">
                <a:latin typeface="Calibri Light" panose="020F0302020204030204" pitchFamily="34" charset="0"/>
                <a:ea typeface="Gotham HTF Book" charset="0"/>
                <a:cs typeface="Calibri Light" panose="020F0302020204030204" pitchFamily="34" charset="0"/>
              </a:rPr>
              <a:t>Stop the container</a:t>
            </a:r>
          </a:p>
          <a:p>
            <a:pPr marL="0" indent="0">
              <a:lnSpc>
                <a:spcPct val="150000"/>
              </a:lnSpc>
              <a:buNone/>
            </a:pPr>
            <a:r>
              <a:rPr lang="en-US" dirty="0">
                <a:latin typeface="Calibri Light" panose="020F0302020204030204" pitchFamily="34" charset="0"/>
                <a:ea typeface="Gotham HTF Book" charset="0"/>
                <a:cs typeface="Calibri Light" panose="020F0302020204030204" pitchFamily="34" charset="0"/>
              </a:rPr>
              <a:t>Delete a container</a:t>
            </a:r>
          </a:p>
          <a:p>
            <a:pPr marL="0" indent="0">
              <a:lnSpc>
                <a:spcPct val="150000"/>
              </a:lnSpc>
              <a:buNone/>
            </a:pPr>
            <a:endParaRPr lang="en-US" dirty="0">
              <a:latin typeface="Calibri Light" panose="020F0302020204030204" pitchFamily="34" charset="0"/>
              <a:ea typeface="Gotham HTF Book" charset="0"/>
              <a:cs typeface="Calibri Light" panose="020F0302020204030204" pitchFamily="34" charset="0"/>
            </a:endParaRPr>
          </a:p>
        </p:txBody>
      </p:sp>
      <p:sp>
        <p:nvSpPr>
          <p:cNvPr id="5" name="Rectangle 4"/>
          <p:cNvSpPr/>
          <p:nvPr/>
        </p:nvSpPr>
        <p:spPr>
          <a:xfrm>
            <a:off x="848788" y="1512277"/>
            <a:ext cx="1930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otham HTF Book" charset="0"/>
                <a:ea typeface="Gotham HTF Book" charset="0"/>
                <a:cs typeface="Gotham HTF Book" charset="0"/>
              </a:rPr>
              <a:t>Build / Pull</a:t>
            </a:r>
          </a:p>
        </p:txBody>
      </p:sp>
      <p:sp>
        <p:nvSpPr>
          <p:cNvPr id="7" name="Rectangle 6"/>
          <p:cNvSpPr/>
          <p:nvPr/>
        </p:nvSpPr>
        <p:spPr>
          <a:xfrm>
            <a:off x="848788" y="2347872"/>
            <a:ext cx="1930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otham HTF Book" charset="0"/>
                <a:ea typeface="Gotham HTF Book" charset="0"/>
                <a:cs typeface="Gotham HTF Book" charset="0"/>
              </a:rPr>
              <a:t>Run</a:t>
            </a:r>
          </a:p>
        </p:txBody>
      </p:sp>
      <p:sp>
        <p:nvSpPr>
          <p:cNvPr id="8" name="Rectangle 7"/>
          <p:cNvSpPr/>
          <p:nvPr/>
        </p:nvSpPr>
        <p:spPr>
          <a:xfrm>
            <a:off x="842083" y="3167929"/>
            <a:ext cx="1930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otham HTF Book" charset="0"/>
                <a:ea typeface="Gotham HTF Book" charset="0"/>
                <a:cs typeface="Gotham HTF Book" charset="0"/>
              </a:rPr>
              <a:t>Commit</a:t>
            </a:r>
          </a:p>
        </p:txBody>
      </p:sp>
      <p:sp>
        <p:nvSpPr>
          <p:cNvPr id="9" name="Rectangle 8"/>
          <p:cNvSpPr/>
          <p:nvPr/>
        </p:nvSpPr>
        <p:spPr>
          <a:xfrm>
            <a:off x="842083" y="4031343"/>
            <a:ext cx="1930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otham HTF Book" charset="0"/>
                <a:ea typeface="Gotham HTF Book" charset="0"/>
                <a:cs typeface="Gotham HTF Book" charset="0"/>
              </a:rPr>
              <a:t>Push</a:t>
            </a:r>
          </a:p>
        </p:txBody>
      </p:sp>
      <p:sp>
        <p:nvSpPr>
          <p:cNvPr id="10" name="Rectangle 9"/>
          <p:cNvSpPr/>
          <p:nvPr/>
        </p:nvSpPr>
        <p:spPr>
          <a:xfrm>
            <a:off x="842083" y="4808044"/>
            <a:ext cx="1930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otham HTF Book" charset="0"/>
                <a:ea typeface="Gotham HTF Book" charset="0"/>
                <a:cs typeface="Gotham HTF Book" charset="0"/>
              </a:rPr>
              <a:t>Stop</a:t>
            </a:r>
          </a:p>
        </p:txBody>
      </p:sp>
      <p:sp>
        <p:nvSpPr>
          <p:cNvPr id="12" name="Rectangle 11"/>
          <p:cNvSpPr/>
          <p:nvPr/>
        </p:nvSpPr>
        <p:spPr>
          <a:xfrm>
            <a:off x="842083" y="5581371"/>
            <a:ext cx="1930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otham HTF Book" charset="0"/>
                <a:ea typeface="Gotham HTF Book" charset="0"/>
                <a:cs typeface="Gotham HTF Book" charset="0"/>
              </a:rPr>
              <a:t>Remove</a:t>
            </a:r>
          </a:p>
        </p:txBody>
      </p:sp>
      <p:sp>
        <p:nvSpPr>
          <p:cNvPr id="4" name="Footer Placeholder 3">
            <a:extLst>
              <a:ext uri="{FF2B5EF4-FFF2-40B4-BE49-F238E27FC236}">
                <a16:creationId xmlns:a16="http://schemas.microsoft.com/office/drawing/2014/main" id="{F1A8EF93-B38B-6D3C-3A26-9C2DBD586F2C}"/>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40402578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56964D-9AEE-4C76-BEC0-6AA76AD5AE1A}"/>
              </a:ext>
            </a:extLst>
          </p:cNvPr>
          <p:cNvSpPr>
            <a:spLocks noGrp="1"/>
          </p:cNvSpPr>
          <p:nvPr>
            <p:ph idx="1"/>
          </p:nvPr>
        </p:nvSpPr>
        <p:spPr>
          <a:xfrm>
            <a:off x="-1833081" y="1496852"/>
            <a:ext cx="10515600" cy="4351338"/>
          </a:xfrm>
        </p:spPr>
        <p:txBody>
          <a:bodyPr>
            <a:normAutofit/>
          </a:bodyPr>
          <a:lstStyle/>
          <a:p>
            <a:pPr marL="0" indent="0">
              <a:buNone/>
            </a:pPr>
            <a:endParaRPr lang="en-IN" sz="4800" dirty="0">
              <a:latin typeface="+mj-lt"/>
            </a:endParaRPr>
          </a:p>
          <a:p>
            <a:pPr marL="0" indent="0">
              <a:buNone/>
            </a:pPr>
            <a:endParaRPr lang="en-IN" sz="4800" dirty="0">
              <a:latin typeface="+mj-lt"/>
            </a:endParaRPr>
          </a:p>
          <a:p>
            <a:pPr marL="0" indent="0">
              <a:buNone/>
            </a:pPr>
            <a:r>
              <a:rPr lang="en-IN" sz="4800" b="1" dirty="0">
                <a:latin typeface="+mj-lt"/>
              </a:rPr>
              <a:t>                                             Thank You</a:t>
            </a:r>
          </a:p>
        </p:txBody>
      </p:sp>
      <p:sp>
        <p:nvSpPr>
          <p:cNvPr id="2" name="Footer Placeholder 1">
            <a:extLst>
              <a:ext uri="{FF2B5EF4-FFF2-40B4-BE49-F238E27FC236}">
                <a16:creationId xmlns:a16="http://schemas.microsoft.com/office/drawing/2014/main" id="{83ACCF3D-633B-B56B-B608-9C7195FA71A4}"/>
              </a:ext>
            </a:extLst>
          </p:cNvPr>
          <p:cNvSpPr>
            <a:spLocks noGrp="1"/>
          </p:cNvSpPr>
          <p:nvPr>
            <p:ph type="ftr" sz="quarter" idx="11"/>
          </p:nvPr>
        </p:nvSpPr>
        <p:spPr/>
        <p:txBody>
          <a:bodyPr/>
          <a:lstStyle/>
          <a:p>
            <a:r>
              <a:rPr lang="en-US"/>
              <a:t>Chaitanya Training &amp; Consultancy -  www.chaitanyagaajula.com</a:t>
            </a:r>
            <a:endParaRPr lang="en-IN"/>
          </a:p>
        </p:txBody>
      </p:sp>
    </p:spTree>
    <p:extLst>
      <p:ext uri="{BB962C8B-B14F-4D97-AF65-F5344CB8AC3E}">
        <p14:creationId xmlns:p14="http://schemas.microsoft.com/office/powerpoint/2010/main" val="39934864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2890</Words>
  <Application>Microsoft Office PowerPoint</Application>
  <PresentationFormat>Widescreen</PresentationFormat>
  <Paragraphs>374</Paragraphs>
  <Slides>65</Slides>
  <Notes>1</Notes>
  <HiddenSlides>0</HiddenSlides>
  <MMClips>0</MMClips>
  <ScaleCrop>false</ScaleCrop>
  <HeadingPairs>
    <vt:vector size="8" baseType="variant">
      <vt:variant>
        <vt:lpstr>Fonts Used</vt:lpstr>
      </vt:variant>
      <vt:variant>
        <vt:i4>7</vt:i4>
      </vt:variant>
      <vt:variant>
        <vt:lpstr>Theme</vt:lpstr>
      </vt:variant>
      <vt:variant>
        <vt:i4>5</vt:i4>
      </vt:variant>
      <vt:variant>
        <vt:lpstr>Embedded OLE Servers</vt:lpstr>
      </vt:variant>
      <vt:variant>
        <vt:i4>1</vt:i4>
      </vt:variant>
      <vt:variant>
        <vt:lpstr>Slide Titles</vt:lpstr>
      </vt:variant>
      <vt:variant>
        <vt:i4>65</vt:i4>
      </vt:variant>
    </vt:vector>
  </HeadingPairs>
  <TitlesOfParts>
    <vt:vector size="78" baseType="lpstr">
      <vt:lpstr>Arial</vt:lpstr>
      <vt:lpstr>Calibri</vt:lpstr>
      <vt:lpstr>Calibri Light</vt:lpstr>
      <vt:lpstr>Century Gothic</vt:lpstr>
      <vt:lpstr>Gotham HTF Book</vt:lpstr>
      <vt:lpstr>Times New Roman</vt:lpstr>
      <vt:lpstr>Wingdings</vt:lpstr>
      <vt:lpstr>Office Theme</vt:lpstr>
      <vt:lpstr>1_Office Theme</vt:lpstr>
      <vt:lpstr>2_Office Theme</vt:lpstr>
      <vt:lpstr>3_Office Theme</vt:lpstr>
      <vt:lpstr>4_Office Theme</vt:lpstr>
      <vt:lpstr>Bitmap Image</vt:lpstr>
      <vt:lpstr>Introduction to Dockers and Containers</vt:lpstr>
      <vt:lpstr>Agenda</vt:lpstr>
      <vt:lpstr>Evolution of Containers &amp; Dockers</vt:lpstr>
      <vt:lpstr>Monolithic Application Challenges</vt:lpstr>
      <vt:lpstr>Monolithic Application Challenges</vt:lpstr>
      <vt:lpstr>The challenge continued</vt:lpstr>
      <vt:lpstr>PowerPoint Presentation</vt:lpstr>
      <vt:lpstr>Looking for all kinds of solutions… </vt:lpstr>
      <vt:lpstr>PowerPoint Presentation</vt:lpstr>
      <vt:lpstr>What are the possibilities</vt:lpstr>
      <vt:lpstr>SOLUTION—Shipping containers</vt:lpstr>
      <vt:lpstr>This solved the problem</vt:lpstr>
      <vt:lpstr>Today shipping is done with  containers</vt:lpstr>
      <vt:lpstr>How does this container idea translate to Enterprise Application  Problems</vt:lpstr>
      <vt:lpstr>How does this container idea translate to Enterprise Application  Problems</vt:lpstr>
      <vt:lpstr>Do once run anywhere</vt:lpstr>
      <vt:lpstr>Docker is supported in many Cloud platforms</vt:lpstr>
      <vt:lpstr>What is a Container?</vt:lpstr>
      <vt:lpstr>Container Building Blocks</vt:lpstr>
      <vt:lpstr>Namespaces</vt:lpstr>
      <vt:lpstr>Cgroups</vt:lpstr>
      <vt:lpstr>Container Namespaces</vt:lpstr>
      <vt:lpstr>Finding Container Namespace</vt:lpstr>
      <vt:lpstr>Access Container Namespaces</vt:lpstr>
      <vt:lpstr>Docker containers are lightweight</vt:lpstr>
      <vt:lpstr>Containers and Virtual Machines Architecture</vt:lpstr>
      <vt:lpstr>Differences between Containers and Virtual Machines</vt:lpstr>
      <vt:lpstr>PowerPoint Presentation</vt:lpstr>
      <vt:lpstr>Use Case</vt:lpstr>
      <vt:lpstr>PowerPoint Presentation</vt:lpstr>
      <vt:lpstr>   What is Docker?</vt:lpstr>
      <vt:lpstr> Benefits of Dockers</vt:lpstr>
      <vt:lpstr> Docker Editions</vt:lpstr>
      <vt:lpstr> Comparison of Docker Editions</vt:lpstr>
      <vt:lpstr>Docker Architecture &amp; Components</vt:lpstr>
      <vt:lpstr> Docker Engine</vt:lpstr>
      <vt:lpstr>Docker Components</vt:lpstr>
      <vt:lpstr>Docker Registries</vt:lpstr>
      <vt:lpstr>Docker Images</vt:lpstr>
      <vt:lpstr>             Docker Containers</vt:lpstr>
      <vt:lpstr>Docker Container Lifecycle</vt:lpstr>
      <vt:lpstr>Docker Installation</vt:lpstr>
      <vt:lpstr>PowerPoint Presentation</vt:lpstr>
      <vt:lpstr>Docker for Linux</vt:lpstr>
      <vt:lpstr>Docker for Mac OS X</vt:lpstr>
      <vt:lpstr>Docker for Windows</vt:lpstr>
      <vt:lpstr>Docker for Windows</vt:lpstr>
      <vt:lpstr>Overview of Docker Desktop</vt:lpstr>
      <vt:lpstr>Working with Docker Desktop</vt:lpstr>
      <vt:lpstr>Docker Registry</vt:lpstr>
      <vt:lpstr>What is an Image</vt:lpstr>
      <vt:lpstr> Docker Image Layers</vt:lpstr>
      <vt:lpstr>Docker Layers</vt:lpstr>
      <vt:lpstr>Images and Containers</vt:lpstr>
      <vt:lpstr>Images and Containers</vt:lpstr>
      <vt:lpstr>Overlay File System</vt:lpstr>
      <vt:lpstr>Overlay File System</vt:lpstr>
      <vt:lpstr>Docker Registries</vt:lpstr>
      <vt:lpstr> Docker Registry</vt:lpstr>
      <vt:lpstr>Docker Hub</vt:lpstr>
      <vt:lpstr>Docker Hub-Features</vt:lpstr>
      <vt:lpstr>Docker Hub Repository</vt:lpstr>
      <vt:lpstr> Docker Push / Pull Images</vt:lpstr>
      <vt:lpstr>Docker Image Commands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Chaitanya Gaajula</dc:creator>
  <cp:lastModifiedBy>Chaitanya Gaajula</cp:lastModifiedBy>
  <cp:revision>7</cp:revision>
  <dcterms:created xsi:type="dcterms:W3CDTF">2022-02-21T03:33:32Z</dcterms:created>
  <dcterms:modified xsi:type="dcterms:W3CDTF">2023-03-04T15:50:18Z</dcterms:modified>
</cp:coreProperties>
</file>