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Wz5TUxVHMV/92aHB/w5SkQ==" hashData="NwIdsI+QPKTHbp6sthkfVWx7+23Zx5XxSK4zk/i6ITc6cfL3MQYjn70mrLN6Nk+72BRYwi3aKlXh5ig1PTSAhw=="/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2420-0295-4995-B1C4-0D25AF8195CA}" type="datetimeFigureOut">
              <a:rPr lang="en-IN" smtClean="0"/>
              <a:t>21-10-2021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B0CE6-B365-4BE2-BFF7-D16E7103B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4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GAAJULA-ALL COPYRIGHTS RESERVED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F63CB-8A60-4E74-9090-3F8AA0ACB5A3}" type="datetime1">
              <a:rPr lang="en-US" smtClean="0"/>
              <a:t>10/21/2021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GAAJULA-ALL COPYRIGHTS RESERVED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B361D-E69D-452D-AAA8-379732C1F9D4}" type="datetime1">
              <a:rPr lang="en-US" smtClean="0"/>
              <a:t>10/21/2021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GAAJULA-ALL COPYRIGHTS RESERVED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D4F20-461E-4D40-85E0-FE5B27F42716}" type="datetime1">
              <a:rPr lang="en-US" smtClean="0"/>
              <a:t>10/21/2021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GAAJULA-ALL COPYRIGHTS RESERVED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FAE9B-DEEA-4D0A-896F-7FA4A2F6044F}" type="datetime1">
              <a:rPr lang="en-US" smtClean="0"/>
              <a:t>10/21/2021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GAAJULA-ALL COPYRIGHTS RESERVED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FD08F-495D-4329-B77B-F545BB802A39}" type="datetime1">
              <a:rPr lang="en-US" smtClean="0"/>
              <a:t>10/21/2021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2670047"/>
            <a:ext cx="4035552" cy="41879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892551"/>
            <a:ext cx="1520951" cy="23652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607552" y="1676400"/>
            <a:ext cx="2819400" cy="2819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7997952" y="0"/>
            <a:ext cx="1606296" cy="113995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604504" y="6095999"/>
            <a:ext cx="993648" cy="76199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393680" y="0"/>
            <a:ext cx="768857" cy="12077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0436352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0" y="1143000"/>
                </a:moveTo>
                <a:lnTo>
                  <a:pt x="685800" y="1143000"/>
                </a:lnTo>
                <a:lnTo>
                  <a:pt x="6858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6498" y="3149549"/>
            <a:ext cx="5239003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2420" y="1957882"/>
            <a:ext cx="9827158" cy="1751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GAAJULA-ALL COPYRIGHTS RESERVED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6DDF2-3E0D-4123-8F1A-E847E1DF642D}" type="datetime1">
              <a:rPr lang="en-US" smtClean="0"/>
              <a:t>10/21/2021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0" y="2730768"/>
            <a:ext cx="6304915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spc="-10" dirty="0">
                <a:solidFill>
                  <a:schemeClr val="tx1"/>
                </a:solidFill>
              </a:rPr>
              <a:t>Container</a:t>
            </a:r>
            <a:r>
              <a:rPr sz="4000" spc="-5" dirty="0">
                <a:solidFill>
                  <a:schemeClr val="tx1"/>
                </a:solidFill>
              </a:rPr>
              <a:t> </a:t>
            </a:r>
            <a:r>
              <a:rPr sz="4000" spc="-10" dirty="0">
                <a:solidFill>
                  <a:schemeClr val="tx1"/>
                </a:solidFill>
              </a:rPr>
              <a:t>Orchestration</a:t>
            </a:r>
            <a:endParaRPr sz="40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408710-D289-47A0-A0AF-A1151BA1207C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93C3D-CA4D-485F-98BE-0ED2E2F585C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4090"/>
            <a:ext cx="83489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chemeClr val="tx1"/>
                </a:solidFill>
              </a:rPr>
              <a:t>Container Orchestrator</a:t>
            </a:r>
            <a:r>
              <a:rPr sz="4200" spc="-150" dirty="0">
                <a:solidFill>
                  <a:schemeClr val="tx1"/>
                </a:solidFill>
              </a:rPr>
              <a:t> </a:t>
            </a:r>
            <a:r>
              <a:rPr sz="4200" dirty="0">
                <a:solidFill>
                  <a:schemeClr val="tx1"/>
                </a:solidFill>
              </a:rPr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2420" y="1957882"/>
            <a:ext cx="4876800" cy="17513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356870" algn="l"/>
              </a:tabLst>
            </a:pPr>
            <a:r>
              <a:rPr sz="1600" spc="5" dirty="0">
                <a:latin typeface="Wingdings 3"/>
                <a:cs typeface="Wingdings 3"/>
              </a:rPr>
              <a:t>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Century Gothic"/>
                <a:cs typeface="Century Gothic"/>
              </a:rPr>
              <a:t>Container Deployment /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Provisioning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6870" algn="l"/>
              </a:tabLst>
            </a:pPr>
            <a:r>
              <a:rPr sz="1600" spc="5" dirty="0">
                <a:latin typeface="Wingdings 3"/>
                <a:cs typeface="Wingdings 3"/>
              </a:rPr>
              <a:t>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Fault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5" dirty="0">
                <a:latin typeface="Century Gothic"/>
                <a:cs typeface="Century Gothic"/>
              </a:rPr>
              <a:t>Tolerance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6870" algn="l"/>
              </a:tabLst>
            </a:pPr>
            <a:r>
              <a:rPr sz="1600" spc="5" dirty="0">
                <a:latin typeface="Wingdings 3"/>
                <a:cs typeface="Wingdings 3"/>
              </a:rPr>
              <a:t>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Autoscaling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6870" algn="l"/>
              </a:tabLst>
            </a:pPr>
            <a:r>
              <a:rPr sz="1600" spc="5" dirty="0">
                <a:latin typeface="Wingdings 3"/>
                <a:cs typeface="Wingdings 3"/>
              </a:rPr>
              <a:t>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Century Gothic"/>
                <a:cs typeface="Century Gothic"/>
              </a:rPr>
              <a:t>Service</a:t>
            </a:r>
            <a:r>
              <a:rPr sz="2000" spc="1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Discovery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96DA6-4F6B-4D10-BF9A-3BF2446FF898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6CEE5-7F98-4600-A7F0-9758F1F75DB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4090"/>
            <a:ext cx="62255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chemeClr val="tx1"/>
                </a:solidFill>
              </a:rPr>
              <a:t>Container</a:t>
            </a:r>
            <a:r>
              <a:rPr sz="4200" spc="-85" dirty="0">
                <a:solidFill>
                  <a:schemeClr val="tx1"/>
                </a:solidFill>
              </a:rPr>
              <a:t> </a:t>
            </a:r>
            <a:r>
              <a:rPr sz="4200" dirty="0">
                <a:solidFill>
                  <a:schemeClr val="tx1"/>
                </a:solidFill>
              </a:rPr>
              <a:t>Orchestrators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828800"/>
            <a:ext cx="3909745" cy="34990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85"/>
              </a:spcBef>
              <a:tabLst>
                <a:tab pos="344170" algn="l"/>
              </a:tabLst>
            </a:pPr>
            <a:r>
              <a:rPr sz="1600" spc="5" dirty="0">
                <a:latin typeface="Wingdings 3"/>
                <a:cs typeface="Wingdings 3"/>
              </a:rPr>
              <a:t>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Century Gothic"/>
                <a:cs typeface="Century Gothic"/>
              </a:rPr>
              <a:t>Container</a:t>
            </a:r>
            <a:r>
              <a:rPr sz="2000" spc="-45" dirty="0">
                <a:latin typeface="Century Gothic"/>
                <a:cs typeface="Century Gothic"/>
              </a:rPr>
              <a:t> </a:t>
            </a:r>
            <a:r>
              <a:rPr sz="2000" spc="-5" dirty="0">
                <a:latin typeface="Century Gothic"/>
                <a:cs typeface="Century Gothic"/>
              </a:rPr>
              <a:t>orchestrators</a:t>
            </a:r>
            <a:endParaRPr sz="2000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56565" algn="l"/>
                <a:tab pos="457200" algn="l"/>
              </a:tabLst>
            </a:pPr>
            <a:r>
              <a:rPr sz="2000" spc="-5" dirty="0">
                <a:latin typeface="Century Gothic"/>
                <a:cs typeface="Century Gothic"/>
              </a:rPr>
              <a:t>Kubernetes</a:t>
            </a:r>
            <a:endParaRPr lang="en-IN" sz="2000" spc="-5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56565" algn="l"/>
                <a:tab pos="457200" algn="l"/>
              </a:tabLst>
            </a:pPr>
            <a:endParaRPr sz="2000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1010"/>
              </a:spcBef>
              <a:buChar char="•"/>
              <a:tabLst>
                <a:tab pos="456565" algn="l"/>
                <a:tab pos="457200" algn="l"/>
              </a:tabLst>
            </a:pPr>
            <a:r>
              <a:rPr sz="2000" spc="-10" dirty="0">
                <a:latin typeface="Century Gothic"/>
                <a:cs typeface="Century Gothic"/>
              </a:rPr>
              <a:t>Docker</a:t>
            </a:r>
            <a:r>
              <a:rPr sz="2000" spc="15" dirty="0">
                <a:latin typeface="Century Gothic"/>
                <a:cs typeface="Century Gothic"/>
              </a:rPr>
              <a:t> </a:t>
            </a:r>
            <a:r>
              <a:rPr sz="2000" spc="-5" dirty="0">
                <a:latin typeface="Century Gothic"/>
                <a:cs typeface="Century Gothic"/>
              </a:rPr>
              <a:t>Swarm</a:t>
            </a:r>
            <a:endParaRPr lang="en-IN" sz="2000" spc="-5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1010"/>
              </a:spcBef>
              <a:buChar char="•"/>
              <a:tabLst>
                <a:tab pos="456565" algn="l"/>
                <a:tab pos="457200" algn="l"/>
              </a:tabLst>
            </a:pPr>
            <a:endParaRPr sz="2000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1005"/>
              </a:spcBef>
              <a:buChar char="•"/>
              <a:tabLst>
                <a:tab pos="456565" algn="l"/>
                <a:tab pos="457200" algn="l"/>
              </a:tabLst>
            </a:pPr>
            <a:r>
              <a:rPr sz="2000" spc="-10" dirty="0">
                <a:latin typeface="Century Gothic"/>
                <a:cs typeface="Century Gothic"/>
              </a:rPr>
              <a:t>Mesos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spc="-5" dirty="0">
                <a:latin typeface="Century Gothic"/>
                <a:cs typeface="Century Gothic"/>
              </a:rPr>
              <a:t>Marathon</a:t>
            </a:r>
            <a:endParaRPr lang="en-IN" sz="2000" spc="-5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1005"/>
              </a:spcBef>
              <a:buChar char="•"/>
              <a:tabLst>
                <a:tab pos="456565" algn="l"/>
                <a:tab pos="457200" algn="l"/>
              </a:tabLst>
            </a:pPr>
            <a:endParaRPr sz="2000" dirty="0">
              <a:latin typeface="Century Gothic"/>
              <a:cs typeface="Century Gothic"/>
            </a:endParaRPr>
          </a:p>
          <a:p>
            <a:pPr marL="456565" indent="-457200">
              <a:lnSpc>
                <a:spcPct val="100000"/>
              </a:lnSpc>
              <a:spcBef>
                <a:spcPts val="985"/>
              </a:spcBef>
              <a:buChar char="•"/>
              <a:tabLst>
                <a:tab pos="456565" algn="l"/>
                <a:tab pos="457200" algn="l"/>
              </a:tabLst>
            </a:pPr>
            <a:r>
              <a:rPr sz="2000" spc="-20" dirty="0">
                <a:latin typeface="Century Gothic"/>
                <a:cs typeface="Century Gothic"/>
              </a:rPr>
              <a:t>Amazon </a:t>
            </a:r>
            <a:r>
              <a:rPr sz="2000" spc="-10" dirty="0">
                <a:latin typeface="Century Gothic"/>
                <a:cs typeface="Century Gothic"/>
              </a:rPr>
              <a:t>ECS </a:t>
            </a:r>
            <a:r>
              <a:rPr sz="2000" spc="-5" dirty="0">
                <a:latin typeface="Century Gothic"/>
                <a:cs typeface="Century Gothic"/>
              </a:rPr>
              <a:t>. . .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etc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E94775-6138-46AB-8CA7-0CDF5A0F21E1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73B7E0-CD0B-4A84-8021-CF0C94FB1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72" y="1937562"/>
            <a:ext cx="5940002" cy="33202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9102C-151E-45D7-835C-63190323281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1270972"/>
            <a:ext cx="878433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149F9A-6300-457D-BA82-3B4AB5ADA9BE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DFEC5-4166-4FE1-9D94-262767F01CF2}"/>
              </a:ext>
            </a:extLst>
          </p:cNvPr>
          <p:cNvSpPr txBox="1"/>
          <p:nvPr/>
        </p:nvSpPr>
        <p:spPr>
          <a:xfrm>
            <a:off x="2209800" y="459394"/>
            <a:ext cx="617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   Master / Slave Architecture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B8329-0BBE-4D53-9D2D-7EE3A8EB0E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8442" y="474090"/>
            <a:ext cx="41763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" dirty="0">
                <a:solidFill>
                  <a:schemeClr val="tx1"/>
                </a:solidFill>
              </a:rPr>
              <a:t>Key/Value</a:t>
            </a:r>
            <a:r>
              <a:rPr sz="4200" spc="-55" dirty="0">
                <a:solidFill>
                  <a:schemeClr val="tx1"/>
                </a:solidFill>
              </a:rPr>
              <a:t> </a:t>
            </a:r>
            <a:r>
              <a:rPr sz="4200" dirty="0">
                <a:solidFill>
                  <a:schemeClr val="tx1"/>
                </a:solidFill>
              </a:rPr>
              <a:t>Store</a:t>
            </a:r>
          </a:p>
        </p:txBody>
      </p:sp>
      <p:sp>
        <p:nvSpPr>
          <p:cNvPr id="3" name="object 3"/>
          <p:cNvSpPr/>
          <p:nvPr/>
        </p:nvSpPr>
        <p:spPr>
          <a:xfrm>
            <a:off x="2343911" y="1825830"/>
            <a:ext cx="7010705" cy="4346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4F47A-5E38-479A-9093-6EC064518D59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CE766-682D-464D-81D6-8CF68E6483C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1332858"/>
            <a:ext cx="7049604" cy="4192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9952D2-6BBC-46C7-BEDA-7E59A368C5F3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5B1A2-8FAD-4E2C-A732-1ECCF4D2DFB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0" y="1252728"/>
            <a:ext cx="7086600" cy="435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126946-FFD6-4BD4-9C69-6A1CE395B305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B67EC-4D8A-4ED8-B0D7-2DE42C6FE1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4090"/>
            <a:ext cx="45364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chemeClr val="tx1"/>
                </a:solidFill>
              </a:rPr>
              <a:t>Service</a:t>
            </a:r>
            <a:r>
              <a:rPr sz="4200" spc="-130" dirty="0">
                <a:solidFill>
                  <a:schemeClr val="tx1"/>
                </a:solidFill>
              </a:rPr>
              <a:t> </a:t>
            </a:r>
            <a:r>
              <a:rPr sz="4200" dirty="0">
                <a:solidFill>
                  <a:schemeClr val="tx1"/>
                </a:solidFill>
              </a:rPr>
              <a:t>Discovery</a:t>
            </a:r>
          </a:p>
        </p:txBody>
      </p:sp>
      <p:sp>
        <p:nvSpPr>
          <p:cNvPr id="3" name="object 3"/>
          <p:cNvSpPr/>
          <p:nvPr/>
        </p:nvSpPr>
        <p:spPr>
          <a:xfrm>
            <a:off x="2057400" y="1521134"/>
            <a:ext cx="7293864" cy="419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D3B416-C06C-4684-A228-B8DB0A314ABB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4F80D-07D0-4183-A0ED-4150F7F0ABE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4090"/>
            <a:ext cx="7010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chemeClr val="tx1"/>
                </a:solidFill>
              </a:rPr>
              <a:t>Access </a:t>
            </a:r>
            <a:r>
              <a:rPr sz="4200" dirty="0">
                <a:solidFill>
                  <a:schemeClr val="tx1"/>
                </a:solidFill>
              </a:rPr>
              <a:t>from External</a:t>
            </a:r>
            <a:r>
              <a:rPr sz="4200" spc="-5" dirty="0">
                <a:solidFill>
                  <a:schemeClr val="tx1"/>
                </a:solidFill>
              </a:rPr>
              <a:t> </a:t>
            </a:r>
            <a:r>
              <a:rPr sz="4200" spc="-15" dirty="0">
                <a:solidFill>
                  <a:schemeClr val="tx1"/>
                </a:solidFill>
              </a:rPr>
              <a:t>World</a:t>
            </a:r>
            <a:endParaRPr sz="42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9695" y="2051304"/>
            <a:ext cx="6876288" cy="419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3D9A6-137F-4BB5-B69C-898EDD40FFAE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807F3-1AF5-4506-9CB5-38655250B09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4090"/>
            <a:ext cx="69068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chemeClr val="tx1"/>
                </a:solidFill>
              </a:rPr>
              <a:t>Access </a:t>
            </a:r>
            <a:r>
              <a:rPr sz="4200" spc="5" dirty="0">
                <a:solidFill>
                  <a:schemeClr val="tx1"/>
                </a:solidFill>
              </a:rPr>
              <a:t>to </a:t>
            </a:r>
            <a:r>
              <a:rPr sz="4200" dirty="0">
                <a:solidFill>
                  <a:schemeClr val="tx1"/>
                </a:solidFill>
              </a:rPr>
              <a:t>External</a:t>
            </a:r>
            <a:r>
              <a:rPr sz="4200" spc="-10" dirty="0">
                <a:solidFill>
                  <a:schemeClr val="tx1"/>
                </a:solidFill>
              </a:rPr>
              <a:t> </a:t>
            </a:r>
            <a:r>
              <a:rPr sz="4200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3" name="object 3"/>
          <p:cNvSpPr/>
          <p:nvPr/>
        </p:nvSpPr>
        <p:spPr>
          <a:xfrm>
            <a:off x="1889760" y="2051304"/>
            <a:ext cx="7376159" cy="419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B3A45C-44BC-4B09-B5A8-AECEF2CBB6B3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2B77B-324B-4CBC-9926-E50823986E2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2758256"/>
            <a:ext cx="5239003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12645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chemeClr val="tx1"/>
                </a:solidFill>
              </a:rPr>
              <a:t>THANK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456A6B-FF66-45BE-8F68-2227AD278537}"/>
              </a:ext>
            </a:extLst>
          </p:cNvPr>
          <p:cNvSpPr/>
          <p:nvPr/>
        </p:nvSpPr>
        <p:spPr>
          <a:xfrm>
            <a:off x="152400" y="129397"/>
            <a:ext cx="11887199" cy="6542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8998-C2D3-4655-B61F-8467DA116A2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CHAITANYA R GAAJULA-ALL COPYRIGHTS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115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Times New Roman</vt:lpstr>
      <vt:lpstr>Wingdings 3</vt:lpstr>
      <vt:lpstr>Office Theme</vt:lpstr>
      <vt:lpstr>Container Orchestration</vt:lpstr>
      <vt:lpstr>Container Orchestrator Features</vt:lpstr>
      <vt:lpstr>Container Orchestrators</vt:lpstr>
      <vt:lpstr>PowerPoint Presentation</vt:lpstr>
      <vt:lpstr>Key/Value Store</vt:lpstr>
      <vt:lpstr>PowerPoint Presentation</vt:lpstr>
      <vt:lpstr>PowerPoint Presentation</vt:lpstr>
      <vt:lpstr>Service Discovery</vt:lpstr>
      <vt:lpstr>Access from External World</vt:lpstr>
      <vt:lpstr>Access to External Storage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Gaajula</dc:creator>
  <cp:lastModifiedBy>Chaitanya Gaajula</cp:lastModifiedBy>
  <cp:revision>9</cp:revision>
  <dcterms:created xsi:type="dcterms:W3CDTF">2020-05-22T10:11:11Z</dcterms:created>
  <dcterms:modified xsi:type="dcterms:W3CDTF">2021-10-21T10:16:15Z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2020-05-22T00:00:00Z</vt:filetime>
  </property>
</Properties>
</file>